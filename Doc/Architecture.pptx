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  <p:sldMasterId id="2147483734" r:id="rId2"/>
  </p:sldMasterIdLst>
  <p:notesMasterIdLst>
    <p:notesMasterId r:id="rId9"/>
  </p:notesMasterIdLst>
  <p:sldIdLst>
    <p:sldId id="256" r:id="rId3"/>
    <p:sldId id="280" r:id="rId4"/>
    <p:sldId id="281" r:id="rId5"/>
    <p:sldId id="284" r:id="rId6"/>
    <p:sldId id="285" r:id="rId7"/>
    <p:sldId id="286" r:id="rId8"/>
  </p:sldIdLst>
  <p:sldSz cx="46080363" cy="25920700"/>
  <p:notesSz cx="6858000" cy="9144000"/>
  <p:defaultTextStyle>
    <a:defPPr>
      <a:defRPr lang="en-US"/>
    </a:defPPr>
    <a:lvl1pPr marL="0" algn="l" defTabSz="2080529" rtl="0" eaLnBrk="1" latinLnBrk="0" hangingPunct="1">
      <a:defRPr sz="8195" kern="1200">
        <a:solidFill>
          <a:schemeClr val="tx1"/>
        </a:solidFill>
        <a:latin typeface="+mn-lt"/>
        <a:ea typeface="+mn-ea"/>
        <a:cs typeface="+mn-cs"/>
      </a:defRPr>
    </a:lvl1pPr>
    <a:lvl2pPr marL="2080529" algn="l" defTabSz="2080529" rtl="0" eaLnBrk="1" latinLnBrk="0" hangingPunct="1">
      <a:defRPr sz="8195" kern="1200">
        <a:solidFill>
          <a:schemeClr val="tx1"/>
        </a:solidFill>
        <a:latin typeface="+mn-lt"/>
        <a:ea typeface="+mn-ea"/>
        <a:cs typeface="+mn-cs"/>
      </a:defRPr>
    </a:lvl2pPr>
    <a:lvl3pPr marL="4161049" algn="l" defTabSz="2080529" rtl="0" eaLnBrk="1" latinLnBrk="0" hangingPunct="1">
      <a:defRPr sz="8195" kern="1200">
        <a:solidFill>
          <a:schemeClr val="tx1"/>
        </a:solidFill>
        <a:latin typeface="+mn-lt"/>
        <a:ea typeface="+mn-ea"/>
        <a:cs typeface="+mn-cs"/>
      </a:defRPr>
    </a:lvl3pPr>
    <a:lvl4pPr marL="6241578" algn="l" defTabSz="2080529" rtl="0" eaLnBrk="1" latinLnBrk="0" hangingPunct="1">
      <a:defRPr sz="8195" kern="1200">
        <a:solidFill>
          <a:schemeClr val="tx1"/>
        </a:solidFill>
        <a:latin typeface="+mn-lt"/>
        <a:ea typeface="+mn-ea"/>
        <a:cs typeface="+mn-cs"/>
      </a:defRPr>
    </a:lvl4pPr>
    <a:lvl5pPr marL="8322103" algn="l" defTabSz="2080529" rtl="0" eaLnBrk="1" latinLnBrk="0" hangingPunct="1">
      <a:defRPr sz="8195" kern="1200">
        <a:solidFill>
          <a:schemeClr val="tx1"/>
        </a:solidFill>
        <a:latin typeface="+mn-lt"/>
        <a:ea typeface="+mn-ea"/>
        <a:cs typeface="+mn-cs"/>
      </a:defRPr>
    </a:lvl5pPr>
    <a:lvl6pPr marL="10402632" algn="l" defTabSz="2080529" rtl="0" eaLnBrk="1" latinLnBrk="0" hangingPunct="1">
      <a:defRPr sz="8195" kern="1200">
        <a:solidFill>
          <a:schemeClr val="tx1"/>
        </a:solidFill>
        <a:latin typeface="+mn-lt"/>
        <a:ea typeface="+mn-ea"/>
        <a:cs typeface="+mn-cs"/>
      </a:defRPr>
    </a:lvl6pPr>
    <a:lvl7pPr marL="12483161" algn="l" defTabSz="2080529" rtl="0" eaLnBrk="1" latinLnBrk="0" hangingPunct="1">
      <a:defRPr sz="8195" kern="1200">
        <a:solidFill>
          <a:schemeClr val="tx1"/>
        </a:solidFill>
        <a:latin typeface="+mn-lt"/>
        <a:ea typeface="+mn-ea"/>
        <a:cs typeface="+mn-cs"/>
      </a:defRPr>
    </a:lvl7pPr>
    <a:lvl8pPr marL="14563685" algn="l" defTabSz="2080529" rtl="0" eaLnBrk="1" latinLnBrk="0" hangingPunct="1">
      <a:defRPr sz="8195" kern="1200">
        <a:solidFill>
          <a:schemeClr val="tx1"/>
        </a:solidFill>
        <a:latin typeface="+mn-lt"/>
        <a:ea typeface="+mn-ea"/>
        <a:cs typeface="+mn-cs"/>
      </a:defRPr>
    </a:lvl8pPr>
    <a:lvl9pPr marL="16644210" algn="l" defTabSz="2080529" rtl="0" eaLnBrk="1" latinLnBrk="0" hangingPunct="1">
      <a:defRPr sz="819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54" userDrawn="1">
          <p15:clr>
            <a:srgbClr val="A4A3A4"/>
          </p15:clr>
        </p15:guide>
        <p15:guide id="2" pos="145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9999"/>
    <a:srgbClr val="66FF66"/>
    <a:srgbClr val="3399FF"/>
    <a:srgbClr val="009900"/>
    <a:srgbClr val="FFFFCC"/>
    <a:srgbClr val="CCFF99"/>
    <a:srgbClr val="99FF99"/>
    <a:srgbClr val="CC99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D9B869-BB2C-4014-8742-76A2F817DC75}" v="1068" dt="2025-08-11T12:57:46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47" autoAdjust="0"/>
    <p:restoredTop sz="94660"/>
  </p:normalViewPr>
  <p:slideViewPr>
    <p:cSldViewPr>
      <p:cViewPr>
        <p:scale>
          <a:sx n="33" d="100"/>
          <a:sy n="33" d="100"/>
        </p:scale>
        <p:origin x="2678" y="1723"/>
      </p:cViewPr>
      <p:guideLst>
        <p:guide orient="horz" pos="4354"/>
        <p:guide pos="1451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36" d="100"/>
          <a:sy n="136" d="100"/>
        </p:scale>
        <p:origin x="96" y="475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ungkyun park" userId="f1574e86df6b37cf" providerId="LiveId" clId="{A9D9B869-BB2C-4014-8742-76A2F817DC75}"/>
    <pc:docChg chg="undo redo custSel addSld modSld modMainMaster">
      <pc:chgData name="seungkyun park" userId="f1574e86df6b37cf" providerId="LiveId" clId="{A9D9B869-BB2C-4014-8742-76A2F817DC75}" dt="2025-08-11T12:57:46.966" v="14802" actId="164"/>
      <pc:docMkLst>
        <pc:docMk/>
      </pc:docMkLst>
      <pc:sldChg chg="mod modShow">
        <pc:chgData name="seungkyun park" userId="f1574e86df6b37cf" providerId="LiveId" clId="{A9D9B869-BB2C-4014-8742-76A2F817DC75}" dt="2025-08-05T13:33:35.752" v="7852" actId="729"/>
        <pc:sldMkLst>
          <pc:docMk/>
          <pc:sldMk cId="837102360" sldId="256"/>
        </pc:sldMkLst>
      </pc:sldChg>
      <pc:sldChg chg="mod modShow">
        <pc:chgData name="seungkyun park" userId="f1574e86df6b37cf" providerId="LiveId" clId="{A9D9B869-BB2C-4014-8742-76A2F817DC75}" dt="2025-08-05T13:33:35.752" v="7852" actId="729"/>
        <pc:sldMkLst>
          <pc:docMk/>
          <pc:sldMk cId="68514707" sldId="280"/>
        </pc:sldMkLst>
      </pc:sldChg>
      <pc:sldChg chg="mod modShow">
        <pc:chgData name="seungkyun park" userId="f1574e86df6b37cf" providerId="LiveId" clId="{A9D9B869-BB2C-4014-8742-76A2F817DC75}" dt="2025-08-05T13:33:35.752" v="7852" actId="729"/>
        <pc:sldMkLst>
          <pc:docMk/>
          <pc:sldMk cId="3377727067" sldId="281"/>
        </pc:sldMkLst>
      </pc:sldChg>
      <pc:sldChg chg="addSp delSp modSp add mod setBg modShow">
        <pc:chgData name="seungkyun park" userId="f1574e86df6b37cf" providerId="LiveId" clId="{A9D9B869-BB2C-4014-8742-76A2F817DC75}" dt="2025-08-11T11:23:23.572" v="13396" actId="164"/>
        <pc:sldMkLst>
          <pc:docMk/>
          <pc:sldMk cId="2062567323" sldId="284"/>
        </pc:sldMkLst>
        <pc:spChg chg="mod">
          <ac:chgData name="seungkyun park" userId="f1574e86df6b37cf" providerId="LiveId" clId="{A9D9B869-BB2C-4014-8742-76A2F817DC75}" dt="2025-08-04T10:16:04.522" v="3" actId="165"/>
          <ac:spMkLst>
            <pc:docMk/>
            <pc:sldMk cId="2062567323" sldId="284"/>
            <ac:spMk id="3" creationId="{632B61F2-9D93-3D22-87E7-32103F43FCC0}"/>
          </ac:spMkLst>
        </pc:spChg>
        <pc:spChg chg="mod topLvl">
          <ac:chgData name="seungkyun park" userId="f1574e86df6b37cf" providerId="LiveId" clId="{A9D9B869-BB2C-4014-8742-76A2F817DC75}" dt="2025-08-04T10:16:04.522" v="3" actId="165"/>
          <ac:spMkLst>
            <pc:docMk/>
            <pc:sldMk cId="2062567323" sldId="284"/>
            <ac:spMk id="104" creationId="{8BEC05AA-77DA-DC8E-1796-2A9E732BD5F7}"/>
          </ac:spMkLst>
        </pc:spChg>
        <pc:spChg chg="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129" creationId="{C3C48367-3E27-3113-55BA-0AC94727ED2F}"/>
          </ac:spMkLst>
        </pc:spChg>
        <pc:spChg chg="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134" creationId="{B0A915B4-2D3D-8634-5C05-C0EF6A5EE4EA}"/>
          </ac:spMkLst>
        </pc:spChg>
        <pc:spChg chg="add del">
          <ac:chgData name="seungkyun park" userId="f1574e86df6b37cf" providerId="LiveId" clId="{A9D9B869-BB2C-4014-8742-76A2F817DC75}" dt="2025-08-04T10:16:14.283" v="5" actId="478"/>
          <ac:spMkLst>
            <pc:docMk/>
            <pc:sldMk cId="2062567323" sldId="284"/>
            <ac:spMk id="147" creationId="{CA61BF82-6ADA-5FA1-C2ED-15E30E397D6B}"/>
          </ac:spMkLst>
        </pc:spChg>
        <pc:spChg chg="add del">
          <ac:chgData name="seungkyun park" userId="f1574e86df6b37cf" providerId="LiveId" clId="{A9D9B869-BB2C-4014-8742-76A2F817DC75}" dt="2025-08-04T10:16:14.283" v="5" actId="478"/>
          <ac:spMkLst>
            <pc:docMk/>
            <pc:sldMk cId="2062567323" sldId="284"/>
            <ac:spMk id="163" creationId="{CB1D60EF-C99B-7184-28E4-728FCEA29473}"/>
          </ac:spMkLst>
        </pc:spChg>
        <pc:spChg chg="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168" creationId="{2C8101F6-5B07-B62F-36DB-B5C9FD33E4C0}"/>
          </ac:spMkLst>
        </pc:spChg>
        <pc:spChg chg="add del">
          <ac:chgData name="seungkyun park" userId="f1574e86df6b37cf" providerId="LiveId" clId="{A9D9B869-BB2C-4014-8742-76A2F817DC75}" dt="2025-08-04T10:16:14.283" v="5" actId="478"/>
          <ac:spMkLst>
            <pc:docMk/>
            <pc:sldMk cId="2062567323" sldId="284"/>
            <ac:spMk id="207" creationId="{FA54F0FE-A4D6-F958-C3CC-6E56179FC042}"/>
          </ac:spMkLst>
        </pc:spChg>
        <pc:spChg chg="mod">
          <ac:chgData name="seungkyun park" userId="f1574e86df6b37cf" providerId="LiveId" clId="{A9D9B869-BB2C-4014-8742-76A2F817DC75}" dt="2025-08-04T10:16:04.522" v="3" actId="165"/>
          <ac:spMkLst>
            <pc:docMk/>
            <pc:sldMk cId="2062567323" sldId="284"/>
            <ac:spMk id="259" creationId="{603ACCCF-60CE-117D-0D1E-0BC8D4CA0545}"/>
          </ac:spMkLst>
        </pc:spChg>
        <pc:spChg chg="add del 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266" creationId="{9D8F49EB-0C85-8D60-3DE6-B3F09ED627DF}"/>
          </ac:spMkLst>
        </pc:spChg>
        <pc:spChg chg="mod">
          <ac:chgData name="seungkyun park" userId="f1574e86df6b37cf" providerId="LiveId" clId="{A9D9B869-BB2C-4014-8742-76A2F817DC75}" dt="2025-08-04T10:16:04.522" v="3" actId="165"/>
          <ac:spMkLst>
            <pc:docMk/>
            <pc:sldMk cId="2062567323" sldId="284"/>
            <ac:spMk id="275" creationId="{45B99973-7AD7-B12A-D1D5-E63C37F3459D}"/>
          </ac:spMkLst>
        </pc:spChg>
        <pc:spChg chg="add del">
          <ac:chgData name="seungkyun park" userId="f1574e86df6b37cf" providerId="LiveId" clId="{A9D9B869-BB2C-4014-8742-76A2F817DC75}" dt="2025-08-04T10:16:14.283" v="5" actId="478"/>
          <ac:spMkLst>
            <pc:docMk/>
            <pc:sldMk cId="2062567323" sldId="284"/>
            <ac:spMk id="298" creationId="{2DEBD839-0F37-0B04-4EFE-98D5FEB49EDC}"/>
          </ac:spMkLst>
        </pc:spChg>
        <pc:spChg chg="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301" creationId="{585917EF-C199-CF5F-76A4-38A6417A61F6}"/>
          </ac:spMkLst>
        </pc:spChg>
        <pc:spChg chg="add del 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303" creationId="{9C359EB4-AD6C-1518-CF35-D3B2382E0892}"/>
          </ac:spMkLst>
        </pc:spChg>
        <pc:spChg chg="mod">
          <ac:chgData name="seungkyun park" userId="f1574e86df6b37cf" providerId="LiveId" clId="{A9D9B869-BB2C-4014-8742-76A2F817DC75}" dt="2025-08-04T10:16:04.522" v="3" actId="165"/>
          <ac:spMkLst>
            <pc:docMk/>
            <pc:sldMk cId="2062567323" sldId="284"/>
            <ac:spMk id="318" creationId="{CCAEDAEF-0FE1-3173-781E-D43412EAA9AF}"/>
          </ac:spMkLst>
        </pc:spChg>
        <pc:spChg chg="add del">
          <ac:chgData name="seungkyun park" userId="f1574e86df6b37cf" providerId="LiveId" clId="{A9D9B869-BB2C-4014-8742-76A2F817DC75}" dt="2025-08-04T10:16:14.283" v="5" actId="478"/>
          <ac:spMkLst>
            <pc:docMk/>
            <pc:sldMk cId="2062567323" sldId="284"/>
            <ac:spMk id="361" creationId="{74956D1B-E379-FD36-BEBE-15B399C0669F}"/>
          </ac:spMkLst>
        </pc:spChg>
        <pc:spChg chg="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372" creationId="{03A694EE-2EBE-982E-9485-2B3BE19C2CB6}"/>
          </ac:spMkLst>
        </pc:spChg>
        <pc:spChg chg="add del">
          <ac:chgData name="seungkyun park" userId="f1574e86df6b37cf" providerId="LiveId" clId="{A9D9B869-BB2C-4014-8742-76A2F817DC75}" dt="2025-08-04T10:16:14.283" v="5" actId="478"/>
          <ac:spMkLst>
            <pc:docMk/>
            <pc:sldMk cId="2062567323" sldId="284"/>
            <ac:spMk id="422" creationId="{EA556EBE-0E4E-D527-3693-42136C2738D6}"/>
          </ac:spMkLst>
        </pc:spChg>
        <pc:spChg chg="mod topLvl">
          <ac:chgData name="seungkyun park" userId="f1574e86df6b37cf" providerId="LiveId" clId="{A9D9B869-BB2C-4014-8742-76A2F817DC75}" dt="2025-08-04T10:16:04.522" v="3" actId="165"/>
          <ac:spMkLst>
            <pc:docMk/>
            <pc:sldMk cId="2062567323" sldId="284"/>
            <ac:spMk id="424" creationId="{1CD43AC8-D6E7-5B1A-68F4-2FA93F249615}"/>
          </ac:spMkLst>
        </pc:spChg>
        <pc:spChg chg="add del mod topLvl">
          <ac:chgData name="seungkyun park" userId="f1574e86df6b37cf" providerId="LiveId" clId="{A9D9B869-BB2C-4014-8742-76A2F817DC75}" dt="2025-08-04T10:16:14.283" v="5" actId="478"/>
          <ac:spMkLst>
            <pc:docMk/>
            <pc:sldMk cId="2062567323" sldId="284"/>
            <ac:spMk id="433" creationId="{CF86D268-8FA2-F579-1845-0AD747700D72}"/>
          </ac:spMkLst>
        </pc:spChg>
        <pc:spChg chg="mod topLvl">
          <ac:chgData name="seungkyun park" userId="f1574e86df6b37cf" providerId="LiveId" clId="{A9D9B869-BB2C-4014-8742-76A2F817DC75}" dt="2025-08-04T10:16:04.522" v="3" actId="165"/>
          <ac:spMkLst>
            <pc:docMk/>
            <pc:sldMk cId="2062567323" sldId="284"/>
            <ac:spMk id="435" creationId="{B35D42CD-884E-6F50-1DB6-F3302B72F550}"/>
          </ac:spMkLst>
        </pc:spChg>
        <pc:spChg chg="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436" creationId="{39A6F1D0-7AFE-0B70-F338-F5B149476633}"/>
          </ac:spMkLst>
        </pc:spChg>
        <pc:spChg chg="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450" creationId="{65FB31F6-7046-5767-2B8F-9249ED796719}"/>
          </ac:spMkLst>
        </pc:spChg>
        <pc:spChg chg="mod topLvl">
          <ac:chgData name="seungkyun park" userId="f1574e86df6b37cf" providerId="LiveId" clId="{A9D9B869-BB2C-4014-8742-76A2F817DC75}" dt="2025-08-04T10:16:04.522" v="3" actId="165"/>
          <ac:spMkLst>
            <pc:docMk/>
            <pc:sldMk cId="2062567323" sldId="284"/>
            <ac:spMk id="451" creationId="{DF1B80DB-169C-669B-BD99-C0E7A9110B83}"/>
          </ac:spMkLst>
        </pc:spChg>
        <pc:spChg chg="add del mod topLvl">
          <ac:chgData name="seungkyun park" userId="f1574e86df6b37cf" providerId="LiveId" clId="{A9D9B869-BB2C-4014-8742-76A2F817DC75}" dt="2025-08-04T10:16:14.283" v="5" actId="478"/>
          <ac:spMkLst>
            <pc:docMk/>
            <pc:sldMk cId="2062567323" sldId="284"/>
            <ac:spMk id="465" creationId="{A54A7A8C-3AC2-4F89-BD9F-AA12310A8C6C}"/>
          </ac:spMkLst>
        </pc:spChg>
        <pc:spChg chg="mod">
          <ac:chgData name="seungkyun park" userId="f1574e86df6b37cf" providerId="LiveId" clId="{A9D9B869-BB2C-4014-8742-76A2F817DC75}" dt="2025-08-11T11:23:23.572" v="13396" actId="164"/>
          <ac:spMkLst>
            <pc:docMk/>
            <pc:sldMk cId="2062567323" sldId="284"/>
            <ac:spMk id="483" creationId="{66B16F8F-61B3-D785-CE99-624CF4509726}"/>
          </ac:spMkLst>
        </pc:spChg>
      </pc:sldChg>
      <pc:sldChg chg="addSp delSp modSp add mod">
        <pc:chgData name="seungkyun park" userId="f1574e86df6b37cf" providerId="LiveId" clId="{A9D9B869-BB2C-4014-8742-76A2F817DC75}" dt="2025-08-11T12:11:34.417" v="14380" actId="164"/>
        <pc:sldMkLst>
          <pc:docMk/>
          <pc:sldMk cId="4006008676" sldId="285"/>
        </pc:sldMkLst>
        <pc:spChg chg="add mod">
          <ac:chgData name="seungkyun park" userId="f1574e86df6b37cf" providerId="LiveId" clId="{A9D9B869-BB2C-4014-8742-76A2F817DC75}" dt="2025-08-05T15:22:10.406" v="10418" actId="14100"/>
          <ac:spMkLst>
            <pc:docMk/>
            <pc:sldMk cId="4006008676" sldId="285"/>
            <ac:spMk id="2" creationId="{9D9F5244-FFCE-A355-0CFC-77B9321D033C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3" creationId="{16AB06E9-D427-2F93-7A22-964A5D65617A}"/>
          </ac:spMkLst>
        </pc:spChg>
        <pc:spChg chg="add mod">
          <ac:chgData name="seungkyun park" userId="f1574e86df6b37cf" providerId="LiveId" clId="{A9D9B869-BB2C-4014-8742-76A2F817DC75}" dt="2025-08-05T14:26:18.524" v="8593" actId="14100"/>
          <ac:spMkLst>
            <pc:docMk/>
            <pc:sldMk cId="4006008676" sldId="285"/>
            <ac:spMk id="4" creationId="{FEB84D7A-4EF7-1484-CE31-890570AF400E}"/>
          </ac:spMkLst>
        </pc:spChg>
        <pc:spChg chg="mod">
          <ac:chgData name="seungkyun park" userId="f1574e86df6b37cf" providerId="LiveId" clId="{A9D9B869-BB2C-4014-8742-76A2F817DC75}" dt="2025-08-05T14:45:32.611" v="9046" actId="20577"/>
          <ac:spMkLst>
            <pc:docMk/>
            <pc:sldMk cId="4006008676" sldId="285"/>
            <ac:spMk id="5" creationId="{303F2684-0626-1B74-1A85-BFB73C851F97}"/>
          </ac:spMkLst>
        </pc:spChg>
        <pc:spChg chg="add mod topLvl">
          <ac:chgData name="seungkyun park" userId="f1574e86df6b37cf" providerId="LiveId" clId="{A9D9B869-BB2C-4014-8742-76A2F817DC75}" dt="2025-08-05T13:32:32.212" v="7804"/>
          <ac:spMkLst>
            <pc:docMk/>
            <pc:sldMk cId="4006008676" sldId="285"/>
            <ac:spMk id="6" creationId="{DE15C30B-4100-AE47-9E9F-AF532E068BF2}"/>
          </ac:spMkLst>
        </pc:spChg>
        <pc:spChg chg="mod">
          <ac:chgData name="seungkyun park" userId="f1574e86df6b37cf" providerId="LiveId" clId="{A9D9B869-BB2C-4014-8742-76A2F817DC75}" dt="2025-08-05T13:14:54.089" v="7714" actId="12788"/>
          <ac:spMkLst>
            <pc:docMk/>
            <pc:sldMk cId="4006008676" sldId="285"/>
            <ac:spMk id="8" creationId="{C3B45D8A-6027-BECA-D3CD-C7E99BD2C9D0}"/>
          </ac:spMkLst>
        </pc:spChg>
        <pc:spChg chg="mod">
          <ac:chgData name="seungkyun park" userId="f1574e86df6b37cf" providerId="LiveId" clId="{A9D9B869-BB2C-4014-8742-76A2F817DC75}" dt="2025-08-05T14:39:59.302" v="8912"/>
          <ac:spMkLst>
            <pc:docMk/>
            <pc:sldMk cId="4006008676" sldId="285"/>
            <ac:spMk id="9" creationId="{4BF37114-CC00-1B08-5EF7-CDF96E54FEC8}"/>
          </ac:spMkLst>
        </pc:spChg>
        <pc:spChg chg="add mod topLvl">
          <ac:chgData name="seungkyun park" userId="f1574e86df6b37cf" providerId="LiveId" clId="{A9D9B869-BB2C-4014-8742-76A2F817DC75}" dt="2025-08-05T13:13:37.211" v="7658" actId="6549"/>
          <ac:spMkLst>
            <pc:docMk/>
            <pc:sldMk cId="4006008676" sldId="285"/>
            <ac:spMk id="10" creationId="{500A5810-53ED-A7B0-3660-32122EB1337E}"/>
          </ac:spMkLst>
        </pc:spChg>
        <pc:spChg chg="mod">
          <ac:chgData name="seungkyun park" userId="f1574e86df6b37cf" providerId="LiveId" clId="{A9D9B869-BB2C-4014-8742-76A2F817DC75}" dt="2025-08-05T13:13:39.971" v="7659" actId="6549"/>
          <ac:spMkLst>
            <pc:docMk/>
            <pc:sldMk cId="4006008676" sldId="285"/>
            <ac:spMk id="11" creationId="{7B83870E-1E5D-2865-6937-6A1E31CD48AC}"/>
          </ac:spMkLst>
        </pc:spChg>
        <pc:spChg chg="mod">
          <ac:chgData name="seungkyun park" userId="f1574e86df6b37cf" providerId="LiveId" clId="{A9D9B869-BB2C-4014-8742-76A2F817DC75}" dt="2025-08-05T13:14:54.089" v="7714" actId="12788"/>
          <ac:spMkLst>
            <pc:docMk/>
            <pc:sldMk cId="4006008676" sldId="285"/>
            <ac:spMk id="12" creationId="{73414F62-C6C7-313F-C72B-B703B39A1A28}"/>
          </ac:spMkLst>
        </pc:spChg>
        <pc:spChg chg="add mod topLvl">
          <ac:chgData name="seungkyun park" userId="f1574e86df6b37cf" providerId="LiveId" clId="{A9D9B869-BB2C-4014-8742-76A2F817DC75}" dt="2025-08-05T13:14:54.089" v="7714" actId="12788"/>
          <ac:spMkLst>
            <pc:docMk/>
            <pc:sldMk cId="4006008676" sldId="285"/>
            <ac:spMk id="13" creationId="{904C88CC-1E70-7942-543B-74A0A670EAF2}"/>
          </ac:spMkLst>
        </pc:spChg>
        <pc:spChg chg="mod">
          <ac:chgData name="seungkyun park" userId="f1574e86df6b37cf" providerId="LiveId" clId="{A9D9B869-BB2C-4014-8742-76A2F817DC75}" dt="2025-08-05T13:14:54.089" v="7714" actId="12788"/>
          <ac:spMkLst>
            <pc:docMk/>
            <pc:sldMk cId="4006008676" sldId="285"/>
            <ac:spMk id="14" creationId="{D351BA71-B2A9-390F-06B2-3F28AADD0C14}"/>
          </ac:spMkLst>
        </pc:spChg>
        <pc:spChg chg="add mod topLvl">
          <ac:chgData name="seungkyun park" userId="f1574e86df6b37cf" providerId="LiveId" clId="{A9D9B869-BB2C-4014-8742-76A2F817DC75}" dt="2025-08-05T13:14:54.089" v="7714" actId="12788"/>
          <ac:spMkLst>
            <pc:docMk/>
            <pc:sldMk cId="4006008676" sldId="285"/>
            <ac:spMk id="15" creationId="{1AF502BF-4AF8-A773-0C76-8D9693C5283F}"/>
          </ac:spMkLst>
        </pc:spChg>
        <pc:spChg chg="mod">
          <ac:chgData name="seungkyun park" userId="f1574e86df6b37cf" providerId="LiveId" clId="{A9D9B869-BB2C-4014-8742-76A2F817DC75}" dt="2025-08-05T13:14:54.089" v="7714" actId="12788"/>
          <ac:spMkLst>
            <pc:docMk/>
            <pc:sldMk cId="4006008676" sldId="285"/>
            <ac:spMk id="16" creationId="{8838CC96-127B-7493-6B27-2E638CBBA41D}"/>
          </ac:spMkLst>
        </pc:spChg>
        <pc:spChg chg="mod">
          <ac:chgData name="seungkyun park" userId="f1574e86df6b37cf" providerId="LiveId" clId="{A9D9B869-BB2C-4014-8742-76A2F817DC75}" dt="2025-08-05T13:14:54.089" v="7714" actId="12788"/>
          <ac:spMkLst>
            <pc:docMk/>
            <pc:sldMk cId="4006008676" sldId="285"/>
            <ac:spMk id="17" creationId="{25A41E5F-FFDE-6631-8FDF-3DCBD544CB8A}"/>
          </ac:spMkLst>
        </pc:spChg>
        <pc:spChg chg="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18" creationId="{1CD90EBD-C819-07DD-2037-F6E69C266806}"/>
          </ac:spMkLst>
        </pc:spChg>
        <pc:spChg chg="mod">
          <ac:chgData name="seungkyun park" userId="f1574e86df6b37cf" providerId="LiveId" clId="{A9D9B869-BB2C-4014-8742-76A2F817DC75}" dt="2025-08-05T13:14:54.089" v="7714" actId="12788"/>
          <ac:spMkLst>
            <pc:docMk/>
            <pc:sldMk cId="4006008676" sldId="285"/>
            <ac:spMk id="19" creationId="{3B082CDB-307D-56A4-9C17-F7C5BB575BD0}"/>
          </ac:spMkLst>
        </pc:spChg>
        <pc:spChg chg="mod">
          <ac:chgData name="seungkyun park" userId="f1574e86df6b37cf" providerId="LiveId" clId="{A9D9B869-BB2C-4014-8742-76A2F817DC75}" dt="2025-08-05T13:14:00.709" v="7675" actId="5793"/>
          <ac:spMkLst>
            <pc:docMk/>
            <pc:sldMk cId="4006008676" sldId="285"/>
            <ac:spMk id="20" creationId="{4DA62DD7-9BAE-675C-4D05-CB5AFF8E5043}"/>
          </ac:spMkLst>
        </pc:spChg>
        <pc:spChg chg="mod">
          <ac:chgData name="seungkyun park" userId="f1574e86df6b37cf" providerId="LiveId" clId="{A9D9B869-BB2C-4014-8742-76A2F817DC75}" dt="2025-08-05T13:14:54.089" v="7714" actId="12788"/>
          <ac:spMkLst>
            <pc:docMk/>
            <pc:sldMk cId="4006008676" sldId="285"/>
            <ac:spMk id="21" creationId="{C90A930A-65C1-3948-F20A-4C3755ED3FCB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38" creationId="{135CDEE5-0B92-8357-CD80-D84FEB1EDDF5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54" creationId="{ADEF8783-0B40-F8CE-8131-23039CED7AF9}"/>
          </ac:spMkLst>
        </pc:spChg>
        <pc:spChg chg="add mod">
          <ac:chgData name="seungkyun park" userId="f1574e86df6b37cf" providerId="LiveId" clId="{A9D9B869-BB2C-4014-8742-76A2F817DC75}" dt="2025-08-05T14:53:14.041" v="9264" actId="20577"/>
          <ac:spMkLst>
            <pc:docMk/>
            <pc:sldMk cId="4006008676" sldId="285"/>
            <ac:spMk id="67" creationId="{362314A1-6C68-A991-CD8C-235D73D9C8CA}"/>
          </ac:spMkLst>
        </pc:spChg>
        <pc:spChg chg="add mod">
          <ac:chgData name="seungkyun park" userId="f1574e86df6b37cf" providerId="LiveId" clId="{A9D9B869-BB2C-4014-8742-76A2F817DC75}" dt="2025-08-05T14:49:57.340" v="9097" actId="1038"/>
          <ac:spMkLst>
            <pc:docMk/>
            <pc:sldMk cId="4006008676" sldId="285"/>
            <ac:spMk id="68" creationId="{4C33D29E-5516-1298-DA6E-B3006B7B12D3}"/>
          </ac:spMkLst>
        </pc:spChg>
        <pc:spChg chg="add mod">
          <ac:chgData name="seungkyun park" userId="f1574e86df6b37cf" providerId="LiveId" clId="{A9D9B869-BB2C-4014-8742-76A2F817DC75}" dt="2025-08-05T14:49:57.340" v="9097" actId="1038"/>
          <ac:spMkLst>
            <pc:docMk/>
            <pc:sldMk cId="4006008676" sldId="285"/>
            <ac:spMk id="70" creationId="{EB7355DC-EA0F-AD29-BCA5-79B1B008381F}"/>
          </ac:spMkLst>
        </pc:spChg>
        <pc:spChg chg="add mod">
          <ac:chgData name="seungkyun park" userId="f1574e86df6b37cf" providerId="LiveId" clId="{A9D9B869-BB2C-4014-8742-76A2F817DC75}" dt="2025-08-05T16:37:42.965" v="12103" actId="5793"/>
          <ac:spMkLst>
            <pc:docMk/>
            <pc:sldMk cId="4006008676" sldId="285"/>
            <ac:spMk id="71" creationId="{7BE21DE6-8441-F6E4-E137-C2655C6FAA70}"/>
          </ac:spMkLst>
        </pc:spChg>
        <pc:spChg chg="add 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72" creationId="{56F3E902-4DCD-8782-62DA-F0CB68C76CA5}"/>
          </ac:spMkLst>
        </pc:spChg>
        <pc:spChg chg="add mod">
          <ac:chgData name="seungkyun park" userId="f1574e86df6b37cf" providerId="LiveId" clId="{A9D9B869-BB2C-4014-8742-76A2F817DC75}" dt="2025-08-05T14:49:57.340" v="9097" actId="1038"/>
          <ac:spMkLst>
            <pc:docMk/>
            <pc:sldMk cId="4006008676" sldId="285"/>
            <ac:spMk id="73" creationId="{E96EDE9C-7A20-6410-FD2D-62C4C217A979}"/>
          </ac:spMkLst>
        </pc:spChg>
        <pc:spChg chg="add mod">
          <ac:chgData name="seungkyun park" userId="f1574e86df6b37cf" providerId="LiveId" clId="{A9D9B869-BB2C-4014-8742-76A2F817DC75}" dt="2025-08-05T14:49:57.340" v="9097" actId="1038"/>
          <ac:spMkLst>
            <pc:docMk/>
            <pc:sldMk cId="4006008676" sldId="285"/>
            <ac:spMk id="74" creationId="{94649D95-E4A5-CAB6-4D21-D8E7E81B95EE}"/>
          </ac:spMkLst>
        </pc:spChg>
        <pc:spChg chg="add mod">
          <ac:chgData name="seungkyun park" userId="f1574e86df6b37cf" providerId="LiveId" clId="{A9D9B869-BB2C-4014-8742-76A2F817DC75}" dt="2025-08-05T15:15:35.973" v="10289" actId="1036"/>
          <ac:spMkLst>
            <pc:docMk/>
            <pc:sldMk cId="4006008676" sldId="285"/>
            <ac:spMk id="75" creationId="{D2D563C4-7144-B55A-F9D0-0C21EC35705A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77" creationId="{60B61889-3859-907A-0E39-C7E996CECD2E}"/>
          </ac:spMkLst>
        </pc:spChg>
        <pc:spChg chg="add mod">
          <ac:chgData name="seungkyun park" userId="f1574e86df6b37cf" providerId="LiveId" clId="{A9D9B869-BB2C-4014-8742-76A2F817DC75}" dt="2025-08-05T15:17:39.433" v="10311" actId="14100"/>
          <ac:spMkLst>
            <pc:docMk/>
            <pc:sldMk cId="4006008676" sldId="285"/>
            <ac:spMk id="79" creationId="{95BCCA9C-586E-6C57-8B7B-63EB813F5F79}"/>
          </ac:spMkLst>
        </pc:spChg>
        <pc:spChg chg="add mod">
          <ac:chgData name="seungkyun park" userId="f1574e86df6b37cf" providerId="LiveId" clId="{A9D9B869-BB2C-4014-8742-76A2F817DC75}" dt="2025-08-05T14:53:23.928" v="9268" actId="1035"/>
          <ac:spMkLst>
            <pc:docMk/>
            <pc:sldMk cId="4006008676" sldId="285"/>
            <ac:spMk id="80" creationId="{E24BC84E-4BAA-D035-6A80-081A5B2D6967}"/>
          </ac:spMkLst>
        </pc:spChg>
        <pc:spChg chg="add del mod">
          <ac:chgData name="seungkyun park" userId="f1574e86df6b37cf" providerId="LiveId" clId="{A9D9B869-BB2C-4014-8742-76A2F817DC75}" dt="2025-08-05T16:13:11.263" v="11149" actId="14100"/>
          <ac:spMkLst>
            <pc:docMk/>
            <pc:sldMk cId="4006008676" sldId="285"/>
            <ac:spMk id="82" creationId="{7BD9DE22-D725-0B8B-878A-69F1F35685B9}"/>
          </ac:spMkLst>
        </pc:spChg>
        <pc:spChg chg="add mod">
          <ac:chgData name="seungkyun park" userId="f1574e86df6b37cf" providerId="LiveId" clId="{A9D9B869-BB2C-4014-8742-76A2F817DC75}" dt="2025-08-05T15:17:31.504" v="10308" actId="1036"/>
          <ac:spMkLst>
            <pc:docMk/>
            <pc:sldMk cId="4006008676" sldId="285"/>
            <ac:spMk id="98" creationId="{482EDF2F-9CF8-B4CF-AB7C-DC22A45F613B}"/>
          </ac:spMkLst>
        </pc:spChg>
        <pc:spChg chg="add 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102" creationId="{CCB7CA0C-EC3C-A255-AB84-C65B5520D219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103" creationId="{B2CFCDA5-9DFC-9F51-3580-D54642F96F71}"/>
          </ac:spMkLst>
        </pc:spChg>
        <pc:spChg chg="mod">
          <ac:chgData name="seungkyun park" userId="f1574e86df6b37cf" providerId="LiveId" clId="{A9D9B869-BB2C-4014-8742-76A2F817DC75}" dt="2025-08-05T15:54:59.437" v="10814" actId="14100"/>
          <ac:spMkLst>
            <pc:docMk/>
            <pc:sldMk cId="4006008676" sldId="285"/>
            <ac:spMk id="111" creationId="{7AA0546A-5F18-EBDE-C91F-AE23E48E66F2}"/>
          </ac:spMkLst>
        </pc:spChg>
        <pc:spChg chg="add mod">
          <ac:chgData name="seungkyun park" userId="f1574e86df6b37cf" providerId="LiveId" clId="{A9D9B869-BB2C-4014-8742-76A2F817DC75}" dt="2025-08-05T16:40:47.224" v="12167" actId="1076"/>
          <ac:spMkLst>
            <pc:docMk/>
            <pc:sldMk cId="4006008676" sldId="285"/>
            <ac:spMk id="114" creationId="{90C7FEDE-10C4-042C-0742-8A75EC7F618F}"/>
          </ac:spMkLst>
        </pc:spChg>
        <pc:spChg chg="add mod">
          <ac:chgData name="seungkyun park" userId="f1574e86df6b37cf" providerId="LiveId" clId="{A9D9B869-BB2C-4014-8742-76A2F817DC75}" dt="2025-08-05T16:40:47.224" v="12167" actId="1076"/>
          <ac:spMkLst>
            <pc:docMk/>
            <pc:sldMk cId="4006008676" sldId="285"/>
            <ac:spMk id="115" creationId="{7A22B4E7-431C-E296-EDF6-EB8F4EC40EA1}"/>
          </ac:spMkLst>
        </pc:spChg>
        <pc:spChg chg="add mod">
          <ac:chgData name="seungkyun park" userId="f1574e86df6b37cf" providerId="LiveId" clId="{A9D9B869-BB2C-4014-8742-76A2F817DC75}" dt="2025-08-05T16:40:47.224" v="12167" actId="1076"/>
          <ac:spMkLst>
            <pc:docMk/>
            <pc:sldMk cId="4006008676" sldId="285"/>
            <ac:spMk id="122" creationId="{CBD5D7E6-5D31-56F2-CD0A-AF8AA95717D3}"/>
          </ac:spMkLst>
        </pc:spChg>
        <pc:spChg chg="add mod">
          <ac:chgData name="seungkyun park" userId="f1574e86df6b37cf" providerId="LiveId" clId="{A9D9B869-BB2C-4014-8742-76A2F817DC75}" dt="2025-08-05T16:40:47.224" v="12167" actId="1076"/>
          <ac:spMkLst>
            <pc:docMk/>
            <pc:sldMk cId="4006008676" sldId="285"/>
            <ac:spMk id="123" creationId="{536D8815-A16C-FFD9-C9D7-2FB0AA1E9640}"/>
          </ac:spMkLst>
        </pc:spChg>
        <pc:spChg chg="add mod">
          <ac:chgData name="seungkyun park" userId="f1574e86df6b37cf" providerId="LiveId" clId="{A9D9B869-BB2C-4014-8742-76A2F817DC75}" dt="2025-08-05T16:40:47.224" v="12167" actId="1076"/>
          <ac:spMkLst>
            <pc:docMk/>
            <pc:sldMk cId="4006008676" sldId="285"/>
            <ac:spMk id="124" creationId="{40A502F8-7A0F-9AB0-325B-911235D0A457}"/>
          </ac:spMkLst>
        </pc:spChg>
        <pc:spChg chg="add mod">
          <ac:chgData name="seungkyun park" userId="f1574e86df6b37cf" providerId="LiveId" clId="{A9D9B869-BB2C-4014-8742-76A2F817DC75}" dt="2025-08-05T16:40:47.224" v="12167" actId="1076"/>
          <ac:spMkLst>
            <pc:docMk/>
            <pc:sldMk cId="4006008676" sldId="285"/>
            <ac:spMk id="125" creationId="{8368C89E-E3DA-CF35-C874-997D57D4F80E}"/>
          </ac:spMkLst>
        </pc:spChg>
        <pc:spChg chg="add mod">
          <ac:chgData name="seungkyun park" userId="f1574e86df6b37cf" providerId="LiveId" clId="{A9D9B869-BB2C-4014-8742-76A2F817DC75}" dt="2025-08-05T16:40:47.224" v="12167" actId="1076"/>
          <ac:spMkLst>
            <pc:docMk/>
            <pc:sldMk cId="4006008676" sldId="285"/>
            <ac:spMk id="126" creationId="{57204A6B-7023-124F-53C8-A8711A448BBC}"/>
          </ac:spMkLst>
        </pc:spChg>
        <pc:spChg chg="add mod">
          <ac:chgData name="seungkyun park" userId="f1574e86df6b37cf" providerId="LiveId" clId="{A9D9B869-BB2C-4014-8742-76A2F817DC75}" dt="2025-08-05T16:40:47.224" v="12167" actId="1076"/>
          <ac:spMkLst>
            <pc:docMk/>
            <pc:sldMk cId="4006008676" sldId="285"/>
            <ac:spMk id="127" creationId="{EA4FCEC2-87C5-35C4-8F3F-2237C540B7DB}"/>
          </ac:spMkLst>
        </pc:spChg>
        <pc:spChg chg="mod">
          <ac:chgData name="seungkyun park" userId="f1574e86df6b37cf" providerId="LiveId" clId="{A9D9B869-BB2C-4014-8742-76A2F817DC75}" dt="2025-08-05T15:22:12.094" v="10419" actId="14100"/>
          <ac:spMkLst>
            <pc:docMk/>
            <pc:sldMk cId="4006008676" sldId="285"/>
            <ac:spMk id="284" creationId="{47D29F8C-D8E3-D640-3DB0-041A01E7B7F1}"/>
          </ac:spMkLst>
        </pc:spChg>
        <pc:spChg chg="add mod">
          <ac:chgData name="seungkyun park" userId="f1574e86df6b37cf" providerId="LiveId" clId="{A9D9B869-BB2C-4014-8742-76A2F817DC75}" dt="2025-08-05T16:08:56.757" v="11005" actId="20577"/>
          <ac:spMkLst>
            <pc:docMk/>
            <pc:sldMk cId="4006008676" sldId="285"/>
            <ac:spMk id="294" creationId="{2D887C5F-C394-49AD-3E0C-B092FA5F960F}"/>
          </ac:spMkLst>
        </pc:spChg>
        <pc:spChg chg="add mod">
          <ac:chgData name="seungkyun park" userId="f1574e86df6b37cf" providerId="LiveId" clId="{A9D9B869-BB2C-4014-8742-76A2F817DC75}" dt="2025-08-05T16:36:38.162" v="12041" actId="20577"/>
          <ac:spMkLst>
            <pc:docMk/>
            <pc:sldMk cId="4006008676" sldId="285"/>
            <ac:spMk id="295" creationId="{D341E52E-2336-E03C-B678-6595ECAD98F2}"/>
          </ac:spMkLst>
        </pc:spChg>
        <pc:spChg chg="add mod">
          <ac:chgData name="seungkyun park" userId="f1574e86df6b37cf" providerId="LiveId" clId="{A9D9B869-BB2C-4014-8742-76A2F817DC75}" dt="2025-08-05T16:39:26.897" v="12123" actId="20577"/>
          <ac:spMkLst>
            <pc:docMk/>
            <pc:sldMk cId="4006008676" sldId="285"/>
            <ac:spMk id="296" creationId="{2A4DCAF9-6504-2B06-0C49-71B2953B245E}"/>
          </ac:spMkLst>
        </pc:spChg>
        <pc:spChg chg="add mod">
          <ac:chgData name="seungkyun park" userId="f1574e86df6b37cf" providerId="LiveId" clId="{A9D9B869-BB2C-4014-8742-76A2F817DC75}" dt="2025-08-05T16:39:30.052" v="12127" actId="20577"/>
          <ac:spMkLst>
            <pc:docMk/>
            <pc:sldMk cId="4006008676" sldId="285"/>
            <ac:spMk id="297" creationId="{3FAF109B-B7F1-0B30-80DC-52B3A9D99197}"/>
          </ac:spMkLst>
        </pc:spChg>
        <pc:spChg chg="add mod">
          <ac:chgData name="seungkyun park" userId="f1574e86df6b37cf" providerId="LiveId" clId="{A9D9B869-BB2C-4014-8742-76A2F817DC75}" dt="2025-08-05T16:39:37.525" v="12135" actId="20577"/>
          <ac:spMkLst>
            <pc:docMk/>
            <pc:sldMk cId="4006008676" sldId="285"/>
            <ac:spMk id="298" creationId="{75D77993-68F6-80F2-4D47-1CA79396A5FA}"/>
          </ac:spMkLst>
        </pc:spChg>
        <pc:spChg chg="add mod">
          <ac:chgData name="seungkyun park" userId="f1574e86df6b37cf" providerId="LiveId" clId="{A9D9B869-BB2C-4014-8742-76A2F817DC75}" dt="2025-08-05T16:39:45.145" v="12145" actId="20577"/>
          <ac:spMkLst>
            <pc:docMk/>
            <pc:sldMk cId="4006008676" sldId="285"/>
            <ac:spMk id="299" creationId="{1A14B284-D66C-4EDE-4771-89DCB401D0DF}"/>
          </ac:spMkLst>
        </pc:spChg>
        <pc:spChg chg="add mod">
          <ac:chgData name="seungkyun park" userId="f1574e86df6b37cf" providerId="LiveId" clId="{A9D9B869-BB2C-4014-8742-76A2F817DC75}" dt="2025-08-05T16:39:40.790" v="12139" actId="20577"/>
          <ac:spMkLst>
            <pc:docMk/>
            <pc:sldMk cId="4006008676" sldId="285"/>
            <ac:spMk id="300" creationId="{E578B014-4BA5-6F4A-769E-305ED41C0A6A}"/>
          </ac:spMkLst>
        </pc:spChg>
        <pc:spChg chg="add mod">
          <ac:chgData name="seungkyun park" userId="f1574e86df6b37cf" providerId="LiveId" clId="{A9D9B869-BB2C-4014-8742-76A2F817DC75}" dt="2025-08-05T16:39:33.560" v="12133" actId="20577"/>
          <ac:spMkLst>
            <pc:docMk/>
            <pc:sldMk cId="4006008676" sldId="285"/>
            <ac:spMk id="301" creationId="{74C0B66D-762D-080E-35F2-E7071200B173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448" creationId="{5CB415CB-355B-F81C-6E87-71BEC6A5F0E8}"/>
          </ac:spMkLst>
        </pc:spChg>
        <pc:spChg chg="mod">
          <ac:chgData name="seungkyun park" userId="f1574e86df6b37cf" providerId="LiveId" clId="{A9D9B869-BB2C-4014-8742-76A2F817DC75}" dt="2025-08-05T14:18:31.092" v="8520" actId="1037"/>
          <ac:spMkLst>
            <pc:docMk/>
            <pc:sldMk cId="4006008676" sldId="285"/>
            <ac:spMk id="452" creationId="{A438CBF9-48D5-5B7B-552B-1B0A85F3D0EB}"/>
          </ac:spMkLst>
        </pc:spChg>
        <pc:spChg chg="add mod">
          <ac:chgData name="seungkyun park" userId="f1574e86df6b37cf" providerId="LiveId" clId="{A9D9B869-BB2C-4014-8742-76A2F817DC75}" dt="2025-08-05T14:32:54.259" v="8727"/>
          <ac:spMkLst>
            <pc:docMk/>
            <pc:sldMk cId="4006008676" sldId="285"/>
            <ac:spMk id="485" creationId="{1789B471-9E28-681E-A1BB-373D8AC1BCDC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488" creationId="{28A6B5E1-9C02-82B0-B929-2BEC88A04A23}"/>
          </ac:spMkLst>
        </pc:spChg>
        <pc:spChg chg="add mod">
          <ac:chgData name="seungkyun park" userId="f1574e86df6b37cf" providerId="LiveId" clId="{A9D9B869-BB2C-4014-8742-76A2F817DC75}" dt="2025-08-05T16:19:09.659" v="11612" actId="1076"/>
          <ac:spMkLst>
            <pc:docMk/>
            <pc:sldMk cId="4006008676" sldId="285"/>
            <ac:spMk id="508" creationId="{FE5C21AA-9893-18B1-7E44-60A1941C7830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509" creationId="{8E43E2FD-D220-AA6E-71F0-8558935A75D3}"/>
          </ac:spMkLst>
        </pc:spChg>
        <pc:spChg chg="add mod">
          <ac:chgData name="seungkyun park" userId="f1574e86df6b37cf" providerId="LiveId" clId="{A9D9B869-BB2C-4014-8742-76A2F817DC75}" dt="2025-08-05T14:31:09.191" v="8655" actId="403"/>
          <ac:spMkLst>
            <pc:docMk/>
            <pc:sldMk cId="4006008676" sldId="285"/>
            <ac:spMk id="510" creationId="{387C6031-1310-38B7-08E8-0ABCFBE87BB7}"/>
          </ac:spMkLst>
        </pc:spChg>
        <pc:spChg chg="add mod">
          <ac:chgData name="seungkyun park" userId="f1574e86df6b37cf" providerId="LiveId" clId="{A9D9B869-BB2C-4014-8742-76A2F817DC75}" dt="2025-08-05T16:38:46.588" v="12112" actId="207"/>
          <ac:spMkLst>
            <pc:docMk/>
            <pc:sldMk cId="4006008676" sldId="285"/>
            <ac:spMk id="513" creationId="{D8645A4E-EEFC-081D-A499-44569E91E833}"/>
          </ac:spMkLst>
        </pc:spChg>
        <pc:spChg chg="add mod">
          <ac:chgData name="seungkyun park" userId="f1574e86df6b37cf" providerId="LiveId" clId="{A9D9B869-BB2C-4014-8742-76A2F817DC75}" dt="2025-08-05T16:38:53.150" v="12113" actId="207"/>
          <ac:spMkLst>
            <pc:docMk/>
            <pc:sldMk cId="4006008676" sldId="285"/>
            <ac:spMk id="514" creationId="{EF69C276-6BAC-09FF-EC07-1FD2560845C6}"/>
          </ac:spMkLst>
        </pc:spChg>
        <pc:spChg chg="add mod">
          <ac:chgData name="seungkyun park" userId="f1574e86df6b37cf" providerId="LiveId" clId="{A9D9B869-BB2C-4014-8742-76A2F817DC75}" dt="2025-08-05T16:38:31.529" v="12110" actId="207"/>
          <ac:spMkLst>
            <pc:docMk/>
            <pc:sldMk cId="4006008676" sldId="285"/>
            <ac:spMk id="515" creationId="{7F028915-9C73-6FB3-41AF-DB7A366237D2}"/>
          </ac:spMkLst>
        </pc:spChg>
        <pc:spChg chg="add mod">
          <ac:chgData name="seungkyun park" userId="f1574e86df6b37cf" providerId="LiveId" clId="{A9D9B869-BB2C-4014-8742-76A2F817DC75}" dt="2025-08-05T16:38:38.357" v="12111" actId="207"/>
          <ac:spMkLst>
            <pc:docMk/>
            <pc:sldMk cId="4006008676" sldId="285"/>
            <ac:spMk id="516" creationId="{AEC35E40-7074-93C7-25A1-DEDD7FDA61E5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517" creationId="{C1F51963-A882-6960-F781-F96728600CFB}"/>
          </ac:spMkLst>
        </pc:spChg>
        <pc:spChg chg="add mod">
          <ac:chgData name="seungkyun park" userId="f1574e86df6b37cf" providerId="LiveId" clId="{A9D9B869-BB2C-4014-8742-76A2F817DC75}" dt="2025-08-04T15:36:56.740" v="4378" actId="1035"/>
          <ac:spMkLst>
            <pc:docMk/>
            <pc:sldMk cId="4006008676" sldId="285"/>
            <ac:spMk id="518" creationId="{219E30D6-8AD5-7897-97D4-2C64EEF47236}"/>
          </ac:spMkLst>
        </pc:spChg>
        <pc:spChg chg="add mod">
          <ac:chgData name="seungkyun park" userId="f1574e86df6b37cf" providerId="LiveId" clId="{A9D9B869-BB2C-4014-8742-76A2F817DC75}" dt="2025-08-04T15:50:20.192" v="4667" actId="1037"/>
          <ac:spMkLst>
            <pc:docMk/>
            <pc:sldMk cId="4006008676" sldId="285"/>
            <ac:spMk id="519" creationId="{A41E3BE0-2B62-764D-27D2-8942EE1B6315}"/>
          </ac:spMkLst>
        </pc:spChg>
        <pc:spChg chg="add del mod">
          <ac:chgData name="seungkyun park" userId="f1574e86df6b37cf" providerId="LiveId" clId="{A9D9B869-BB2C-4014-8742-76A2F817DC75}" dt="2025-08-05T17:07:36.765" v="13295" actId="14100"/>
          <ac:spMkLst>
            <pc:docMk/>
            <pc:sldMk cId="4006008676" sldId="285"/>
            <ac:spMk id="541" creationId="{1B207C74-98C6-73D8-8E5D-D42E61B69101}"/>
          </ac:spMkLst>
        </pc:spChg>
        <pc:spChg chg="add mod">
          <ac:chgData name="seungkyun park" userId="f1574e86df6b37cf" providerId="LiveId" clId="{A9D9B869-BB2C-4014-8742-76A2F817DC75}" dt="2025-08-05T10:55:11.578" v="7466" actId="1038"/>
          <ac:spMkLst>
            <pc:docMk/>
            <pc:sldMk cId="4006008676" sldId="285"/>
            <ac:spMk id="550" creationId="{3A942312-2A88-0FF9-2AD2-62BCB946FE39}"/>
          </ac:spMkLst>
        </pc:spChg>
        <pc:spChg chg="add mod">
          <ac:chgData name="seungkyun park" userId="f1574e86df6b37cf" providerId="LiveId" clId="{A9D9B869-BB2C-4014-8742-76A2F817DC75}" dt="2025-08-04T17:40:29.889" v="6401" actId="1035"/>
          <ac:spMkLst>
            <pc:docMk/>
            <pc:sldMk cId="4006008676" sldId="285"/>
            <ac:spMk id="551" creationId="{4867478A-BAF9-670C-D5AC-8D8D1FC0E746}"/>
          </ac:spMkLst>
        </pc:spChg>
        <pc:spChg chg="add mod">
          <ac:chgData name="seungkyun park" userId="f1574e86df6b37cf" providerId="LiveId" clId="{A9D9B869-BB2C-4014-8742-76A2F817DC75}" dt="2025-08-05T14:18:24.093" v="8505" actId="1037"/>
          <ac:spMkLst>
            <pc:docMk/>
            <pc:sldMk cId="4006008676" sldId="285"/>
            <ac:spMk id="552" creationId="{1D50A320-33F5-9C88-33BB-71ABF2CE35EA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553" creationId="{3129C882-799D-1F59-9A2A-B97EB3D7AF71}"/>
          </ac:spMkLst>
        </pc:spChg>
        <pc:spChg chg="add mod">
          <ac:chgData name="seungkyun park" userId="f1574e86df6b37cf" providerId="LiveId" clId="{A9D9B869-BB2C-4014-8742-76A2F817DC75}" dt="2025-08-04T15:50:20.192" v="4667" actId="1037"/>
          <ac:spMkLst>
            <pc:docMk/>
            <pc:sldMk cId="4006008676" sldId="285"/>
            <ac:spMk id="556" creationId="{F98F66FD-0936-CBED-032F-F2BF4BFC9C51}"/>
          </ac:spMkLst>
        </pc:spChg>
        <pc:spChg chg="add mod">
          <ac:chgData name="seungkyun park" userId="f1574e86df6b37cf" providerId="LiveId" clId="{A9D9B869-BB2C-4014-8742-76A2F817DC75}" dt="2025-08-04T15:08:42.159" v="3203" actId="1036"/>
          <ac:spMkLst>
            <pc:docMk/>
            <pc:sldMk cId="4006008676" sldId="285"/>
            <ac:spMk id="557" creationId="{AC1E716B-E26B-735E-4C72-7938C8BA10D9}"/>
          </ac:spMkLst>
        </pc:spChg>
        <pc:spChg chg="add mod">
          <ac:chgData name="seungkyun park" userId="f1574e86df6b37cf" providerId="LiveId" clId="{A9D9B869-BB2C-4014-8742-76A2F817DC75}" dt="2025-08-04T15:50:20.192" v="4667" actId="1037"/>
          <ac:spMkLst>
            <pc:docMk/>
            <pc:sldMk cId="4006008676" sldId="285"/>
            <ac:spMk id="560" creationId="{5599D866-9585-C509-6AF1-EACFD015114B}"/>
          </ac:spMkLst>
        </pc:spChg>
        <pc:spChg chg="add mod">
          <ac:chgData name="seungkyun park" userId="f1574e86df6b37cf" providerId="LiveId" clId="{A9D9B869-BB2C-4014-8742-76A2F817DC75}" dt="2025-08-04T15:50:20.192" v="4667" actId="1037"/>
          <ac:spMkLst>
            <pc:docMk/>
            <pc:sldMk cId="4006008676" sldId="285"/>
            <ac:spMk id="561" creationId="{01FF10E2-AEB2-5069-2E91-02F14981EDC4}"/>
          </ac:spMkLst>
        </pc:spChg>
        <pc:spChg chg="add mod">
          <ac:chgData name="seungkyun park" userId="f1574e86df6b37cf" providerId="LiveId" clId="{A9D9B869-BB2C-4014-8742-76A2F817DC75}" dt="2025-08-04T15:07:44.855" v="3121" actId="20577"/>
          <ac:spMkLst>
            <pc:docMk/>
            <pc:sldMk cId="4006008676" sldId="285"/>
            <ac:spMk id="564" creationId="{D2C6DA49-F102-36D7-03FA-567C007B3B48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566" creationId="{07C92EAC-835A-9AD4-62D8-F018F428497C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567" creationId="{35E56F64-9E7C-F6F0-5CC3-E118215B972E}"/>
          </ac:spMkLst>
        </pc:spChg>
        <pc:spChg chg="add mod">
          <ac:chgData name="seungkyun park" userId="f1574e86df6b37cf" providerId="LiveId" clId="{A9D9B869-BB2C-4014-8742-76A2F817DC75}" dt="2025-08-04T15:53:11.259" v="4722" actId="14100"/>
          <ac:spMkLst>
            <pc:docMk/>
            <pc:sldMk cId="4006008676" sldId="285"/>
            <ac:spMk id="581" creationId="{40B122AE-5C61-92E4-21F8-D2040387E89D}"/>
          </ac:spMkLst>
        </pc:spChg>
        <pc:spChg chg="add mod">
          <ac:chgData name="seungkyun park" userId="f1574e86df6b37cf" providerId="LiveId" clId="{A9D9B869-BB2C-4014-8742-76A2F817DC75}" dt="2025-08-05T10:55:11.578" v="7466" actId="1038"/>
          <ac:spMkLst>
            <pc:docMk/>
            <pc:sldMk cId="4006008676" sldId="285"/>
            <ac:spMk id="582" creationId="{1BA92AB0-33C2-3CF2-50A7-EB958279FFB9}"/>
          </ac:spMkLst>
        </pc:spChg>
        <pc:spChg chg="add mod">
          <ac:chgData name="seungkyun park" userId="f1574e86df6b37cf" providerId="LiveId" clId="{A9D9B869-BB2C-4014-8742-76A2F817DC75}" dt="2025-08-05T10:55:11.578" v="7466" actId="1038"/>
          <ac:spMkLst>
            <pc:docMk/>
            <pc:sldMk cId="4006008676" sldId="285"/>
            <ac:spMk id="583" creationId="{437900BB-5A0A-F44D-EEFB-5BC5B01C6216}"/>
          </ac:spMkLst>
        </pc:spChg>
        <pc:spChg chg="add mod">
          <ac:chgData name="seungkyun park" userId="f1574e86df6b37cf" providerId="LiveId" clId="{A9D9B869-BB2C-4014-8742-76A2F817DC75}" dt="2025-08-04T17:19:19.343" v="6301" actId="1037"/>
          <ac:spMkLst>
            <pc:docMk/>
            <pc:sldMk cId="4006008676" sldId="285"/>
            <ac:spMk id="584" creationId="{BA3FE4AC-F497-A9C6-62BD-5EA45B6BDA52}"/>
          </ac:spMkLst>
        </pc:spChg>
        <pc:spChg chg="add mod">
          <ac:chgData name="seungkyun park" userId="f1574e86df6b37cf" providerId="LiveId" clId="{A9D9B869-BB2C-4014-8742-76A2F817DC75}" dt="2025-08-04T15:53:22.061" v="4728" actId="1037"/>
          <ac:spMkLst>
            <pc:docMk/>
            <pc:sldMk cId="4006008676" sldId="285"/>
            <ac:spMk id="585" creationId="{2DA40276-F038-7749-A2AB-2A86BC9E882E}"/>
          </ac:spMkLst>
        </pc:spChg>
        <pc:spChg chg="add mod">
          <ac:chgData name="seungkyun park" userId="f1574e86df6b37cf" providerId="LiveId" clId="{A9D9B869-BB2C-4014-8742-76A2F817DC75}" dt="2025-08-04T15:32:32.738" v="4230" actId="1036"/>
          <ac:spMkLst>
            <pc:docMk/>
            <pc:sldMk cId="4006008676" sldId="285"/>
            <ac:spMk id="586" creationId="{662E2C2B-DDA4-6219-95E5-79A68A3D001E}"/>
          </ac:spMkLst>
        </pc:spChg>
        <pc:spChg chg="add mod">
          <ac:chgData name="seungkyun park" userId="f1574e86df6b37cf" providerId="LiveId" clId="{A9D9B869-BB2C-4014-8742-76A2F817DC75}" dt="2025-08-04T15:53:22.061" v="4728" actId="1037"/>
          <ac:spMkLst>
            <pc:docMk/>
            <pc:sldMk cId="4006008676" sldId="285"/>
            <ac:spMk id="587" creationId="{0DE5C7B6-AB7F-760F-3B72-2DD6F9995A0A}"/>
          </ac:spMkLst>
        </pc:spChg>
        <pc:spChg chg="mod">
          <ac:chgData name="seungkyun park" userId="f1574e86df6b37cf" providerId="LiveId" clId="{A9D9B869-BB2C-4014-8742-76A2F817DC75}" dt="2025-08-04T15:21:45.202" v="3558" actId="20577"/>
          <ac:spMkLst>
            <pc:docMk/>
            <pc:sldMk cId="4006008676" sldId="285"/>
            <ac:spMk id="588" creationId="{4F770AC1-774F-0778-B99F-DD73C826698F}"/>
          </ac:spMkLst>
        </pc:spChg>
        <pc:spChg chg="add mod">
          <ac:chgData name="seungkyun park" userId="f1574e86df6b37cf" providerId="LiveId" clId="{A9D9B869-BB2C-4014-8742-76A2F817DC75}" dt="2025-08-05T10:55:11.578" v="7466" actId="1038"/>
          <ac:spMkLst>
            <pc:docMk/>
            <pc:sldMk cId="4006008676" sldId="285"/>
            <ac:spMk id="589" creationId="{EDDAC631-F32D-89F0-9D32-BE9648393151}"/>
          </ac:spMkLst>
        </pc:spChg>
        <pc:spChg chg="add mod">
          <ac:chgData name="seungkyun park" userId="f1574e86df6b37cf" providerId="LiveId" clId="{A9D9B869-BB2C-4014-8742-76A2F817DC75}" dt="2025-08-05T10:55:11.578" v="7466" actId="1038"/>
          <ac:spMkLst>
            <pc:docMk/>
            <pc:sldMk cId="4006008676" sldId="285"/>
            <ac:spMk id="590" creationId="{A58603A4-0330-884F-8589-7F344CFFC0B2}"/>
          </ac:spMkLst>
        </pc:spChg>
        <pc:spChg chg="mod">
          <ac:chgData name="seungkyun park" userId="f1574e86df6b37cf" providerId="LiveId" clId="{A9D9B869-BB2C-4014-8742-76A2F817DC75}" dt="2025-08-05T14:18:24.093" v="8505" actId="1037"/>
          <ac:spMkLst>
            <pc:docMk/>
            <pc:sldMk cId="4006008676" sldId="285"/>
            <ac:spMk id="591" creationId="{9A762604-E3B3-8FF6-BB90-A3FECD06D799}"/>
          </ac:spMkLst>
        </pc:spChg>
        <pc:spChg chg="add mod">
          <ac:chgData name="seungkyun park" userId="f1574e86df6b37cf" providerId="LiveId" clId="{A9D9B869-BB2C-4014-8742-76A2F817DC75}" dt="2025-08-04T15:53:22.061" v="4728" actId="1037"/>
          <ac:spMkLst>
            <pc:docMk/>
            <pc:sldMk cId="4006008676" sldId="285"/>
            <ac:spMk id="592" creationId="{ED69A4E6-3365-BCDD-8461-3C7EE87F41A4}"/>
          </ac:spMkLst>
        </pc:spChg>
        <pc:spChg chg="add mod">
          <ac:chgData name="seungkyun park" userId="f1574e86df6b37cf" providerId="LiveId" clId="{A9D9B869-BB2C-4014-8742-76A2F817DC75}" dt="2025-08-05T10:55:11.578" v="7466" actId="1038"/>
          <ac:spMkLst>
            <pc:docMk/>
            <pc:sldMk cId="4006008676" sldId="285"/>
            <ac:spMk id="593" creationId="{960C8DCF-E641-7BBB-1CC4-F85EB909B2A5}"/>
          </ac:spMkLst>
        </pc:spChg>
        <pc:spChg chg="add mod">
          <ac:chgData name="seungkyun park" userId="f1574e86df6b37cf" providerId="LiveId" clId="{A9D9B869-BB2C-4014-8742-76A2F817DC75}" dt="2025-08-04T15:53:22.061" v="4728" actId="1037"/>
          <ac:spMkLst>
            <pc:docMk/>
            <pc:sldMk cId="4006008676" sldId="285"/>
            <ac:spMk id="594" creationId="{759B5869-063B-8142-376A-E718AAD1CE57}"/>
          </ac:spMkLst>
        </pc:spChg>
        <pc:spChg chg="add mod">
          <ac:chgData name="seungkyun park" userId="f1574e86df6b37cf" providerId="LiveId" clId="{A9D9B869-BB2C-4014-8742-76A2F817DC75}" dt="2025-08-04T17:22:45.628" v="6354" actId="12788"/>
          <ac:spMkLst>
            <pc:docMk/>
            <pc:sldMk cId="4006008676" sldId="285"/>
            <ac:spMk id="607" creationId="{6E71C105-3138-3D88-BAAF-86E2F726177E}"/>
          </ac:spMkLst>
        </pc:spChg>
        <pc:spChg chg="add mod">
          <ac:chgData name="seungkyun park" userId="f1574e86df6b37cf" providerId="LiveId" clId="{A9D9B869-BB2C-4014-8742-76A2F817DC75}" dt="2025-08-04T17:22:45.628" v="6354" actId="12788"/>
          <ac:spMkLst>
            <pc:docMk/>
            <pc:sldMk cId="4006008676" sldId="285"/>
            <ac:spMk id="608" creationId="{F5D43866-3EA5-F1A6-4D0F-F945DBB7F5AD}"/>
          </ac:spMkLst>
        </pc:spChg>
        <pc:spChg chg="add mod">
          <ac:chgData name="seungkyun park" userId="f1574e86df6b37cf" providerId="LiveId" clId="{A9D9B869-BB2C-4014-8742-76A2F817DC75}" dt="2025-08-04T17:22:45.628" v="6354" actId="12788"/>
          <ac:spMkLst>
            <pc:docMk/>
            <pc:sldMk cId="4006008676" sldId="285"/>
            <ac:spMk id="609" creationId="{887C56A3-A682-5B98-BA7C-7F617FD44E72}"/>
          </ac:spMkLst>
        </pc:spChg>
        <pc:spChg chg="add 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610" creationId="{86A81662-16ED-25C3-7C8B-79D15D4969B3}"/>
          </ac:spMkLst>
        </pc:spChg>
        <pc:spChg chg="add mod">
          <ac:chgData name="seungkyun park" userId="f1574e86df6b37cf" providerId="LiveId" clId="{A9D9B869-BB2C-4014-8742-76A2F817DC75}" dt="2025-08-04T17:22:45.628" v="6354" actId="12788"/>
          <ac:spMkLst>
            <pc:docMk/>
            <pc:sldMk cId="4006008676" sldId="285"/>
            <ac:spMk id="611" creationId="{E5B030DE-6038-3FBE-11B4-BE9C97EEBD85}"/>
          </ac:spMkLst>
        </pc:spChg>
        <pc:spChg chg="add mod">
          <ac:chgData name="seungkyun park" userId="f1574e86df6b37cf" providerId="LiveId" clId="{A9D9B869-BB2C-4014-8742-76A2F817DC75}" dt="2025-08-04T17:22:45.628" v="6354" actId="12788"/>
          <ac:spMkLst>
            <pc:docMk/>
            <pc:sldMk cId="4006008676" sldId="285"/>
            <ac:spMk id="612" creationId="{CDD63FE8-FBBA-77F5-ED68-5A58E3AD95C4}"/>
          </ac:spMkLst>
        </pc:spChg>
        <pc:spChg chg="add mod">
          <ac:chgData name="seungkyun park" userId="f1574e86df6b37cf" providerId="LiveId" clId="{A9D9B869-BB2C-4014-8742-76A2F817DC75}" dt="2025-08-04T15:53:29.419" v="4732" actId="1038"/>
          <ac:spMkLst>
            <pc:docMk/>
            <pc:sldMk cId="4006008676" sldId="285"/>
            <ac:spMk id="613" creationId="{0A1FD830-CBEC-A7D9-997B-1126F7B61CA8}"/>
          </ac:spMkLst>
        </pc:spChg>
        <pc:spChg chg="mod">
          <ac:chgData name="seungkyun park" userId="f1574e86df6b37cf" providerId="LiveId" clId="{A9D9B869-BB2C-4014-8742-76A2F817DC75}" dt="2025-08-04T15:36:16.162" v="4363"/>
          <ac:spMkLst>
            <pc:docMk/>
            <pc:sldMk cId="4006008676" sldId="285"/>
            <ac:spMk id="614" creationId="{A08AB6F4-1CF8-7E5F-A892-592F950AB42F}"/>
          </ac:spMkLst>
        </pc:spChg>
        <pc:spChg chg="add mod">
          <ac:chgData name="seungkyun park" userId="f1574e86df6b37cf" providerId="LiveId" clId="{A9D9B869-BB2C-4014-8742-76A2F817DC75}" dt="2025-08-04T17:22:45.628" v="6354" actId="12788"/>
          <ac:spMkLst>
            <pc:docMk/>
            <pc:sldMk cId="4006008676" sldId="285"/>
            <ac:spMk id="615" creationId="{D81EAF22-D313-0EA2-B927-A999CCE09702}"/>
          </ac:spMkLst>
        </pc:spChg>
        <pc:spChg chg="add mod">
          <ac:chgData name="seungkyun park" userId="f1574e86df6b37cf" providerId="LiveId" clId="{A9D9B869-BB2C-4014-8742-76A2F817DC75}" dt="2025-08-04T15:52:29.595" v="4719" actId="1038"/>
          <ac:spMkLst>
            <pc:docMk/>
            <pc:sldMk cId="4006008676" sldId="285"/>
            <ac:spMk id="616" creationId="{D61F2EA2-3BE3-64D7-6688-7216A47DCBEC}"/>
          </ac:spMkLst>
        </pc:spChg>
        <pc:spChg chg="add mod">
          <ac:chgData name="seungkyun park" userId="f1574e86df6b37cf" providerId="LiveId" clId="{A9D9B869-BB2C-4014-8742-76A2F817DC75}" dt="2025-08-04T17:22:45.628" v="6354" actId="12788"/>
          <ac:spMkLst>
            <pc:docMk/>
            <pc:sldMk cId="4006008676" sldId="285"/>
            <ac:spMk id="617" creationId="{1DC89402-489C-2FB7-2F85-CA7C82A603FF}"/>
          </ac:spMkLst>
        </pc:spChg>
        <pc:spChg chg="mod">
          <ac:chgData name="seungkyun park" userId="f1574e86df6b37cf" providerId="LiveId" clId="{A9D9B869-BB2C-4014-8742-76A2F817DC75}" dt="2025-08-05T10:55:11.578" v="7466" actId="1038"/>
          <ac:spMkLst>
            <pc:docMk/>
            <pc:sldMk cId="4006008676" sldId="285"/>
            <ac:spMk id="618" creationId="{D162184B-902A-6107-BD94-8E722EE6316D}"/>
          </ac:spMkLst>
        </pc:spChg>
        <pc:spChg chg="add mod">
          <ac:chgData name="seungkyun park" userId="f1574e86df6b37cf" providerId="LiveId" clId="{A9D9B869-BB2C-4014-8742-76A2F817DC75}" dt="2025-08-05T14:30:35.082" v="8630" actId="20577"/>
          <ac:spMkLst>
            <pc:docMk/>
            <pc:sldMk cId="4006008676" sldId="285"/>
            <ac:spMk id="626" creationId="{9543FABC-BC81-C5A1-F282-387460878E28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628" creationId="{185E5BFF-C419-D7FE-DBAF-5540A82F69BE}"/>
          </ac:spMkLst>
        </pc:spChg>
        <pc:spChg chg="add mod">
          <ac:chgData name="seungkyun park" userId="f1574e86df6b37cf" providerId="LiveId" clId="{A9D9B869-BB2C-4014-8742-76A2F817DC75}" dt="2025-08-04T15:49:35.055" v="4654"/>
          <ac:spMkLst>
            <pc:docMk/>
            <pc:sldMk cId="4006008676" sldId="285"/>
            <ac:spMk id="630" creationId="{00B227BA-713A-1D0B-0140-0A2A4697E427}"/>
          </ac:spMkLst>
        </pc:spChg>
        <pc:spChg chg="add mod">
          <ac:chgData name="seungkyun park" userId="f1574e86df6b37cf" providerId="LiveId" clId="{A9D9B869-BB2C-4014-8742-76A2F817DC75}" dt="2025-08-04T16:26:25.579" v="5342" actId="20577"/>
          <ac:spMkLst>
            <pc:docMk/>
            <pc:sldMk cId="4006008676" sldId="285"/>
            <ac:spMk id="631" creationId="{A090AAAF-1292-56C2-78F7-AA89C5CA9056}"/>
          </ac:spMkLst>
        </pc:spChg>
        <pc:spChg chg="mod">
          <ac:chgData name="seungkyun park" userId="f1574e86df6b37cf" providerId="LiveId" clId="{A9D9B869-BB2C-4014-8742-76A2F817DC75}" dt="2025-08-05T15:55:05.171" v="10816" actId="14100"/>
          <ac:spMkLst>
            <pc:docMk/>
            <pc:sldMk cId="4006008676" sldId="285"/>
            <ac:spMk id="633" creationId="{125CCF5F-D134-478C-D9D0-373B6D400EC5}"/>
          </ac:spMkLst>
        </pc:spChg>
        <pc:spChg chg="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642" creationId="{AEFE4AE1-BD2C-7082-D9D4-F48E5828A37D}"/>
          </ac:spMkLst>
        </pc:spChg>
        <pc:spChg chg="mod topLvl">
          <ac:chgData name="seungkyun park" userId="f1574e86df6b37cf" providerId="LiveId" clId="{A9D9B869-BB2C-4014-8742-76A2F817DC75}" dt="2025-08-05T10:30:28.135" v="6929" actId="14100"/>
          <ac:spMkLst>
            <pc:docMk/>
            <pc:sldMk cId="4006008676" sldId="285"/>
            <ac:spMk id="643" creationId="{1940D3B9-A7B8-DFBF-0EFE-4043E12DCBCC}"/>
          </ac:spMkLst>
        </pc:spChg>
        <pc:spChg chg="mod">
          <ac:chgData name="seungkyun park" userId="f1574e86df6b37cf" providerId="LiveId" clId="{A9D9B869-BB2C-4014-8742-76A2F817DC75}" dt="2025-08-04T17:48:07.643" v="6647" actId="1037"/>
          <ac:spMkLst>
            <pc:docMk/>
            <pc:sldMk cId="4006008676" sldId="285"/>
            <ac:spMk id="644" creationId="{597E9B1A-4C85-30EF-B0EF-348ED1E7C756}"/>
          </ac:spMkLst>
        </pc:spChg>
        <pc:spChg chg="mod">
          <ac:chgData name="seungkyun park" userId="f1574e86df6b37cf" providerId="LiveId" clId="{A9D9B869-BB2C-4014-8742-76A2F817DC75}" dt="2025-08-04T17:48:07.643" v="6647" actId="1037"/>
          <ac:spMkLst>
            <pc:docMk/>
            <pc:sldMk cId="4006008676" sldId="285"/>
            <ac:spMk id="645" creationId="{5093AA02-7BD8-EC79-EFA2-5F40C0ABA3FB}"/>
          </ac:spMkLst>
        </pc:spChg>
        <pc:spChg chg="add mod">
          <ac:chgData name="seungkyun park" userId="f1574e86df6b37cf" providerId="LiveId" clId="{A9D9B869-BB2C-4014-8742-76A2F817DC75}" dt="2025-08-05T14:18:24.093" v="8505" actId="1037"/>
          <ac:spMkLst>
            <pc:docMk/>
            <pc:sldMk cId="4006008676" sldId="285"/>
            <ac:spMk id="646" creationId="{DAA23C93-6605-632C-E4F1-98E63CF1EB78}"/>
          </ac:spMkLst>
        </pc:spChg>
        <pc:spChg chg="add mod">
          <ac:chgData name="seungkyun park" userId="f1574e86df6b37cf" providerId="LiveId" clId="{A9D9B869-BB2C-4014-8742-76A2F817DC75}" dt="2025-08-05T15:55:01.502" v="10815" actId="14100"/>
          <ac:spMkLst>
            <pc:docMk/>
            <pc:sldMk cId="4006008676" sldId="285"/>
            <ac:spMk id="652" creationId="{A75D047B-BFFC-AB41-098F-6704AE6EA766}"/>
          </ac:spMkLst>
        </pc:spChg>
        <pc:spChg chg="add mod">
          <ac:chgData name="seungkyun park" userId="f1574e86df6b37cf" providerId="LiveId" clId="{A9D9B869-BB2C-4014-8742-76A2F817DC75}" dt="2025-08-05T15:53:10.369" v="10778" actId="12788"/>
          <ac:spMkLst>
            <pc:docMk/>
            <pc:sldMk cId="4006008676" sldId="285"/>
            <ac:spMk id="653" creationId="{E0A75E4E-A9CA-C602-9C19-40F40F41DFCE}"/>
          </ac:spMkLst>
        </pc:spChg>
        <pc:spChg chg="add mod">
          <ac:chgData name="seungkyun park" userId="f1574e86df6b37cf" providerId="LiveId" clId="{A9D9B869-BB2C-4014-8742-76A2F817DC75}" dt="2025-08-05T15:46:41.716" v="10767" actId="14100"/>
          <ac:spMkLst>
            <pc:docMk/>
            <pc:sldMk cId="4006008676" sldId="285"/>
            <ac:spMk id="657" creationId="{B210D8CC-37FD-00EA-43F1-43AA4052CC6F}"/>
          </ac:spMkLst>
        </pc:spChg>
        <pc:spChg chg="add mod">
          <ac:chgData name="seungkyun park" userId="f1574e86df6b37cf" providerId="LiveId" clId="{A9D9B869-BB2C-4014-8742-76A2F817DC75}" dt="2025-08-05T15:53:39.490" v="10803" actId="20577"/>
          <ac:spMkLst>
            <pc:docMk/>
            <pc:sldMk cId="4006008676" sldId="285"/>
            <ac:spMk id="658" creationId="{E93588F3-2966-8FF1-1E6B-62C437C7DAE3}"/>
          </ac:spMkLst>
        </pc:spChg>
        <pc:spChg chg="add mod">
          <ac:chgData name="seungkyun park" userId="f1574e86df6b37cf" providerId="LiveId" clId="{A9D9B869-BB2C-4014-8742-76A2F817DC75}" dt="2025-08-05T15:53:41.808" v="10805" actId="20577"/>
          <ac:spMkLst>
            <pc:docMk/>
            <pc:sldMk cId="4006008676" sldId="285"/>
            <ac:spMk id="659" creationId="{758ADC80-7DC7-CE73-232C-3555C470AED8}"/>
          </ac:spMkLst>
        </pc:spChg>
        <pc:spChg chg="add mod topLvl">
          <ac:chgData name="seungkyun park" userId="f1574e86df6b37cf" providerId="LiveId" clId="{A9D9B869-BB2C-4014-8742-76A2F817DC75}" dt="2025-08-05T14:48:14.314" v="9071"/>
          <ac:spMkLst>
            <pc:docMk/>
            <pc:sldMk cId="4006008676" sldId="285"/>
            <ac:spMk id="660" creationId="{EE67E4E7-815C-3CC9-BFDD-A6F32AE65D2E}"/>
          </ac:spMkLst>
        </pc:spChg>
        <pc:spChg chg="add mod">
          <ac:chgData name="seungkyun park" userId="f1574e86df6b37cf" providerId="LiveId" clId="{A9D9B869-BB2C-4014-8742-76A2F817DC75}" dt="2025-08-05T15:53:43.729" v="10807" actId="20577"/>
          <ac:spMkLst>
            <pc:docMk/>
            <pc:sldMk cId="4006008676" sldId="285"/>
            <ac:spMk id="661" creationId="{BFB5A427-0844-CE8F-5E89-F4D21469CE0F}"/>
          </ac:spMkLst>
        </pc:spChg>
        <pc:spChg chg="add mod">
          <ac:chgData name="seungkyun park" userId="f1574e86df6b37cf" providerId="LiveId" clId="{A9D9B869-BB2C-4014-8742-76A2F817DC75}" dt="2025-08-05T15:53:45.625" v="10809" actId="20577"/>
          <ac:spMkLst>
            <pc:docMk/>
            <pc:sldMk cId="4006008676" sldId="285"/>
            <ac:spMk id="662" creationId="{8EDDE2C4-F465-E958-CF0E-94C47E3C258B}"/>
          </ac:spMkLst>
        </pc:spChg>
        <pc:spChg chg="add mod">
          <ac:chgData name="seungkyun park" userId="f1574e86df6b37cf" providerId="LiveId" clId="{A9D9B869-BB2C-4014-8742-76A2F817DC75}" dt="2025-08-05T15:53:47.872" v="10811" actId="20577"/>
          <ac:spMkLst>
            <pc:docMk/>
            <pc:sldMk cId="4006008676" sldId="285"/>
            <ac:spMk id="663" creationId="{55CA8918-92AB-EEB0-D1B3-DDE5B0C3EE8B}"/>
          </ac:spMkLst>
        </pc:spChg>
        <pc:spChg chg="add mod">
          <ac:chgData name="seungkyun park" userId="f1574e86df6b37cf" providerId="LiveId" clId="{A9D9B869-BB2C-4014-8742-76A2F817DC75}" dt="2025-08-05T15:53:50.451" v="10813" actId="20577"/>
          <ac:spMkLst>
            <pc:docMk/>
            <pc:sldMk cId="4006008676" sldId="285"/>
            <ac:spMk id="664" creationId="{257E01E5-E1A9-3A4F-F4A7-0708C6A76485}"/>
          </ac:spMkLst>
        </pc:spChg>
        <pc:spChg chg="add mod">
          <ac:chgData name="seungkyun park" userId="f1574e86df6b37cf" providerId="LiveId" clId="{A9D9B869-BB2C-4014-8742-76A2F817DC75}" dt="2025-08-05T15:46:33.819" v="10766" actId="20577"/>
          <ac:spMkLst>
            <pc:docMk/>
            <pc:sldMk cId="4006008676" sldId="285"/>
            <ac:spMk id="665" creationId="{2AC712DB-BFDA-96D9-5822-2EE45EA15FB7}"/>
          </ac:spMkLst>
        </pc:spChg>
        <pc:spChg chg="add mod">
          <ac:chgData name="seungkyun park" userId="f1574e86df6b37cf" providerId="LiveId" clId="{A9D9B869-BB2C-4014-8742-76A2F817DC75}" dt="2025-08-05T15:53:37.119" v="10801" actId="20577"/>
          <ac:spMkLst>
            <pc:docMk/>
            <pc:sldMk cId="4006008676" sldId="285"/>
            <ac:spMk id="666" creationId="{DB2EDB84-4F8A-EFE1-F6A2-21E29FEEF9B1}"/>
          </ac:spMkLst>
        </pc:spChg>
        <pc:spChg chg="add mod">
          <ac:chgData name="seungkyun park" userId="f1574e86df6b37cf" providerId="LiveId" clId="{A9D9B869-BB2C-4014-8742-76A2F817DC75}" dt="2025-08-05T14:18:24.093" v="8505" actId="1037"/>
          <ac:spMkLst>
            <pc:docMk/>
            <pc:sldMk cId="4006008676" sldId="285"/>
            <ac:spMk id="674" creationId="{BAB042DE-C6B3-9C89-D2CE-87235F9A3439}"/>
          </ac:spMkLst>
        </pc:spChg>
        <pc:spChg chg="add mod">
          <ac:chgData name="seungkyun park" userId="f1574e86df6b37cf" providerId="LiveId" clId="{A9D9B869-BB2C-4014-8742-76A2F817DC75}" dt="2025-08-04T16:36:14.120" v="5392"/>
          <ac:spMkLst>
            <pc:docMk/>
            <pc:sldMk cId="4006008676" sldId="285"/>
            <ac:spMk id="675" creationId="{E235F342-BED9-743B-C012-233806DE598A}"/>
          </ac:spMkLst>
        </pc:spChg>
        <pc:spChg chg="add mod">
          <ac:chgData name="seungkyun park" userId="f1574e86df6b37cf" providerId="LiveId" clId="{A9D9B869-BB2C-4014-8742-76A2F817DC75}" dt="2025-08-05T15:17:39.433" v="10311" actId="14100"/>
          <ac:spMkLst>
            <pc:docMk/>
            <pc:sldMk cId="4006008676" sldId="285"/>
            <ac:spMk id="677" creationId="{0120D7C6-DB6D-9673-54AD-D48ADA9E4D45}"/>
          </ac:spMkLst>
        </pc:spChg>
        <pc:spChg chg="add mod topLvl">
          <ac:chgData name="seungkyun park" userId="f1574e86df6b37cf" providerId="LiveId" clId="{A9D9B869-BB2C-4014-8742-76A2F817DC75}" dt="2025-08-05T10:55:11.578" v="7466" actId="1038"/>
          <ac:spMkLst>
            <pc:docMk/>
            <pc:sldMk cId="4006008676" sldId="285"/>
            <ac:spMk id="678" creationId="{D42A5BCD-D3AF-FEC2-9B0F-66AFCB63ED14}"/>
          </ac:spMkLst>
        </pc:spChg>
        <pc:spChg chg="add mod">
          <ac:chgData name="seungkyun park" userId="f1574e86df6b37cf" providerId="LiveId" clId="{A9D9B869-BB2C-4014-8742-76A2F817DC75}" dt="2025-08-05T13:55:12.924" v="8264" actId="1038"/>
          <ac:spMkLst>
            <pc:docMk/>
            <pc:sldMk cId="4006008676" sldId="285"/>
            <ac:spMk id="679" creationId="{6F63D82E-5A89-0046-BD58-C9D78399C7D4}"/>
          </ac:spMkLst>
        </pc:spChg>
        <pc:spChg chg="add mod">
          <ac:chgData name="seungkyun park" userId="f1574e86df6b37cf" providerId="LiveId" clId="{A9D9B869-BB2C-4014-8742-76A2F817DC75}" dt="2025-08-05T14:18:24.093" v="8505" actId="1037"/>
          <ac:spMkLst>
            <pc:docMk/>
            <pc:sldMk cId="4006008676" sldId="285"/>
            <ac:spMk id="680" creationId="{62E364E6-C1C8-01DA-3164-6AF97A2D686B}"/>
          </ac:spMkLst>
        </pc:spChg>
        <pc:spChg chg="add mod">
          <ac:chgData name="seungkyun park" userId="f1574e86df6b37cf" providerId="LiveId" clId="{A9D9B869-BB2C-4014-8742-76A2F817DC75}" dt="2025-08-04T16:40:32.404" v="5609"/>
          <ac:spMkLst>
            <pc:docMk/>
            <pc:sldMk cId="4006008676" sldId="285"/>
            <ac:spMk id="681" creationId="{3D3AAC06-1DBB-C4AB-BBE0-F748B08FE68F}"/>
          </ac:spMkLst>
        </pc:spChg>
        <pc:spChg chg="add mod">
          <ac:chgData name="seungkyun park" userId="f1574e86df6b37cf" providerId="LiveId" clId="{A9D9B869-BB2C-4014-8742-76A2F817DC75}" dt="2025-08-04T16:43:42.002" v="5698" actId="20577"/>
          <ac:spMkLst>
            <pc:docMk/>
            <pc:sldMk cId="4006008676" sldId="285"/>
            <ac:spMk id="683" creationId="{8DF4A3D5-405D-9C89-2570-51A6DC3B2422}"/>
          </ac:spMkLst>
        </pc:spChg>
        <pc:spChg chg="add mod">
          <ac:chgData name="seungkyun park" userId="f1574e86df6b37cf" providerId="LiveId" clId="{A9D9B869-BB2C-4014-8742-76A2F817DC75}" dt="2025-08-04T16:42:09.973" v="5668"/>
          <ac:spMkLst>
            <pc:docMk/>
            <pc:sldMk cId="4006008676" sldId="285"/>
            <ac:spMk id="684" creationId="{306924A6-69BD-C9E6-83E2-B087EE6FE802}"/>
          </ac:spMkLst>
        </pc:spChg>
        <pc:spChg chg="add mod">
          <ac:chgData name="seungkyun park" userId="f1574e86df6b37cf" providerId="LiveId" clId="{A9D9B869-BB2C-4014-8742-76A2F817DC75}" dt="2025-08-04T16:42:09.973" v="5668"/>
          <ac:spMkLst>
            <pc:docMk/>
            <pc:sldMk cId="4006008676" sldId="285"/>
            <ac:spMk id="686" creationId="{B219E076-6E72-891E-A542-FAFEBD4C9483}"/>
          </ac:spMkLst>
        </pc:spChg>
        <pc:spChg chg="add mod">
          <ac:chgData name="seungkyun park" userId="f1574e86df6b37cf" providerId="LiveId" clId="{A9D9B869-BB2C-4014-8742-76A2F817DC75}" dt="2025-08-05T15:30:39.815" v="10471" actId="1036"/>
          <ac:spMkLst>
            <pc:docMk/>
            <pc:sldMk cId="4006008676" sldId="285"/>
            <ac:spMk id="687" creationId="{EB3C4CFA-CDFD-E9B8-D4F9-96AAF08A147C}"/>
          </ac:spMkLst>
        </pc:spChg>
        <pc:spChg chg="add mod">
          <ac:chgData name="seungkyun park" userId="f1574e86df6b37cf" providerId="LiveId" clId="{A9D9B869-BB2C-4014-8742-76A2F817DC75}" dt="2025-08-04T16:43:07.683" v="5683"/>
          <ac:spMkLst>
            <pc:docMk/>
            <pc:sldMk cId="4006008676" sldId="285"/>
            <ac:spMk id="689" creationId="{8EE7E00B-F048-3222-EEB2-E6F93E2DDA40}"/>
          </ac:spMkLst>
        </pc:spChg>
        <pc:spChg chg="add mod">
          <ac:chgData name="seungkyun park" userId="f1574e86df6b37cf" providerId="LiveId" clId="{A9D9B869-BB2C-4014-8742-76A2F817DC75}" dt="2025-08-05T10:29:59.544" v="6920" actId="1035"/>
          <ac:spMkLst>
            <pc:docMk/>
            <pc:sldMk cId="4006008676" sldId="285"/>
            <ac:spMk id="693" creationId="{AC63CB8D-580D-50B5-EBF2-3D2885ABA0F3}"/>
          </ac:spMkLst>
        </pc:spChg>
        <pc:spChg chg="add mod">
          <ac:chgData name="seungkyun park" userId="f1574e86df6b37cf" providerId="LiveId" clId="{A9D9B869-BB2C-4014-8742-76A2F817DC75}" dt="2025-08-05T10:29:59.544" v="6920" actId="1035"/>
          <ac:spMkLst>
            <pc:docMk/>
            <pc:sldMk cId="4006008676" sldId="285"/>
            <ac:spMk id="695" creationId="{FF7D92A4-6469-9686-0C40-4F436566E149}"/>
          </ac:spMkLst>
        </pc:spChg>
        <pc:spChg chg="add mod topLvl">
          <ac:chgData name="seungkyun park" userId="f1574e86df6b37cf" providerId="LiveId" clId="{A9D9B869-BB2C-4014-8742-76A2F817DC75}" dt="2025-08-05T14:48:05.434" v="9065"/>
          <ac:spMkLst>
            <pc:docMk/>
            <pc:sldMk cId="4006008676" sldId="285"/>
            <ac:spMk id="696" creationId="{F0DA94C0-705E-C6FD-0537-2A532445491E}"/>
          </ac:spMkLst>
        </pc:spChg>
        <pc:spChg chg="add mod topLvl">
          <ac:chgData name="seungkyun park" userId="f1574e86df6b37cf" providerId="LiveId" clId="{A9D9B869-BB2C-4014-8742-76A2F817DC75}" dt="2025-08-05T16:37:12.865" v="12063" actId="5793"/>
          <ac:spMkLst>
            <pc:docMk/>
            <pc:sldMk cId="4006008676" sldId="285"/>
            <ac:spMk id="697" creationId="{2F15E875-238A-E6D0-EC04-2365EC6C9B93}"/>
          </ac:spMkLst>
        </pc:spChg>
        <pc:spChg chg="add mod topLvl">
          <ac:chgData name="seungkyun park" userId="f1574e86df6b37cf" providerId="LiveId" clId="{A9D9B869-BB2C-4014-8742-76A2F817DC75}" dt="2025-08-05T14:48:16.762" v="9073"/>
          <ac:spMkLst>
            <pc:docMk/>
            <pc:sldMk cId="4006008676" sldId="285"/>
            <ac:spMk id="698" creationId="{6FED320E-3109-6FBF-4559-C85F6AEF22EB}"/>
          </ac:spMkLst>
        </pc:spChg>
        <pc:spChg chg="add mod topLvl">
          <ac:chgData name="seungkyun park" userId="f1574e86df6b37cf" providerId="LiveId" clId="{A9D9B869-BB2C-4014-8742-76A2F817DC75}" dt="2025-08-05T14:48:10.956" v="9069"/>
          <ac:spMkLst>
            <pc:docMk/>
            <pc:sldMk cId="4006008676" sldId="285"/>
            <ac:spMk id="699" creationId="{4DCAAFB9-479E-FFE8-5935-286ED387DF4A}"/>
          </ac:spMkLst>
        </pc:spChg>
        <pc:spChg chg="add mod topLvl">
          <ac:chgData name="seungkyun park" userId="f1574e86df6b37cf" providerId="LiveId" clId="{A9D9B869-BB2C-4014-8742-76A2F817DC75}" dt="2025-08-05T14:48:02.310" v="9062"/>
          <ac:spMkLst>
            <pc:docMk/>
            <pc:sldMk cId="4006008676" sldId="285"/>
            <ac:spMk id="700" creationId="{F8861C1D-1C79-FE79-C241-BA37C21C7FCC}"/>
          </ac:spMkLst>
        </pc:spChg>
        <pc:spChg chg="add mod topLvl">
          <ac:chgData name="seungkyun park" userId="f1574e86df6b37cf" providerId="LiveId" clId="{A9D9B869-BB2C-4014-8742-76A2F817DC75}" dt="2025-08-05T14:48:08.511" v="9067"/>
          <ac:spMkLst>
            <pc:docMk/>
            <pc:sldMk cId="4006008676" sldId="285"/>
            <ac:spMk id="701" creationId="{E00E8A8B-A6E2-BAEE-FC99-FD14545416B1}"/>
          </ac:spMkLst>
        </pc:spChg>
        <pc:spChg chg="add 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703" creationId="{605B6CC1-A2DC-BFA2-7D25-CB40F88975B0}"/>
          </ac:spMkLst>
        </pc:spChg>
        <pc:spChg chg="add mod">
          <ac:chgData name="seungkyun park" userId="f1574e86df6b37cf" providerId="LiveId" clId="{A9D9B869-BB2C-4014-8742-76A2F817DC75}" dt="2025-08-05T16:37:17.292" v="12067" actId="5793"/>
          <ac:spMkLst>
            <pc:docMk/>
            <pc:sldMk cId="4006008676" sldId="285"/>
            <ac:spMk id="704" creationId="{2A5247BA-7F44-C103-237E-E894013A795D}"/>
          </ac:spMkLst>
        </pc:spChg>
        <pc:spChg chg="add mod">
          <ac:chgData name="seungkyun park" userId="f1574e86df6b37cf" providerId="LiveId" clId="{A9D9B869-BB2C-4014-8742-76A2F817DC75}" dt="2025-08-05T10:29:46.878" v="6906" actId="20577"/>
          <ac:spMkLst>
            <pc:docMk/>
            <pc:sldMk cId="4006008676" sldId="285"/>
            <ac:spMk id="705" creationId="{2BA33D97-4126-9783-D7EF-A3A3CF9A7EBC}"/>
          </ac:spMkLst>
        </pc:spChg>
        <pc:spChg chg="add mod">
          <ac:chgData name="seungkyun park" userId="f1574e86df6b37cf" providerId="LiveId" clId="{A9D9B869-BB2C-4014-8742-76A2F817DC75}" dt="2025-08-05T10:00:26.798" v="6876" actId="20577"/>
          <ac:spMkLst>
            <pc:docMk/>
            <pc:sldMk cId="4006008676" sldId="285"/>
            <ac:spMk id="706" creationId="{A5036588-1D84-9C52-7DB1-4CD63F1207EB}"/>
          </ac:spMkLst>
        </pc:spChg>
        <pc:spChg chg="add mod">
          <ac:chgData name="seungkyun park" userId="f1574e86df6b37cf" providerId="LiveId" clId="{A9D9B869-BB2C-4014-8742-76A2F817DC75}" dt="2025-08-05T15:57:18.563" v="10852" actId="12788"/>
          <ac:spMkLst>
            <pc:docMk/>
            <pc:sldMk cId="4006008676" sldId="285"/>
            <ac:spMk id="708" creationId="{2BC8DEFE-AB0F-44CA-F3D5-18B2CD8811D8}"/>
          </ac:spMkLst>
        </pc:spChg>
        <pc:spChg chg="add mod">
          <ac:chgData name="seungkyun park" userId="f1574e86df6b37cf" providerId="LiveId" clId="{A9D9B869-BB2C-4014-8742-76A2F817DC75}" dt="2025-08-04T16:50:21.186" v="5968" actId="1076"/>
          <ac:spMkLst>
            <pc:docMk/>
            <pc:sldMk cId="4006008676" sldId="285"/>
            <ac:spMk id="709" creationId="{CC263D48-7546-D2DD-0A0D-2B5957B61D3D}"/>
          </ac:spMkLst>
        </pc:spChg>
        <pc:spChg chg="add 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710" creationId="{E0A60E93-0520-0C2D-E660-DE2222928640}"/>
          </ac:spMkLst>
        </pc:spChg>
        <pc:spChg chg="add mod">
          <ac:chgData name="seungkyun park" userId="f1574e86df6b37cf" providerId="LiveId" clId="{A9D9B869-BB2C-4014-8742-76A2F817DC75}" dt="2025-08-05T13:53:52.125" v="8188" actId="1038"/>
          <ac:spMkLst>
            <pc:docMk/>
            <pc:sldMk cId="4006008676" sldId="285"/>
            <ac:spMk id="711" creationId="{3D311C06-B860-2AEF-9ADC-8C00C0C14481}"/>
          </ac:spMkLst>
        </pc:spChg>
        <pc:spChg chg="add mod">
          <ac:chgData name="seungkyun park" userId="f1574e86df6b37cf" providerId="LiveId" clId="{A9D9B869-BB2C-4014-8742-76A2F817DC75}" dt="2025-08-04T17:50:36.276" v="6837" actId="1035"/>
          <ac:spMkLst>
            <pc:docMk/>
            <pc:sldMk cId="4006008676" sldId="285"/>
            <ac:spMk id="712" creationId="{6A7382DA-A6BC-8C92-36F1-71BD2B2573D9}"/>
          </ac:spMkLst>
        </pc:spChg>
        <pc:spChg chg="add mod">
          <ac:chgData name="seungkyun park" userId="f1574e86df6b37cf" providerId="LiveId" clId="{A9D9B869-BB2C-4014-8742-76A2F817DC75}" dt="2025-08-05T16:37:19.103" v="12071" actId="5793"/>
          <ac:spMkLst>
            <pc:docMk/>
            <pc:sldMk cId="4006008676" sldId="285"/>
            <ac:spMk id="713" creationId="{0403C3C1-D8AF-2F57-5529-969743072597}"/>
          </ac:spMkLst>
        </pc:spChg>
        <pc:spChg chg="add mod">
          <ac:chgData name="seungkyun park" userId="f1574e86df6b37cf" providerId="LiveId" clId="{A9D9B869-BB2C-4014-8742-76A2F817DC75}" dt="2025-08-04T16:50:21.186" v="5968" actId="1076"/>
          <ac:spMkLst>
            <pc:docMk/>
            <pc:sldMk cId="4006008676" sldId="285"/>
            <ac:spMk id="714" creationId="{FCE4C174-0E8F-ECE7-EB09-50BA20A236BB}"/>
          </ac:spMkLst>
        </pc:spChg>
        <pc:spChg chg="add mod">
          <ac:chgData name="seungkyun park" userId="f1574e86df6b37cf" providerId="LiveId" clId="{A9D9B869-BB2C-4014-8742-76A2F817DC75}" dt="2025-08-04T16:50:21.186" v="5968" actId="1076"/>
          <ac:spMkLst>
            <pc:docMk/>
            <pc:sldMk cId="4006008676" sldId="285"/>
            <ac:spMk id="715" creationId="{EAD52D38-78E2-EE25-4131-743B27DB89B1}"/>
          </ac:spMkLst>
        </pc:spChg>
        <pc:spChg chg="add mod">
          <ac:chgData name="seungkyun park" userId="f1574e86df6b37cf" providerId="LiveId" clId="{A9D9B869-BB2C-4014-8742-76A2F817DC75}" dt="2025-08-05T10:30:28.135" v="6929" actId="14100"/>
          <ac:spMkLst>
            <pc:docMk/>
            <pc:sldMk cId="4006008676" sldId="285"/>
            <ac:spMk id="717" creationId="{48DB700A-879B-67B4-3EE9-4FC99C051B6B}"/>
          </ac:spMkLst>
        </pc:spChg>
        <pc:spChg chg="add mod">
          <ac:chgData name="seungkyun park" userId="f1574e86df6b37cf" providerId="LiveId" clId="{A9D9B869-BB2C-4014-8742-76A2F817DC75}" dt="2025-08-04T16:49:59.378" v="5841" actId="1038"/>
          <ac:spMkLst>
            <pc:docMk/>
            <pc:sldMk cId="4006008676" sldId="285"/>
            <ac:spMk id="718" creationId="{19B67128-23B9-CF45-7800-03AA715603B2}"/>
          </ac:spMkLst>
        </pc:spChg>
        <pc:spChg chg="add mod">
          <ac:chgData name="seungkyun park" userId="f1574e86df6b37cf" providerId="LiveId" clId="{A9D9B869-BB2C-4014-8742-76A2F817DC75}" dt="2025-08-05T14:18:24.093" v="8505" actId="1037"/>
          <ac:spMkLst>
            <pc:docMk/>
            <pc:sldMk cId="4006008676" sldId="285"/>
            <ac:spMk id="719" creationId="{BF8FF34C-F671-681E-C83C-5BC3927F7BB7}"/>
          </ac:spMkLst>
        </pc:spChg>
        <pc:spChg chg="add mod">
          <ac:chgData name="seungkyun park" userId="f1574e86df6b37cf" providerId="LiveId" clId="{A9D9B869-BB2C-4014-8742-76A2F817DC75}" dt="2025-08-04T17:45:14.985" v="6560" actId="1037"/>
          <ac:spMkLst>
            <pc:docMk/>
            <pc:sldMk cId="4006008676" sldId="285"/>
            <ac:spMk id="720" creationId="{4BA0C70E-F19A-8EC3-C1DD-63A12A3673E1}"/>
          </ac:spMkLst>
        </pc:spChg>
        <pc:spChg chg="add mod">
          <ac:chgData name="seungkyun park" userId="f1574e86df6b37cf" providerId="LiveId" clId="{A9D9B869-BB2C-4014-8742-76A2F817DC75}" dt="2025-08-04T16:49:59.378" v="5841" actId="1038"/>
          <ac:spMkLst>
            <pc:docMk/>
            <pc:sldMk cId="4006008676" sldId="285"/>
            <ac:spMk id="721" creationId="{9F3D5A7D-568A-6985-D7BC-749FD3D930B4}"/>
          </ac:spMkLst>
        </pc:spChg>
        <pc:spChg chg="add mod">
          <ac:chgData name="seungkyun park" userId="f1574e86df6b37cf" providerId="LiveId" clId="{A9D9B869-BB2C-4014-8742-76A2F817DC75}" dt="2025-08-05T16:37:20.956" v="12075" actId="5793"/>
          <ac:spMkLst>
            <pc:docMk/>
            <pc:sldMk cId="4006008676" sldId="285"/>
            <ac:spMk id="722" creationId="{E8E9F97D-35B6-CFFE-B471-8EC946164489}"/>
          </ac:spMkLst>
        </pc:spChg>
        <pc:spChg chg="add mod">
          <ac:chgData name="seungkyun park" userId="f1574e86df6b37cf" providerId="LiveId" clId="{A9D9B869-BB2C-4014-8742-76A2F817DC75}" dt="2025-08-05T15:15:35.973" v="10289" actId="1036"/>
          <ac:spMkLst>
            <pc:docMk/>
            <pc:sldMk cId="4006008676" sldId="285"/>
            <ac:spMk id="723" creationId="{BADC3D3E-3D20-B175-F02E-1E8D9E769F3D}"/>
          </ac:spMkLst>
        </pc:spChg>
        <pc:spChg chg="add mod">
          <ac:chgData name="seungkyun park" userId="f1574e86df6b37cf" providerId="LiveId" clId="{A9D9B869-BB2C-4014-8742-76A2F817DC75}" dt="2025-08-04T16:49:59.378" v="5841" actId="1038"/>
          <ac:spMkLst>
            <pc:docMk/>
            <pc:sldMk cId="4006008676" sldId="285"/>
            <ac:spMk id="724" creationId="{3E2694B7-A9ED-98BD-B925-E952D91369A4}"/>
          </ac:spMkLst>
        </pc:spChg>
        <pc:spChg chg="mod">
          <ac:chgData name="seungkyun park" userId="f1574e86df6b37cf" providerId="LiveId" clId="{A9D9B869-BB2C-4014-8742-76A2F817DC75}" dt="2025-08-05T10:30:28.135" v="6929" actId="14100"/>
          <ac:spMkLst>
            <pc:docMk/>
            <pc:sldMk cId="4006008676" sldId="285"/>
            <ac:spMk id="726" creationId="{F05340F2-9E8B-6220-908B-2C0E808164D3}"/>
          </ac:spMkLst>
        </pc:spChg>
        <pc:spChg chg="add mod">
          <ac:chgData name="seungkyun park" userId="f1574e86df6b37cf" providerId="LiveId" clId="{A9D9B869-BB2C-4014-8742-76A2F817DC75}" dt="2025-08-04T16:50:22.980" v="5973" actId="1037"/>
          <ac:spMkLst>
            <pc:docMk/>
            <pc:sldMk cId="4006008676" sldId="285"/>
            <ac:spMk id="728" creationId="{EA13E028-ADEA-FDCC-F2C6-A04BA92772D3}"/>
          </ac:spMkLst>
        </pc:spChg>
        <pc:spChg chg="add mod">
          <ac:chgData name="seungkyun park" userId="f1574e86df6b37cf" providerId="LiveId" clId="{A9D9B869-BB2C-4014-8742-76A2F817DC75}" dt="2025-08-04T16:50:22.980" v="5973" actId="1037"/>
          <ac:spMkLst>
            <pc:docMk/>
            <pc:sldMk cId="4006008676" sldId="285"/>
            <ac:spMk id="729" creationId="{BFA15FB5-DAE0-55B6-6DA5-C2860708C5B4}"/>
          </ac:spMkLst>
        </pc:spChg>
        <pc:spChg chg="add mod">
          <ac:chgData name="seungkyun park" userId="f1574e86df6b37cf" providerId="LiveId" clId="{A9D9B869-BB2C-4014-8742-76A2F817DC75}" dt="2025-08-05T14:16:44.972" v="8461" actId="1038"/>
          <ac:spMkLst>
            <pc:docMk/>
            <pc:sldMk cId="4006008676" sldId="285"/>
            <ac:spMk id="730" creationId="{46289EBC-5EAC-1840-01DA-7BD4488D059C}"/>
          </ac:spMkLst>
        </pc:spChg>
        <pc:spChg chg="mod">
          <ac:chgData name="seungkyun park" userId="f1574e86df6b37cf" providerId="LiveId" clId="{A9D9B869-BB2C-4014-8742-76A2F817DC75}" dt="2025-08-05T16:37:27.112" v="12079" actId="5793"/>
          <ac:spMkLst>
            <pc:docMk/>
            <pc:sldMk cId="4006008676" sldId="285"/>
            <ac:spMk id="731" creationId="{868E2946-A0A4-B550-8E3E-8602F720CBED}"/>
          </ac:spMkLst>
        </pc:spChg>
        <pc:spChg chg="add mod">
          <ac:chgData name="seungkyun park" userId="f1574e86df6b37cf" providerId="LiveId" clId="{A9D9B869-BB2C-4014-8742-76A2F817DC75}" dt="2025-08-05T15:15:35.973" v="10289" actId="1036"/>
          <ac:spMkLst>
            <pc:docMk/>
            <pc:sldMk cId="4006008676" sldId="285"/>
            <ac:spMk id="732" creationId="{E1D6CCB4-BFFC-8B33-2D8F-B65D6FCA9518}"/>
          </ac:spMkLst>
        </pc:spChg>
        <pc:spChg chg="add mod">
          <ac:chgData name="seungkyun park" userId="f1574e86df6b37cf" providerId="LiveId" clId="{A9D9B869-BB2C-4014-8742-76A2F817DC75}" dt="2025-08-04T16:50:22.980" v="5973" actId="1037"/>
          <ac:spMkLst>
            <pc:docMk/>
            <pc:sldMk cId="4006008676" sldId="285"/>
            <ac:spMk id="733" creationId="{B23764B8-2982-6EB5-DF5A-F313FB858948}"/>
          </ac:spMkLst>
        </pc:spChg>
        <pc:spChg chg="mod">
          <ac:chgData name="seungkyun park" userId="f1574e86df6b37cf" providerId="LiveId" clId="{A9D9B869-BB2C-4014-8742-76A2F817DC75}" dt="2025-08-05T10:30:28.135" v="6929" actId="14100"/>
          <ac:spMkLst>
            <pc:docMk/>
            <pc:sldMk cId="4006008676" sldId="285"/>
            <ac:spMk id="735" creationId="{9D5F2CE7-C64C-6D7F-0EDC-CCD57A1CFD64}"/>
          </ac:spMkLst>
        </pc:spChg>
        <pc:spChg chg="add mod">
          <ac:chgData name="seungkyun park" userId="f1574e86df6b37cf" providerId="LiveId" clId="{A9D9B869-BB2C-4014-8742-76A2F817DC75}" dt="2025-08-05T15:15:35.973" v="10289" actId="1036"/>
          <ac:spMkLst>
            <pc:docMk/>
            <pc:sldMk cId="4006008676" sldId="285"/>
            <ac:spMk id="736" creationId="{D8C509BA-AEE2-EE76-DB52-66CA42CA2F7C}"/>
          </ac:spMkLst>
        </pc:spChg>
        <pc:spChg chg="add mod">
          <ac:chgData name="seungkyun park" userId="f1574e86df6b37cf" providerId="LiveId" clId="{A9D9B869-BB2C-4014-8742-76A2F817DC75}" dt="2025-08-05T14:16:44.972" v="8461" actId="1038"/>
          <ac:spMkLst>
            <pc:docMk/>
            <pc:sldMk cId="4006008676" sldId="285"/>
            <ac:spMk id="737" creationId="{C8AB25D2-4DC8-E6D9-A9EA-99DA865F3DFD}"/>
          </ac:spMkLst>
        </pc:spChg>
        <pc:spChg chg="add mod">
          <ac:chgData name="seungkyun park" userId="f1574e86df6b37cf" providerId="LiveId" clId="{A9D9B869-BB2C-4014-8742-76A2F817DC75}" dt="2025-08-04T16:50:22.980" v="5973" actId="1037"/>
          <ac:spMkLst>
            <pc:docMk/>
            <pc:sldMk cId="4006008676" sldId="285"/>
            <ac:spMk id="738" creationId="{743FA0B6-06F9-8AAF-FF40-089418B963AF}"/>
          </ac:spMkLst>
        </pc:spChg>
        <pc:spChg chg="add mod">
          <ac:chgData name="seungkyun park" userId="f1574e86df6b37cf" providerId="LiveId" clId="{A9D9B869-BB2C-4014-8742-76A2F817DC75}" dt="2025-08-05T16:37:28.774" v="12083" actId="5793"/>
          <ac:spMkLst>
            <pc:docMk/>
            <pc:sldMk cId="4006008676" sldId="285"/>
            <ac:spMk id="740" creationId="{E469A965-77A6-0734-6283-4DD96A023C77}"/>
          </ac:spMkLst>
        </pc:spChg>
        <pc:spChg chg="add mod">
          <ac:chgData name="seungkyun park" userId="f1574e86df6b37cf" providerId="LiveId" clId="{A9D9B869-BB2C-4014-8742-76A2F817DC75}" dt="2025-08-04T16:50:22.980" v="5973" actId="1037"/>
          <ac:spMkLst>
            <pc:docMk/>
            <pc:sldMk cId="4006008676" sldId="285"/>
            <ac:spMk id="741" creationId="{B8711E4F-E9E4-F074-73C2-655007188B23}"/>
          </ac:spMkLst>
        </pc:spChg>
        <pc:spChg chg="add mod">
          <ac:chgData name="seungkyun park" userId="f1574e86df6b37cf" providerId="LiveId" clId="{A9D9B869-BB2C-4014-8742-76A2F817DC75}" dt="2025-08-05T16:31:32.080" v="11983" actId="20577"/>
          <ac:spMkLst>
            <pc:docMk/>
            <pc:sldMk cId="4006008676" sldId="285"/>
            <ac:spMk id="746" creationId="{3095742C-6255-4744-FA5B-C708242DA613}"/>
          </ac:spMkLst>
        </pc:spChg>
        <pc:spChg chg="add mod">
          <ac:chgData name="seungkyun park" userId="f1574e86df6b37cf" providerId="LiveId" clId="{A9D9B869-BB2C-4014-8742-76A2F817DC75}" dt="2025-08-05T16:34:14.107" v="12019" actId="20577"/>
          <ac:spMkLst>
            <pc:docMk/>
            <pc:sldMk cId="4006008676" sldId="285"/>
            <ac:spMk id="747" creationId="{84B5CE1D-1D41-B6AD-FE58-16BD309D1BBD}"/>
          </ac:spMkLst>
        </pc:spChg>
        <pc:spChg chg="add mod">
          <ac:chgData name="seungkyun park" userId="f1574e86df6b37cf" providerId="LiveId" clId="{A9D9B869-BB2C-4014-8742-76A2F817DC75}" dt="2025-08-05T16:34:06.280" v="12017" actId="5793"/>
          <ac:spMkLst>
            <pc:docMk/>
            <pc:sldMk cId="4006008676" sldId="285"/>
            <ac:spMk id="748" creationId="{1E51F969-AFF8-2FC6-855D-39E9F3EBC641}"/>
          </ac:spMkLst>
        </pc:spChg>
        <pc:spChg chg="add mod">
          <ac:chgData name="seungkyun park" userId="f1574e86df6b37cf" providerId="LiveId" clId="{A9D9B869-BB2C-4014-8742-76A2F817DC75}" dt="2025-08-05T16:33:59.964" v="12013" actId="20577"/>
          <ac:spMkLst>
            <pc:docMk/>
            <pc:sldMk cId="4006008676" sldId="285"/>
            <ac:spMk id="749" creationId="{DECAA6C8-2C35-3B66-DAEA-205870F43971}"/>
          </ac:spMkLst>
        </pc:spChg>
        <pc:spChg chg="add mod">
          <ac:chgData name="seungkyun park" userId="f1574e86df6b37cf" providerId="LiveId" clId="{A9D9B869-BB2C-4014-8742-76A2F817DC75}" dt="2025-08-05T16:33:31.405" v="11999" actId="20577"/>
          <ac:spMkLst>
            <pc:docMk/>
            <pc:sldMk cId="4006008676" sldId="285"/>
            <ac:spMk id="750" creationId="{099A7ECA-9F1C-2B13-BBD5-E3D6F8D90474}"/>
          </ac:spMkLst>
        </pc:spChg>
        <pc:spChg chg="add mod">
          <ac:chgData name="seungkyun park" userId="f1574e86df6b37cf" providerId="LiveId" clId="{A9D9B869-BB2C-4014-8742-76A2F817DC75}" dt="2025-08-05T16:40:33.828" v="12165" actId="3064"/>
          <ac:spMkLst>
            <pc:docMk/>
            <pc:sldMk cId="4006008676" sldId="285"/>
            <ac:spMk id="751" creationId="{1D6AEB2B-CEAB-DA9A-F23A-6A563C78C79E}"/>
          </ac:spMkLst>
        </pc:spChg>
        <pc:spChg chg="add mod">
          <ac:chgData name="seungkyun park" userId="f1574e86df6b37cf" providerId="LiveId" clId="{A9D9B869-BB2C-4014-8742-76A2F817DC75}" dt="2025-08-05T16:51:34.801" v="12699" actId="5793"/>
          <ac:spMkLst>
            <pc:docMk/>
            <pc:sldMk cId="4006008676" sldId="285"/>
            <ac:spMk id="752" creationId="{A6B340EA-0CA9-994E-F1A4-73A6F985723A}"/>
          </ac:spMkLst>
        </pc:spChg>
        <pc:spChg chg="add mod">
          <ac:chgData name="seungkyun park" userId="f1574e86df6b37cf" providerId="LiveId" clId="{A9D9B869-BB2C-4014-8742-76A2F817DC75}" dt="2025-08-05T16:36:56.544" v="12059" actId="5793"/>
          <ac:spMkLst>
            <pc:docMk/>
            <pc:sldMk cId="4006008676" sldId="285"/>
            <ac:spMk id="753" creationId="{75435E2D-5CA3-C178-11B3-B640457DE525}"/>
          </ac:spMkLst>
        </pc:spChg>
        <pc:spChg chg="add mod">
          <ac:chgData name="seungkyun park" userId="f1574e86df6b37cf" providerId="LiveId" clId="{A9D9B869-BB2C-4014-8742-76A2F817DC75}" dt="2025-08-05T16:52:03.145" v="12724" actId="20577"/>
          <ac:spMkLst>
            <pc:docMk/>
            <pc:sldMk cId="4006008676" sldId="285"/>
            <ac:spMk id="754" creationId="{88D9FC11-8B32-6325-BD0F-19EC5BBC28F8}"/>
          </ac:spMkLst>
        </pc:spChg>
        <pc:spChg chg="add mod">
          <ac:chgData name="seungkyun park" userId="f1574e86df6b37cf" providerId="LiveId" clId="{A9D9B869-BB2C-4014-8742-76A2F817DC75}" dt="2025-08-05T16:39:58.719" v="12154" actId="20577"/>
          <ac:spMkLst>
            <pc:docMk/>
            <pc:sldMk cId="4006008676" sldId="285"/>
            <ac:spMk id="755" creationId="{710C1869-B7D0-7AE6-07FE-82254B2544DA}"/>
          </ac:spMkLst>
        </pc:spChg>
        <pc:spChg chg="add mod">
          <ac:chgData name="seungkyun park" userId="f1574e86df6b37cf" providerId="LiveId" clId="{A9D9B869-BB2C-4014-8742-76A2F817DC75}" dt="2025-08-05T16:20:52.213" v="11763" actId="1037"/>
          <ac:spMkLst>
            <pc:docMk/>
            <pc:sldMk cId="4006008676" sldId="285"/>
            <ac:spMk id="756" creationId="{EBB4739F-8A1C-F56F-17F0-2362C5731F5D}"/>
          </ac:spMkLst>
        </pc:spChg>
        <pc:spChg chg="add mod">
          <ac:chgData name="seungkyun park" userId="f1574e86df6b37cf" providerId="LiveId" clId="{A9D9B869-BB2C-4014-8742-76A2F817DC75}" dt="2025-08-05T16:30:18.629" v="11950" actId="1037"/>
          <ac:spMkLst>
            <pc:docMk/>
            <pc:sldMk cId="4006008676" sldId="285"/>
            <ac:spMk id="757" creationId="{3A9D3224-E1A4-B8E7-CFE5-9E2AA1F922C6}"/>
          </ac:spMkLst>
        </pc:spChg>
        <pc:spChg chg="add mod">
          <ac:chgData name="seungkyun park" userId="f1574e86df6b37cf" providerId="LiveId" clId="{A9D9B869-BB2C-4014-8742-76A2F817DC75}" dt="2025-08-05T16:30:22.542" v="11952" actId="1037"/>
          <ac:spMkLst>
            <pc:docMk/>
            <pc:sldMk cId="4006008676" sldId="285"/>
            <ac:spMk id="761" creationId="{E8C7C20A-4FC6-E68B-7977-5F0C89B7439A}"/>
          </ac:spMkLst>
        </pc:spChg>
        <pc:spChg chg="add mod">
          <ac:chgData name="seungkyun park" userId="f1574e86df6b37cf" providerId="LiveId" clId="{A9D9B869-BB2C-4014-8742-76A2F817DC75}" dt="2025-08-05T16:30:58.332" v="11961" actId="12788"/>
          <ac:spMkLst>
            <pc:docMk/>
            <pc:sldMk cId="4006008676" sldId="285"/>
            <ac:spMk id="762" creationId="{21CA071A-F44B-8554-04B0-EAAAAB36FC56}"/>
          </ac:spMkLst>
        </pc:spChg>
        <pc:spChg chg="mod">
          <ac:chgData name="seungkyun park" userId="f1574e86df6b37cf" providerId="LiveId" clId="{A9D9B869-BB2C-4014-8742-76A2F817DC75}" dt="2025-08-05T10:30:28.135" v="6929" actId="14100"/>
          <ac:spMkLst>
            <pc:docMk/>
            <pc:sldMk cId="4006008676" sldId="285"/>
            <ac:spMk id="816" creationId="{D083B4BD-7FC0-062D-BA92-477770FA0F30}"/>
          </ac:spMkLst>
        </pc:spChg>
        <pc:spChg chg="mod">
          <ac:chgData name="seungkyun park" userId="f1574e86df6b37cf" providerId="LiveId" clId="{A9D9B869-BB2C-4014-8742-76A2F817DC75}" dt="2025-08-05T14:16:44.972" v="8461" actId="1038"/>
          <ac:spMkLst>
            <pc:docMk/>
            <pc:sldMk cId="4006008676" sldId="285"/>
            <ac:spMk id="817" creationId="{78C6749F-8110-646D-448A-62455872668F}"/>
          </ac:spMkLst>
        </pc:spChg>
        <pc:spChg chg="add mod">
          <ac:chgData name="seungkyun park" userId="f1574e86df6b37cf" providerId="LiveId" clId="{A9D9B869-BB2C-4014-8742-76A2F817DC75}" dt="2025-08-04T16:51:03.212" v="6271" actId="1035"/>
          <ac:spMkLst>
            <pc:docMk/>
            <pc:sldMk cId="4006008676" sldId="285"/>
            <ac:spMk id="818" creationId="{D40C5F6E-3612-A856-5C7E-0D395088C77D}"/>
          </ac:spMkLst>
        </pc:spChg>
        <pc:spChg chg="mod">
          <ac:chgData name="seungkyun park" userId="f1574e86df6b37cf" providerId="LiveId" clId="{A9D9B869-BB2C-4014-8742-76A2F817DC75}" dt="2025-08-05T14:16:27.570" v="8443" actId="1038"/>
          <ac:spMkLst>
            <pc:docMk/>
            <pc:sldMk cId="4006008676" sldId="285"/>
            <ac:spMk id="819" creationId="{CCAE0C39-948A-FE60-1772-255E1170333A}"/>
          </ac:spMkLst>
        </pc:spChg>
        <pc:spChg chg="mod">
          <ac:chgData name="seungkyun park" userId="f1574e86df6b37cf" providerId="LiveId" clId="{A9D9B869-BB2C-4014-8742-76A2F817DC75}" dt="2025-08-05T14:16:27.570" v="8443" actId="1038"/>
          <ac:spMkLst>
            <pc:docMk/>
            <pc:sldMk cId="4006008676" sldId="285"/>
            <ac:spMk id="820" creationId="{D11CBDC5-948A-F949-9C16-1F270D061636}"/>
          </ac:spMkLst>
        </pc:spChg>
        <pc:spChg chg="mod">
          <ac:chgData name="seungkyun park" userId="f1574e86df6b37cf" providerId="LiveId" clId="{A9D9B869-BB2C-4014-8742-76A2F817DC75}" dt="2025-08-05T16:37:30.655" v="12087" actId="5793"/>
          <ac:spMkLst>
            <pc:docMk/>
            <pc:sldMk cId="4006008676" sldId="285"/>
            <ac:spMk id="821" creationId="{3285AA40-AB66-1BA4-30C2-C06C2AB44655}"/>
          </ac:spMkLst>
        </pc:spChg>
        <pc:spChg chg="add mod">
          <ac:chgData name="seungkyun park" userId="f1574e86df6b37cf" providerId="LiveId" clId="{A9D9B869-BB2C-4014-8742-76A2F817DC75}" dt="2025-08-05T14:18:24.093" v="8505" actId="1037"/>
          <ac:spMkLst>
            <pc:docMk/>
            <pc:sldMk cId="4006008676" sldId="285"/>
            <ac:spMk id="822" creationId="{3C4550F9-350E-C3EE-A04B-1D64087645BD}"/>
          </ac:spMkLst>
        </pc:spChg>
        <pc:spChg chg="mod">
          <ac:chgData name="seungkyun park" userId="f1574e86df6b37cf" providerId="LiveId" clId="{A9D9B869-BB2C-4014-8742-76A2F817DC75}" dt="2025-08-05T14:16:27.570" v="8443" actId="1038"/>
          <ac:spMkLst>
            <pc:docMk/>
            <pc:sldMk cId="4006008676" sldId="285"/>
            <ac:spMk id="825" creationId="{FA6224AF-479C-2683-40DA-E7F726F95F64}"/>
          </ac:spMkLst>
        </pc:spChg>
        <pc:spChg chg="add mod">
          <ac:chgData name="seungkyun park" userId="f1574e86df6b37cf" providerId="LiveId" clId="{A9D9B869-BB2C-4014-8742-76A2F817DC75}" dt="2025-08-05T14:16:44.972" v="8461" actId="1038"/>
          <ac:spMkLst>
            <pc:docMk/>
            <pc:sldMk cId="4006008676" sldId="285"/>
            <ac:spMk id="826" creationId="{2459C298-7FCD-E593-993C-A97B302EA931}"/>
          </ac:spMkLst>
        </pc:spChg>
        <pc:spChg chg="mod">
          <ac:chgData name="seungkyun park" userId="f1574e86df6b37cf" providerId="LiveId" clId="{A9D9B869-BB2C-4014-8742-76A2F817DC75}" dt="2025-08-05T15:15:35.973" v="10289" actId="1036"/>
          <ac:spMkLst>
            <pc:docMk/>
            <pc:sldMk cId="4006008676" sldId="285"/>
            <ac:spMk id="827" creationId="{930B0909-6FB7-F017-FCAB-ED69342E3608}"/>
          </ac:spMkLst>
        </pc:spChg>
        <pc:spChg chg="add mod">
          <ac:chgData name="seungkyun park" userId="f1574e86df6b37cf" providerId="LiveId" clId="{A9D9B869-BB2C-4014-8742-76A2F817DC75}" dt="2025-08-05T13:53:52.125" v="8188" actId="1038"/>
          <ac:spMkLst>
            <pc:docMk/>
            <pc:sldMk cId="4006008676" sldId="285"/>
            <ac:spMk id="828" creationId="{1568A07A-AB15-B4CA-2A2A-2E9A2335529F}"/>
          </ac:spMkLst>
        </pc:spChg>
        <pc:spChg chg="add mod">
          <ac:chgData name="seungkyun park" userId="f1574e86df6b37cf" providerId="LiveId" clId="{A9D9B869-BB2C-4014-8742-76A2F817DC75}" dt="2025-08-05T14:16:44.972" v="8461" actId="1038"/>
          <ac:spMkLst>
            <pc:docMk/>
            <pc:sldMk cId="4006008676" sldId="285"/>
            <ac:spMk id="829" creationId="{D9762D7C-C0F8-3CAC-897F-0AEAA7734242}"/>
          </ac:spMkLst>
        </pc:spChg>
        <pc:spChg chg="mod">
          <ac:chgData name="seungkyun park" userId="f1574e86df6b37cf" providerId="LiveId" clId="{A9D9B869-BB2C-4014-8742-76A2F817DC75}" dt="2025-08-05T16:37:34.638" v="12091" actId="5793"/>
          <ac:spMkLst>
            <pc:docMk/>
            <pc:sldMk cId="4006008676" sldId="285"/>
            <ac:spMk id="830" creationId="{52BCFAD8-CA2F-5278-148B-FA53C5A678F0}"/>
          </ac:spMkLst>
        </pc:spChg>
        <pc:spChg chg="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831" creationId="{46682C0B-5BE3-ACAE-488E-C3BED69709D5}"/>
          </ac:spMkLst>
        </pc:spChg>
        <pc:spChg chg="mod">
          <ac:chgData name="seungkyun park" userId="f1574e86df6b37cf" providerId="LiveId" clId="{A9D9B869-BB2C-4014-8742-76A2F817DC75}" dt="2025-08-04T17:45:14.985" v="6560" actId="1037"/>
          <ac:spMkLst>
            <pc:docMk/>
            <pc:sldMk cId="4006008676" sldId="285"/>
            <ac:spMk id="832" creationId="{D161D37E-5942-A3ED-0807-61974E218177}"/>
          </ac:spMkLst>
        </pc:spChg>
        <pc:spChg chg="add mod">
          <ac:chgData name="seungkyun park" userId="f1574e86df6b37cf" providerId="LiveId" clId="{A9D9B869-BB2C-4014-8742-76A2F817DC75}" dt="2025-08-05T14:16:27.570" v="8443" actId="1038"/>
          <ac:spMkLst>
            <pc:docMk/>
            <pc:sldMk cId="4006008676" sldId="285"/>
            <ac:spMk id="834" creationId="{03340237-0DC8-822E-5F43-7CAB3E3263B1}"/>
          </ac:spMkLst>
        </pc:spChg>
        <pc:spChg chg="mod">
          <ac:chgData name="seungkyun park" userId="f1574e86df6b37cf" providerId="LiveId" clId="{A9D9B869-BB2C-4014-8742-76A2F817DC75}" dt="2025-08-05T14:16:44.972" v="8461" actId="1038"/>
          <ac:spMkLst>
            <pc:docMk/>
            <pc:sldMk cId="4006008676" sldId="285"/>
            <ac:spMk id="835" creationId="{AAC17221-2D38-C35D-3EEF-CF9280397875}"/>
          </ac:spMkLst>
        </pc:spChg>
        <pc:spChg chg="mod">
          <ac:chgData name="seungkyun park" userId="f1574e86df6b37cf" providerId="LiveId" clId="{A9D9B869-BB2C-4014-8742-76A2F817DC75}" dt="2025-08-05T14:16:23.098" v="8437" actId="1038"/>
          <ac:spMkLst>
            <pc:docMk/>
            <pc:sldMk cId="4006008676" sldId="285"/>
            <ac:spMk id="836" creationId="{9329144C-C4A6-0899-D2D1-40516F5AA28B}"/>
          </ac:spMkLst>
        </pc:spChg>
        <pc:spChg chg="mod">
          <ac:chgData name="seungkyun park" userId="f1574e86df6b37cf" providerId="LiveId" clId="{A9D9B869-BB2C-4014-8742-76A2F817DC75}" dt="2025-08-05T14:16:23.098" v="8437" actId="1038"/>
          <ac:spMkLst>
            <pc:docMk/>
            <pc:sldMk cId="4006008676" sldId="285"/>
            <ac:spMk id="838" creationId="{6DBBECE4-201D-64D3-49BE-5D9A96F0D346}"/>
          </ac:spMkLst>
        </pc:spChg>
        <pc:spChg chg="mod">
          <ac:chgData name="seungkyun park" userId="f1574e86df6b37cf" providerId="LiveId" clId="{A9D9B869-BB2C-4014-8742-76A2F817DC75}" dt="2025-08-05T16:37:36.279" v="12095" actId="5793"/>
          <ac:spMkLst>
            <pc:docMk/>
            <pc:sldMk cId="4006008676" sldId="285"/>
            <ac:spMk id="839" creationId="{E0BAC956-172D-4AAF-23BF-9BB7664FB75D}"/>
          </ac:spMkLst>
        </pc:spChg>
        <pc:spChg chg="add mod">
          <ac:chgData name="seungkyun park" userId="f1574e86df6b37cf" providerId="LiveId" clId="{A9D9B869-BB2C-4014-8742-76A2F817DC75}" dt="2025-08-05T14:16:16.725" v="8431" actId="1038"/>
          <ac:spMkLst>
            <pc:docMk/>
            <pc:sldMk cId="4006008676" sldId="285"/>
            <ac:spMk id="840" creationId="{A129A887-6727-AB56-1D49-59A237C22AB8}"/>
          </ac:spMkLst>
        </pc:spChg>
        <pc:spChg chg="mod">
          <ac:chgData name="seungkyun park" userId="f1574e86df6b37cf" providerId="LiveId" clId="{A9D9B869-BB2C-4014-8742-76A2F817DC75}" dt="2025-08-05T14:16:16.725" v="8431" actId="1038"/>
          <ac:spMkLst>
            <pc:docMk/>
            <pc:sldMk cId="4006008676" sldId="285"/>
            <ac:spMk id="841" creationId="{BE700F69-8319-0EBC-BD49-685D0EF8A28A}"/>
          </ac:spMkLst>
        </pc:spChg>
        <pc:spChg chg="mod">
          <ac:chgData name="seungkyun park" userId="f1574e86df6b37cf" providerId="LiveId" clId="{A9D9B869-BB2C-4014-8742-76A2F817DC75}" dt="2025-08-05T14:16:23.098" v="8437" actId="1038"/>
          <ac:spMkLst>
            <pc:docMk/>
            <pc:sldMk cId="4006008676" sldId="285"/>
            <ac:spMk id="843" creationId="{280DE681-5631-54B2-5B5C-8E07D49E0971}"/>
          </ac:spMkLst>
        </pc:spChg>
        <pc:spChg chg="mod">
          <ac:chgData name="seungkyun park" userId="f1574e86df6b37cf" providerId="LiveId" clId="{A9D9B869-BB2C-4014-8742-76A2F817DC75}" dt="2025-08-05T15:15:35.973" v="10289" actId="1036"/>
          <ac:spMkLst>
            <pc:docMk/>
            <pc:sldMk cId="4006008676" sldId="285"/>
            <ac:spMk id="844" creationId="{3776E47E-1C3F-B6F3-1C67-2F179A1356EF}"/>
          </ac:spMkLst>
        </pc:spChg>
        <pc:spChg chg="mod">
          <ac:chgData name="seungkyun park" userId="f1574e86df6b37cf" providerId="LiveId" clId="{A9D9B869-BB2C-4014-8742-76A2F817DC75}" dt="2025-08-05T15:15:35.973" v="10289" actId="1036"/>
          <ac:spMkLst>
            <pc:docMk/>
            <pc:sldMk cId="4006008676" sldId="285"/>
            <ac:spMk id="845" creationId="{39D33EAD-F4E4-E42C-4826-F11144421720}"/>
          </ac:spMkLst>
        </pc:spChg>
        <pc:spChg chg="mod">
          <ac:chgData name="seungkyun park" userId="f1574e86df6b37cf" providerId="LiveId" clId="{A9D9B869-BB2C-4014-8742-76A2F817DC75}" dt="2025-08-05T14:16:03.939" v="8416" actId="1038"/>
          <ac:spMkLst>
            <pc:docMk/>
            <pc:sldMk cId="4006008676" sldId="285"/>
            <ac:spMk id="846" creationId="{A7E37779-9398-58A4-51D7-16AF4B1FEC33}"/>
          </ac:spMkLst>
        </pc:spChg>
        <pc:spChg chg="mod">
          <ac:chgData name="seungkyun park" userId="f1574e86df6b37cf" providerId="LiveId" clId="{A9D9B869-BB2C-4014-8742-76A2F817DC75}" dt="2025-08-05T14:16:27.570" v="8443" actId="1038"/>
          <ac:spMkLst>
            <pc:docMk/>
            <pc:sldMk cId="4006008676" sldId="285"/>
            <ac:spMk id="847" creationId="{5E80B5E6-0F03-E292-CBAF-2B6795FF1721}"/>
          </ac:spMkLst>
        </pc:spChg>
        <pc:spChg chg="mod">
          <ac:chgData name="seungkyun park" userId="f1574e86df6b37cf" providerId="LiveId" clId="{A9D9B869-BB2C-4014-8742-76A2F817DC75}" dt="2025-08-05T16:37:38.174" v="12099" actId="5793"/>
          <ac:spMkLst>
            <pc:docMk/>
            <pc:sldMk cId="4006008676" sldId="285"/>
            <ac:spMk id="848" creationId="{78BBA213-8FEF-8139-A41E-4E1BAFA8CEDC}"/>
          </ac:spMkLst>
        </pc:spChg>
        <pc:spChg chg="mod">
          <ac:chgData name="seungkyun park" userId="f1574e86df6b37cf" providerId="LiveId" clId="{A9D9B869-BB2C-4014-8742-76A2F817DC75}" dt="2025-08-05T14:16:33.449" v="8449" actId="1038"/>
          <ac:spMkLst>
            <pc:docMk/>
            <pc:sldMk cId="4006008676" sldId="285"/>
            <ac:spMk id="849" creationId="{A1F31A20-B7EC-4C50-286C-5C8FF2163A26}"/>
          </ac:spMkLst>
        </pc:spChg>
        <pc:spChg chg="add mod">
          <ac:chgData name="seungkyun park" userId="f1574e86df6b37cf" providerId="LiveId" clId="{A9D9B869-BB2C-4014-8742-76A2F817DC75}" dt="2025-08-05T14:16:44.972" v="8461" actId="1038"/>
          <ac:spMkLst>
            <pc:docMk/>
            <pc:sldMk cId="4006008676" sldId="285"/>
            <ac:spMk id="850" creationId="{A8DEB36A-7EC3-4860-B8D8-7F3C6EA2769D}"/>
          </ac:spMkLst>
        </pc:spChg>
        <pc:spChg chg="add mod">
          <ac:chgData name="seungkyun park" userId="f1574e86df6b37cf" providerId="LiveId" clId="{A9D9B869-BB2C-4014-8742-76A2F817DC75}" dt="2025-08-05T17:01:27.505" v="13011" actId="14100"/>
          <ac:spMkLst>
            <pc:docMk/>
            <pc:sldMk cId="4006008676" sldId="285"/>
            <ac:spMk id="856" creationId="{7CAA907C-BFB1-1B63-E15B-8BDB12CDED49}"/>
          </ac:spMkLst>
        </pc:spChg>
        <pc:spChg chg="mod">
          <ac:chgData name="seungkyun park" userId="f1574e86df6b37cf" providerId="LiveId" clId="{A9D9B869-BB2C-4014-8742-76A2F817DC75}" dt="2025-08-05T16:59:46.702" v="12945" actId="14100"/>
          <ac:spMkLst>
            <pc:docMk/>
            <pc:sldMk cId="4006008676" sldId="285"/>
            <ac:spMk id="857" creationId="{437C39F8-B8E6-EA4D-3174-0EF0AB6493C8}"/>
          </ac:spMkLst>
        </pc:spChg>
        <pc:spChg chg="add mod">
          <ac:chgData name="seungkyun park" userId="f1574e86df6b37cf" providerId="LiveId" clId="{A9D9B869-BB2C-4014-8742-76A2F817DC75}" dt="2025-08-05T16:58:55.980" v="12937"/>
          <ac:spMkLst>
            <pc:docMk/>
            <pc:sldMk cId="4006008676" sldId="285"/>
            <ac:spMk id="860" creationId="{D90F69FB-900F-10FE-045A-AD299B9FA973}"/>
          </ac:spMkLst>
        </pc:spChg>
        <pc:spChg chg="add mod">
          <ac:chgData name="seungkyun park" userId="f1574e86df6b37cf" providerId="LiveId" clId="{A9D9B869-BB2C-4014-8742-76A2F817DC75}" dt="2025-08-05T17:04:54.311" v="13038" actId="1036"/>
          <ac:spMkLst>
            <pc:docMk/>
            <pc:sldMk cId="4006008676" sldId="285"/>
            <ac:spMk id="863" creationId="{9125C07A-4F38-D596-7808-A2F8E4401B92}"/>
          </ac:spMkLst>
        </pc:spChg>
        <pc:spChg chg="mod">
          <ac:chgData name="seungkyun park" userId="f1574e86df6b37cf" providerId="LiveId" clId="{A9D9B869-BB2C-4014-8742-76A2F817DC75}" dt="2025-08-05T16:59:46.702" v="12945" actId="14100"/>
          <ac:spMkLst>
            <pc:docMk/>
            <pc:sldMk cId="4006008676" sldId="285"/>
            <ac:spMk id="864" creationId="{0174C41A-05CF-A3F5-59D2-C9C85BC795FB}"/>
          </ac:spMkLst>
        </pc:spChg>
        <pc:spChg chg="mod">
          <ac:chgData name="seungkyun park" userId="f1574e86df6b37cf" providerId="LiveId" clId="{A9D9B869-BB2C-4014-8742-76A2F817DC75}" dt="2025-08-05T17:05:28.617" v="13057" actId="20577"/>
          <ac:spMkLst>
            <pc:docMk/>
            <pc:sldMk cId="4006008676" sldId="285"/>
            <ac:spMk id="866" creationId="{951D7408-E6BB-5384-0AC4-3F8C1BD5277B}"/>
          </ac:spMkLst>
        </pc:spChg>
        <pc:spChg chg="add mod">
          <ac:chgData name="seungkyun park" userId="f1574e86df6b37cf" providerId="LiveId" clId="{A9D9B869-BB2C-4014-8742-76A2F817DC75}" dt="2025-08-04T17:50:11.569" v="6822" actId="20577"/>
          <ac:spMkLst>
            <pc:docMk/>
            <pc:sldMk cId="4006008676" sldId="285"/>
            <ac:spMk id="872" creationId="{084C2B22-789C-34BA-B80A-24C87A50FF93}"/>
          </ac:spMkLst>
        </pc:spChg>
        <pc:spChg chg="add mod">
          <ac:chgData name="seungkyun park" userId="f1574e86df6b37cf" providerId="LiveId" clId="{A9D9B869-BB2C-4014-8742-76A2F817DC75}" dt="2025-08-04T17:50:13.603" v="6824" actId="20577"/>
          <ac:spMkLst>
            <pc:docMk/>
            <pc:sldMk cId="4006008676" sldId="285"/>
            <ac:spMk id="875" creationId="{280EAA69-8E6B-C82F-C2E1-92B565CAA93F}"/>
          </ac:spMkLst>
        </pc:spChg>
        <pc:spChg chg="add mod">
          <ac:chgData name="seungkyun park" userId="f1574e86df6b37cf" providerId="LiveId" clId="{A9D9B869-BB2C-4014-8742-76A2F817DC75}" dt="2025-08-04T17:50:16.372" v="6826" actId="20577"/>
          <ac:spMkLst>
            <pc:docMk/>
            <pc:sldMk cId="4006008676" sldId="285"/>
            <ac:spMk id="878" creationId="{F84E0F47-BA4F-3823-7A00-83E6F0702559}"/>
          </ac:spMkLst>
        </pc:spChg>
        <pc:spChg chg="add mod">
          <ac:chgData name="seungkyun park" userId="f1574e86df6b37cf" providerId="LiveId" clId="{A9D9B869-BB2C-4014-8742-76A2F817DC75}" dt="2025-08-04T17:50:18.319" v="6828" actId="20577"/>
          <ac:spMkLst>
            <pc:docMk/>
            <pc:sldMk cId="4006008676" sldId="285"/>
            <ac:spMk id="881" creationId="{97665BC0-0089-B76F-DC20-95FA4CAE597D}"/>
          </ac:spMkLst>
        </pc:spChg>
        <pc:spChg chg="add mod">
          <ac:chgData name="seungkyun park" userId="f1574e86df6b37cf" providerId="LiveId" clId="{A9D9B869-BB2C-4014-8742-76A2F817DC75}" dt="2025-08-05T14:16:23.098" v="8437" actId="1038"/>
          <ac:spMkLst>
            <pc:docMk/>
            <pc:sldMk cId="4006008676" sldId="285"/>
            <ac:spMk id="884" creationId="{097718C9-191C-9C0E-B896-7E5B707FD7ED}"/>
          </ac:spMkLst>
        </pc:spChg>
        <pc:spChg chg="add mod">
          <ac:chgData name="seungkyun park" userId="f1574e86df6b37cf" providerId="LiveId" clId="{A9D9B869-BB2C-4014-8742-76A2F817DC75}" dt="2025-08-05T14:16:27.570" v="8443" actId="1038"/>
          <ac:spMkLst>
            <pc:docMk/>
            <pc:sldMk cId="4006008676" sldId="285"/>
            <ac:spMk id="887" creationId="{E8CE26BC-5AE9-E696-2FD7-8EDB38D7EFFD}"/>
          </ac:spMkLst>
        </pc:spChg>
        <pc:spChg chg="add mod">
          <ac:chgData name="seungkyun park" userId="f1574e86df6b37cf" providerId="LiveId" clId="{A9D9B869-BB2C-4014-8742-76A2F817DC75}" dt="2025-08-05T14:16:03.939" v="8416" actId="1038"/>
          <ac:spMkLst>
            <pc:docMk/>
            <pc:sldMk cId="4006008676" sldId="285"/>
            <ac:spMk id="890" creationId="{B77D25F3-7BF2-EB38-42E9-F11B282F5900}"/>
          </ac:spMkLst>
        </pc:spChg>
        <pc:spChg chg="add mod">
          <ac:chgData name="seungkyun park" userId="f1574e86df6b37cf" providerId="LiveId" clId="{A9D9B869-BB2C-4014-8742-76A2F817DC75}" dt="2025-08-05T14:18:24.093" v="8505" actId="1037"/>
          <ac:spMkLst>
            <pc:docMk/>
            <pc:sldMk cId="4006008676" sldId="285"/>
            <ac:spMk id="893" creationId="{DC7A77A8-809B-230A-CC09-9FC0384B5BAD}"/>
          </ac:spMkLst>
        </pc:spChg>
        <pc:spChg chg="add mod">
          <ac:chgData name="seungkyun park" userId="f1574e86df6b37cf" providerId="LiveId" clId="{A9D9B869-BB2C-4014-8742-76A2F817DC75}" dt="2025-08-04T17:48:43.909" v="6700" actId="20577"/>
          <ac:spMkLst>
            <pc:docMk/>
            <pc:sldMk cId="4006008676" sldId="285"/>
            <ac:spMk id="896" creationId="{43569588-957E-9D4B-5023-60A3C654776F}"/>
          </ac:spMkLst>
        </pc:spChg>
        <pc:spChg chg="add del mod">
          <ac:chgData name="seungkyun park" userId="f1574e86df6b37cf" providerId="LiveId" clId="{A9D9B869-BB2C-4014-8742-76A2F817DC75}" dt="2025-08-05T14:45:39.164" v="9051" actId="20577"/>
          <ac:spMkLst>
            <pc:docMk/>
            <pc:sldMk cId="4006008676" sldId="285"/>
            <ac:spMk id="918" creationId="{DE40E454-A990-093F-E2F1-ECE7A7159D87}"/>
          </ac:spMkLst>
        </pc:spChg>
        <pc:spChg chg="add mod">
          <ac:chgData name="seungkyun park" userId="f1574e86df6b37cf" providerId="LiveId" clId="{A9D9B869-BB2C-4014-8742-76A2F817DC75}" dt="2025-08-05T14:45:16.985" v="9041" actId="1035"/>
          <ac:spMkLst>
            <pc:docMk/>
            <pc:sldMk cId="4006008676" sldId="285"/>
            <ac:spMk id="919" creationId="{F43780A0-4003-BCA2-A693-BB39F0BD2CC7}"/>
          </ac:spMkLst>
        </pc:spChg>
        <pc:spChg chg="add mod">
          <ac:chgData name="seungkyun park" userId="f1574e86df6b37cf" providerId="LiveId" clId="{A9D9B869-BB2C-4014-8742-76A2F817DC75}" dt="2025-08-05T14:39:20.212" v="8885" actId="20577"/>
          <ac:spMkLst>
            <pc:docMk/>
            <pc:sldMk cId="4006008676" sldId="285"/>
            <ac:spMk id="921" creationId="{FAA22C6F-E6D7-7031-7B12-A8CFF09F96D2}"/>
          </ac:spMkLst>
        </pc:spChg>
        <pc:spChg chg="add mod">
          <ac:chgData name="seungkyun park" userId="f1574e86df6b37cf" providerId="LiveId" clId="{A9D9B869-BB2C-4014-8742-76A2F817DC75}" dt="2025-08-05T14:39:30.071" v="8892" actId="20577"/>
          <ac:spMkLst>
            <pc:docMk/>
            <pc:sldMk cId="4006008676" sldId="285"/>
            <ac:spMk id="922" creationId="{5DFE918B-0214-F6E3-0BF7-BC5DAF74FC55}"/>
          </ac:spMkLst>
        </pc:spChg>
        <pc:spChg chg="add mod">
          <ac:chgData name="seungkyun park" userId="f1574e86df6b37cf" providerId="LiveId" clId="{A9D9B869-BB2C-4014-8742-76A2F817DC75}" dt="2025-08-05T14:39:37.924" v="8895" actId="20577"/>
          <ac:spMkLst>
            <pc:docMk/>
            <pc:sldMk cId="4006008676" sldId="285"/>
            <ac:spMk id="923" creationId="{655E16A5-A63D-60DA-27B6-7FCA8F298A90}"/>
          </ac:spMkLst>
        </pc:spChg>
        <pc:spChg chg="add mod">
          <ac:chgData name="seungkyun park" userId="f1574e86df6b37cf" providerId="LiveId" clId="{A9D9B869-BB2C-4014-8742-76A2F817DC75}" dt="2025-08-05T14:39:45.998" v="8904" actId="20577"/>
          <ac:spMkLst>
            <pc:docMk/>
            <pc:sldMk cId="4006008676" sldId="285"/>
            <ac:spMk id="924" creationId="{C2CBECD0-D840-5E35-8E97-83D334309AEC}"/>
          </ac:spMkLst>
        </pc:spChg>
        <pc:spChg chg="add mod">
          <ac:chgData name="seungkyun park" userId="f1574e86df6b37cf" providerId="LiveId" clId="{A9D9B869-BB2C-4014-8742-76A2F817DC75}" dt="2025-08-05T14:40:01.928" v="8914" actId="20577"/>
          <ac:spMkLst>
            <pc:docMk/>
            <pc:sldMk cId="4006008676" sldId="285"/>
            <ac:spMk id="925" creationId="{F68CEBC4-6F59-5B95-05DC-1FE3092A202D}"/>
          </ac:spMkLst>
        </pc:spChg>
        <pc:spChg chg="add mod">
          <ac:chgData name="seungkyun park" userId="f1574e86df6b37cf" providerId="LiveId" clId="{A9D9B869-BB2C-4014-8742-76A2F817DC75}" dt="2025-08-05T14:40:15.680" v="8922" actId="20577"/>
          <ac:spMkLst>
            <pc:docMk/>
            <pc:sldMk cId="4006008676" sldId="285"/>
            <ac:spMk id="926" creationId="{6EEECD59-A5F5-B285-F4AC-E5BF7E19B601}"/>
          </ac:spMkLst>
        </pc:spChg>
        <pc:spChg chg="add mod">
          <ac:chgData name="seungkyun park" userId="f1574e86df6b37cf" providerId="LiveId" clId="{A9D9B869-BB2C-4014-8742-76A2F817DC75}" dt="2025-08-05T14:40:27.743" v="8932" actId="20577"/>
          <ac:spMkLst>
            <pc:docMk/>
            <pc:sldMk cId="4006008676" sldId="285"/>
            <ac:spMk id="927" creationId="{F6FC5CAC-C766-5164-5081-0AD53160D486}"/>
          </ac:spMkLst>
        </pc:spChg>
        <pc:spChg chg="add mod">
          <ac:chgData name="seungkyun park" userId="f1574e86df6b37cf" providerId="LiveId" clId="{A9D9B869-BB2C-4014-8742-76A2F817DC75}" dt="2025-08-05T14:40:43.684" v="8943" actId="20577"/>
          <ac:spMkLst>
            <pc:docMk/>
            <pc:sldMk cId="4006008676" sldId="285"/>
            <ac:spMk id="928" creationId="{A7F20A61-53C4-8370-97AB-FABD7FC84C55}"/>
          </ac:spMkLst>
        </pc:spChg>
        <pc:spChg chg="add mod">
          <ac:chgData name="seungkyun park" userId="f1574e86df6b37cf" providerId="LiveId" clId="{A9D9B869-BB2C-4014-8742-76A2F817DC75}" dt="2025-08-05T16:33:37.352" v="12004" actId="20577"/>
          <ac:spMkLst>
            <pc:docMk/>
            <pc:sldMk cId="4006008676" sldId="285"/>
            <ac:spMk id="929" creationId="{D2CDF373-8033-0CBA-D937-DE0189A3F945}"/>
          </ac:spMkLst>
        </pc:spChg>
        <pc:spChg chg="add mod">
          <ac:chgData name="seungkyun park" userId="f1574e86df6b37cf" providerId="LiveId" clId="{A9D9B869-BB2C-4014-8742-76A2F817DC75}" dt="2025-08-05T16:33:49.471" v="12007" actId="20577"/>
          <ac:spMkLst>
            <pc:docMk/>
            <pc:sldMk cId="4006008676" sldId="285"/>
            <ac:spMk id="930" creationId="{D39C55F3-9606-FE9B-224C-AEAA8503BD73}"/>
          </ac:spMkLst>
        </pc:spChg>
        <pc:spChg chg="mod">
          <ac:chgData name="seungkyun park" userId="f1574e86df6b37cf" providerId="LiveId" clId="{A9D9B869-BB2C-4014-8742-76A2F817DC75}" dt="2025-08-05T14:41:12.236" v="8987" actId="20577"/>
          <ac:spMkLst>
            <pc:docMk/>
            <pc:sldMk cId="4006008676" sldId="285"/>
            <ac:spMk id="932" creationId="{390B9A4C-2359-D5DC-CC7B-9EC2A2C25C54}"/>
          </ac:spMkLst>
        </pc:spChg>
        <pc:spChg chg="add mod">
          <ac:chgData name="seungkyun park" userId="f1574e86df6b37cf" providerId="LiveId" clId="{A9D9B869-BB2C-4014-8742-76A2F817DC75}" dt="2025-08-05T13:32:43.839" v="7847" actId="6549"/>
          <ac:spMkLst>
            <pc:docMk/>
            <pc:sldMk cId="4006008676" sldId="285"/>
            <ac:spMk id="933" creationId="{F0DCCA89-EE9C-FDF6-FB96-75139C6B4383}"/>
          </ac:spMkLst>
        </pc:spChg>
        <pc:spChg chg="add mod">
          <ac:chgData name="seungkyun park" userId="f1574e86df6b37cf" providerId="LiveId" clId="{A9D9B869-BB2C-4014-8742-76A2F817DC75}" dt="2025-08-05T13:36:35.955" v="7948" actId="113"/>
          <ac:spMkLst>
            <pc:docMk/>
            <pc:sldMk cId="4006008676" sldId="285"/>
            <ac:spMk id="936" creationId="{7A4C1895-0ECA-593F-0D2D-006E457E82C1}"/>
          </ac:spMkLst>
        </pc:spChg>
        <pc:spChg chg="add mod">
          <ac:chgData name="seungkyun park" userId="f1574e86df6b37cf" providerId="LiveId" clId="{A9D9B869-BB2C-4014-8742-76A2F817DC75}" dt="2025-08-05T16:10:04.588" v="11097"/>
          <ac:spMkLst>
            <pc:docMk/>
            <pc:sldMk cId="4006008676" sldId="285"/>
            <ac:spMk id="940" creationId="{D424A4B1-5461-9DC8-238E-423279113B14}"/>
          </ac:spMkLst>
        </pc:spChg>
        <pc:spChg chg="add mod">
          <ac:chgData name="seungkyun park" userId="f1574e86df6b37cf" providerId="LiveId" clId="{A9D9B869-BB2C-4014-8742-76A2F817DC75}" dt="2025-08-05T16:09:14.461" v="11007" actId="20577"/>
          <ac:spMkLst>
            <pc:docMk/>
            <pc:sldMk cId="4006008676" sldId="285"/>
            <ac:spMk id="941" creationId="{88ED0903-ED5D-3C74-33A0-D4F2CABEBD66}"/>
          </ac:spMkLst>
        </pc:spChg>
        <pc:spChg chg="add mod">
          <ac:chgData name="seungkyun park" userId="f1574e86df6b37cf" providerId="LiveId" clId="{A9D9B869-BB2C-4014-8742-76A2F817DC75}" dt="2025-08-05T16:09:18.274" v="11009" actId="20577"/>
          <ac:spMkLst>
            <pc:docMk/>
            <pc:sldMk cId="4006008676" sldId="285"/>
            <ac:spMk id="942" creationId="{72FD46B5-5D3D-46A8-19EC-F47FCAE772D9}"/>
          </ac:spMkLst>
        </pc:spChg>
        <pc:spChg chg="add mod">
          <ac:chgData name="seungkyun park" userId="f1574e86df6b37cf" providerId="LiveId" clId="{A9D9B869-BB2C-4014-8742-76A2F817DC75}" dt="2025-08-05T16:09:22.553" v="11011" actId="20577"/>
          <ac:spMkLst>
            <pc:docMk/>
            <pc:sldMk cId="4006008676" sldId="285"/>
            <ac:spMk id="943" creationId="{15FD6CCA-38E1-EED4-CB7D-CA7CC948C5FD}"/>
          </ac:spMkLst>
        </pc:spChg>
        <pc:spChg chg="add mod">
          <ac:chgData name="seungkyun park" userId="f1574e86df6b37cf" providerId="LiveId" clId="{A9D9B869-BB2C-4014-8742-76A2F817DC75}" dt="2025-08-05T16:09:31.775" v="11015" actId="20577"/>
          <ac:spMkLst>
            <pc:docMk/>
            <pc:sldMk cId="4006008676" sldId="285"/>
            <ac:spMk id="944" creationId="{492FB3F0-1C06-0346-CF4E-1D12CABF7070}"/>
          </ac:spMkLst>
        </pc:spChg>
        <pc:spChg chg="add mod">
          <ac:chgData name="seungkyun park" userId="f1574e86df6b37cf" providerId="LiveId" clId="{A9D9B869-BB2C-4014-8742-76A2F817DC75}" dt="2025-08-05T16:33:20.948" v="11997" actId="20577"/>
          <ac:spMkLst>
            <pc:docMk/>
            <pc:sldMk cId="4006008676" sldId="285"/>
            <ac:spMk id="945" creationId="{0381D5AB-E961-9D4D-AF49-D62DCEBF0A5D}"/>
          </ac:spMkLst>
        </pc:spChg>
        <pc:spChg chg="add mod">
          <ac:chgData name="seungkyun park" userId="f1574e86df6b37cf" providerId="LiveId" clId="{A9D9B869-BB2C-4014-8742-76A2F817DC75}" dt="2025-08-05T16:09:34.319" v="11017" actId="20577"/>
          <ac:spMkLst>
            <pc:docMk/>
            <pc:sldMk cId="4006008676" sldId="285"/>
            <ac:spMk id="946" creationId="{E4F3C656-35C0-159C-7078-56CD08C7E267}"/>
          </ac:spMkLst>
        </pc:spChg>
        <pc:spChg chg="add mod">
          <ac:chgData name="seungkyun park" userId="f1574e86df6b37cf" providerId="LiveId" clId="{A9D9B869-BB2C-4014-8742-76A2F817DC75}" dt="2025-08-05T16:09:28.312" v="11013" actId="20577"/>
          <ac:spMkLst>
            <pc:docMk/>
            <pc:sldMk cId="4006008676" sldId="285"/>
            <ac:spMk id="947" creationId="{8E994DAD-954D-69BB-FF99-3DC93EFB77C3}"/>
          </ac:spMkLst>
        </pc:spChg>
        <pc:spChg chg="add 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949" creationId="{529BE99C-8DCF-AE13-B7FD-8FCFEDCB24CC}"/>
          </ac:spMkLst>
        </pc:spChg>
        <pc:spChg chg="add mod">
          <ac:chgData name="seungkyun park" userId="f1574e86df6b37cf" providerId="LiveId" clId="{A9D9B869-BB2C-4014-8742-76A2F817DC75}" dt="2025-08-05T16:21:42.839" v="11775" actId="1036"/>
          <ac:spMkLst>
            <pc:docMk/>
            <pc:sldMk cId="4006008676" sldId="285"/>
            <ac:spMk id="950" creationId="{1F7270DB-E2C7-DFD4-CE42-6E9491CB6C5B}"/>
          </ac:spMkLst>
        </pc:spChg>
        <pc:spChg chg="add mod">
          <ac:chgData name="seungkyun park" userId="f1574e86df6b37cf" providerId="LiveId" clId="{A9D9B869-BB2C-4014-8742-76A2F817DC75}" dt="2025-08-05T16:20:52.213" v="11763" actId="1037"/>
          <ac:spMkLst>
            <pc:docMk/>
            <pc:sldMk cId="4006008676" sldId="285"/>
            <ac:spMk id="951" creationId="{282D7105-A707-6035-D5A0-49973BF07F6F}"/>
          </ac:spMkLst>
        </pc:spChg>
        <pc:spChg chg="add mod">
          <ac:chgData name="seungkyun park" userId="f1574e86df6b37cf" providerId="LiveId" clId="{A9D9B869-BB2C-4014-8742-76A2F817DC75}" dt="2025-08-05T15:20:58.950" v="10326" actId="14100"/>
          <ac:spMkLst>
            <pc:docMk/>
            <pc:sldMk cId="4006008676" sldId="285"/>
            <ac:spMk id="953" creationId="{A071E179-7E01-54BC-60FB-5E30AEC91B93}"/>
          </ac:spMkLst>
        </pc:spChg>
        <pc:spChg chg="add mod">
          <ac:chgData name="seungkyun park" userId="f1574e86df6b37cf" providerId="LiveId" clId="{A9D9B869-BB2C-4014-8742-76A2F817DC75}" dt="2025-08-05T13:44:16.948" v="8084" actId="571"/>
          <ac:spMkLst>
            <pc:docMk/>
            <pc:sldMk cId="4006008676" sldId="285"/>
            <ac:spMk id="954" creationId="{46F205F4-D635-29A2-8941-F81A5827300B}"/>
          </ac:spMkLst>
        </pc:spChg>
        <pc:spChg chg="add mod">
          <ac:chgData name="seungkyun park" userId="f1574e86df6b37cf" providerId="LiveId" clId="{A9D9B869-BB2C-4014-8742-76A2F817DC75}" dt="2025-08-05T13:45:47.665" v="8101" actId="20577"/>
          <ac:spMkLst>
            <pc:docMk/>
            <pc:sldMk cId="4006008676" sldId="285"/>
            <ac:spMk id="955" creationId="{B10D68DA-960A-FA4F-E2D5-6DC6F359B80B}"/>
          </ac:spMkLst>
        </pc:spChg>
        <pc:spChg chg="add mod">
          <ac:chgData name="seungkyun park" userId="f1574e86df6b37cf" providerId="LiveId" clId="{A9D9B869-BB2C-4014-8742-76A2F817DC75}" dt="2025-08-05T13:46:51.584" v="8122" actId="207"/>
          <ac:spMkLst>
            <pc:docMk/>
            <pc:sldMk cId="4006008676" sldId="285"/>
            <ac:spMk id="958" creationId="{9B9B15B7-873E-B57D-906D-37F05FF952D5}"/>
          </ac:spMkLst>
        </pc:spChg>
        <pc:spChg chg="add mod">
          <ac:chgData name="seungkyun park" userId="f1574e86df6b37cf" providerId="LiveId" clId="{A9D9B869-BB2C-4014-8742-76A2F817DC75}" dt="2025-08-05T16:58:55.980" v="12937"/>
          <ac:spMkLst>
            <pc:docMk/>
            <pc:sldMk cId="4006008676" sldId="285"/>
            <ac:spMk id="961" creationId="{84B82566-35F7-EB85-AAE1-D3B15BFC5905}"/>
          </ac:spMkLst>
        </pc:spChg>
        <pc:spChg chg="mod">
          <ac:chgData name="seungkyun park" userId="f1574e86df6b37cf" providerId="LiveId" clId="{A9D9B869-BB2C-4014-8742-76A2F817DC75}" dt="2025-08-05T17:04:54.311" v="13038" actId="1036"/>
          <ac:spMkLst>
            <pc:docMk/>
            <pc:sldMk cId="4006008676" sldId="285"/>
            <ac:spMk id="962" creationId="{74992DDB-27AC-0BB0-BFBE-A1495E731246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84" creationId="{1AC309C0-9579-8E7D-D292-2DD8920EF177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85" creationId="{D85CF448-5B89-A827-C5B0-60F4B057B7B3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86" creationId="{F9BDE9E0-A31C-02A0-E265-9FCCF572960F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87" creationId="{353D80FD-4C6F-A03E-EFAA-897ABE44BAD2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88" creationId="{8FC016AF-6E9E-A141-5986-43ADC21854D0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89" creationId="{159A8284-729F-F356-32B0-A3503AAD78E8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90" creationId="{3AE9848D-F344-B459-AE3C-218E46222A50}"/>
          </ac:spMkLst>
        </pc:spChg>
        <pc:spChg chg="mod">
          <ac:chgData name="seungkyun park" userId="f1574e86df6b37cf" providerId="LiveId" clId="{A9D9B869-BB2C-4014-8742-76A2F817DC75}" dt="2025-08-11T12:11:34.417" v="14380" actId="164"/>
          <ac:spMkLst>
            <pc:docMk/>
            <pc:sldMk cId="4006008676" sldId="285"/>
            <ac:spMk id="992" creationId="{9AD21E9A-6E48-432E-800F-42112C828651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95" creationId="{CDDB9E90-2A45-07D2-E022-C88CB801306A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96" creationId="{90048FBE-62FF-97DE-C7E8-30D42BEADE28}"/>
          </ac:spMkLst>
        </pc:spChg>
        <pc:spChg chg="add mod">
          <ac:chgData name="seungkyun park" userId="f1574e86df6b37cf" providerId="LiveId" clId="{A9D9B869-BB2C-4014-8742-76A2F817DC75}" dt="2025-08-05T17:01:23.061" v="13010" actId="1038"/>
          <ac:spMkLst>
            <pc:docMk/>
            <pc:sldMk cId="4006008676" sldId="285"/>
            <ac:spMk id="997" creationId="{2EE08366-31B4-CA48-5AA3-3CA9EDA754AF}"/>
          </ac:spMkLst>
        </pc:spChg>
        <pc:spChg chg="add mod">
          <ac:chgData name="seungkyun park" userId="f1574e86df6b37cf" providerId="LiveId" clId="{A9D9B869-BB2C-4014-8742-76A2F817DC75}" dt="2025-08-05T17:01:46.194" v="13018" actId="12788"/>
          <ac:spMkLst>
            <pc:docMk/>
            <pc:sldMk cId="4006008676" sldId="285"/>
            <ac:spMk id="999" creationId="{750F2072-C958-84D1-21DE-BE98302C2D26}"/>
          </ac:spMkLst>
        </pc:spChg>
        <pc:spChg chg="add mod">
          <ac:chgData name="seungkyun park" userId="f1574e86df6b37cf" providerId="LiveId" clId="{A9D9B869-BB2C-4014-8742-76A2F817DC75}" dt="2025-08-05T17:10:30.971" v="13379"/>
          <ac:spMkLst>
            <pc:docMk/>
            <pc:sldMk cId="4006008676" sldId="285"/>
            <ac:spMk id="1002" creationId="{45B26E05-0A2E-017C-5C95-AD793B038427}"/>
          </ac:spMkLst>
        </pc:spChg>
        <pc:spChg chg="add mod">
          <ac:chgData name="seungkyun park" userId="f1574e86df6b37cf" providerId="LiveId" clId="{A9D9B869-BB2C-4014-8742-76A2F817DC75}" dt="2025-08-05T17:10:15.332" v="13326" actId="20577"/>
          <ac:spMkLst>
            <pc:docMk/>
            <pc:sldMk cId="4006008676" sldId="285"/>
            <ac:spMk id="1003" creationId="{F3E30CFE-25F8-59AF-D3EC-42DB8DE51CB4}"/>
          </ac:spMkLst>
        </pc:spChg>
        <pc:spChg chg="add mod">
          <ac:chgData name="seungkyun park" userId="f1574e86df6b37cf" providerId="LiveId" clId="{A9D9B869-BB2C-4014-8742-76A2F817DC75}" dt="2025-08-05T17:24:34.474" v="13395" actId="20577"/>
          <ac:spMkLst>
            <pc:docMk/>
            <pc:sldMk cId="4006008676" sldId="285"/>
            <ac:spMk id="1004" creationId="{680AB4B3-4726-8C41-C2CB-A602706F68AA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1035" creationId="{3BFBB6D1-E510-17E0-D278-640CA99F6999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1054" creationId="{B23255F4-D79B-4EA4-15E9-E063B4CF5937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1080" creationId="{372AFD49-CAF7-384D-5834-E991BA20CDD2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1083" creationId="{449C1246-8BED-749E-5873-1F0299919A43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1134" creationId="{80DBC461-5A05-06AF-CB5F-FBA0E28D1F2B}"/>
          </ac:spMkLst>
        </pc:spChg>
        <pc:spChg chg="mod">
          <ac:chgData name="seungkyun park" userId="f1574e86df6b37cf" providerId="LiveId" clId="{A9D9B869-BB2C-4014-8742-76A2F817DC75}" dt="2025-08-11T11:23:27.475" v="13397"/>
          <ac:spMkLst>
            <pc:docMk/>
            <pc:sldMk cId="4006008676" sldId="285"/>
            <ac:spMk id="1155" creationId="{B4B4B81A-81CB-E6E4-327F-E60FC1EA9B41}"/>
          </ac:spMkLst>
        </pc:spChg>
        <pc:spChg chg="add mod">
          <ac:chgData name="seungkyun park" userId="f1574e86df6b37cf" providerId="LiveId" clId="{A9D9B869-BB2C-4014-8742-76A2F817DC75}" dt="2025-08-11T11:51:51.740" v="13856" actId="404"/>
          <ac:spMkLst>
            <pc:docMk/>
            <pc:sldMk cId="4006008676" sldId="285"/>
            <ac:spMk id="1202" creationId="{12DCD9C9-C5D3-F915-DA4D-13BBE10B62BA}"/>
          </ac:spMkLst>
        </pc:spChg>
        <pc:spChg chg="add mod">
          <ac:chgData name="seungkyun park" userId="f1574e86df6b37cf" providerId="LiveId" clId="{A9D9B869-BB2C-4014-8742-76A2F817DC75}" dt="2025-08-11T11:51:56.604" v="13857" actId="14100"/>
          <ac:spMkLst>
            <pc:docMk/>
            <pc:sldMk cId="4006008676" sldId="285"/>
            <ac:spMk id="1203" creationId="{3E99170A-9925-C7C8-E2EB-9DFA59C5B883}"/>
          </ac:spMkLst>
        </pc:spChg>
        <pc:spChg chg="add mod">
          <ac:chgData name="seungkyun park" userId="f1574e86df6b37cf" providerId="LiveId" clId="{A9D9B869-BB2C-4014-8742-76A2F817DC75}" dt="2025-08-11T11:51:51.740" v="13856" actId="404"/>
          <ac:spMkLst>
            <pc:docMk/>
            <pc:sldMk cId="4006008676" sldId="285"/>
            <ac:spMk id="1204" creationId="{ED4F6E1C-5929-063B-D960-252B97D7C1D3}"/>
          </ac:spMkLst>
        </pc:spChg>
        <pc:spChg chg="add mod">
          <ac:chgData name="seungkyun park" userId="f1574e86df6b37cf" providerId="LiveId" clId="{A9D9B869-BB2C-4014-8742-76A2F817DC75}" dt="2025-08-11T11:53:53.304" v="14135" actId="14100"/>
          <ac:spMkLst>
            <pc:docMk/>
            <pc:sldMk cId="4006008676" sldId="285"/>
            <ac:spMk id="1205" creationId="{D8D8A2D9-56B2-B4BF-A887-A03D6DECB872}"/>
          </ac:spMkLst>
        </pc:spChg>
        <pc:spChg chg="add mod">
          <ac:chgData name="seungkyun park" userId="f1574e86df6b37cf" providerId="LiveId" clId="{A9D9B869-BB2C-4014-8742-76A2F817DC75}" dt="2025-08-11T12:11:08.888" v="14376" actId="164"/>
          <ac:spMkLst>
            <pc:docMk/>
            <pc:sldMk cId="4006008676" sldId="285"/>
            <ac:spMk id="1211" creationId="{C3BD5739-4722-5306-EE11-55D179BE56E0}"/>
          </ac:spMkLst>
        </pc:spChg>
        <pc:spChg chg="add mod">
          <ac:chgData name="seungkyun park" userId="f1574e86df6b37cf" providerId="LiveId" clId="{A9D9B869-BB2C-4014-8742-76A2F817DC75}" dt="2025-08-11T12:11:08.888" v="14376" actId="164"/>
          <ac:spMkLst>
            <pc:docMk/>
            <pc:sldMk cId="4006008676" sldId="285"/>
            <ac:spMk id="1212" creationId="{5AAEA556-5D71-1906-74D5-730FC477E9D3}"/>
          </ac:spMkLst>
        </pc:spChg>
        <pc:spChg chg="add mod">
          <ac:chgData name="seungkyun park" userId="f1574e86df6b37cf" providerId="LiveId" clId="{A9D9B869-BB2C-4014-8742-76A2F817DC75}" dt="2025-08-11T12:11:08.888" v="14376" actId="164"/>
          <ac:spMkLst>
            <pc:docMk/>
            <pc:sldMk cId="4006008676" sldId="285"/>
            <ac:spMk id="1214" creationId="{CBDB25BB-8A7B-173F-C519-03D939EF86EE}"/>
          </ac:spMkLst>
        </pc:spChg>
        <pc:spChg chg="add mod">
          <ac:chgData name="seungkyun park" userId="f1574e86df6b37cf" providerId="LiveId" clId="{A9D9B869-BB2C-4014-8742-76A2F817DC75}" dt="2025-08-11T12:11:08.888" v="14376" actId="164"/>
          <ac:spMkLst>
            <pc:docMk/>
            <pc:sldMk cId="4006008676" sldId="285"/>
            <ac:spMk id="1215" creationId="{492C7F99-8553-023F-F799-C5E3C306EE1A}"/>
          </ac:spMkLst>
        </pc:spChg>
        <pc:spChg chg="add mod">
          <ac:chgData name="seungkyun park" userId="f1574e86df6b37cf" providerId="LiveId" clId="{A9D9B869-BB2C-4014-8742-76A2F817DC75}" dt="2025-08-11T12:11:08.888" v="14376" actId="164"/>
          <ac:spMkLst>
            <pc:docMk/>
            <pc:sldMk cId="4006008676" sldId="285"/>
            <ac:spMk id="1216" creationId="{AEC3C2B5-9E91-561D-7F2E-B76537BFB8CC}"/>
          </ac:spMkLst>
        </pc:spChg>
        <pc:spChg chg="add mod">
          <ac:chgData name="seungkyun park" userId="f1574e86df6b37cf" providerId="LiveId" clId="{A9D9B869-BB2C-4014-8742-76A2F817DC75}" dt="2025-08-11T12:11:08.888" v="14376" actId="164"/>
          <ac:spMkLst>
            <pc:docMk/>
            <pc:sldMk cId="4006008676" sldId="285"/>
            <ac:spMk id="1217" creationId="{4E3DFAE5-E095-318D-42C6-62713C9C7A4A}"/>
          </ac:spMkLst>
        </pc:spChg>
        <pc:spChg chg="add mod">
          <ac:chgData name="seungkyun park" userId="f1574e86df6b37cf" providerId="LiveId" clId="{A9D9B869-BB2C-4014-8742-76A2F817DC75}" dt="2025-08-11T12:11:08.888" v="14376" actId="164"/>
          <ac:spMkLst>
            <pc:docMk/>
            <pc:sldMk cId="4006008676" sldId="285"/>
            <ac:spMk id="1218" creationId="{FF27BCCF-78DD-6CEC-5265-2DA963B6C5BE}"/>
          </ac:spMkLst>
        </pc:spChg>
        <pc:grpChg chg="add mod">
          <ac:chgData name="seungkyun park" userId="f1574e86df6b37cf" providerId="LiveId" clId="{A9D9B869-BB2C-4014-8742-76A2F817DC75}" dt="2025-08-11T12:11:20.228" v="14379" actId="1036"/>
          <ac:grpSpMkLst>
            <pc:docMk/>
            <pc:sldMk cId="4006008676" sldId="285"/>
            <ac:grpSpMk id="1219" creationId="{9B9FB090-4892-311D-3DE2-B8E947F46C61}"/>
          </ac:grpSpMkLst>
        </pc:grpChg>
        <pc:graphicFrameChg chg="add mod">
          <ac:chgData name="seungkyun park" userId="f1574e86df6b37cf" providerId="LiveId" clId="{A9D9B869-BB2C-4014-8742-76A2F817DC75}" dt="2025-08-11T11:24:40.304" v="13406"/>
          <ac:graphicFrameMkLst>
            <pc:docMk/>
            <pc:sldMk cId="4006008676" sldId="285"/>
            <ac:graphicFrameMk id="1173" creationId="{7B857639-B027-E374-A0D7-CF873C301C96}"/>
          </ac:graphicFrameMkLst>
        </pc:graphicFrameChg>
        <pc:graphicFrameChg chg="add mod">
          <ac:chgData name="seungkyun park" userId="f1574e86df6b37cf" providerId="LiveId" clId="{A9D9B869-BB2C-4014-8742-76A2F817DC75}" dt="2025-08-11T11:25:16.351" v="13415"/>
          <ac:graphicFrameMkLst>
            <pc:docMk/>
            <pc:sldMk cId="4006008676" sldId="285"/>
            <ac:graphicFrameMk id="1175" creationId="{816D5870-3E7D-8C63-9114-F6D7CBD336E1}"/>
          </ac:graphicFrameMkLst>
        </pc:graphicFrameChg>
        <pc:graphicFrameChg chg="add mod">
          <ac:chgData name="seungkyun park" userId="f1574e86df6b37cf" providerId="LiveId" clId="{A9D9B869-BB2C-4014-8742-76A2F817DC75}" dt="2025-08-11T11:25:44.844" v="13420"/>
          <ac:graphicFrameMkLst>
            <pc:docMk/>
            <pc:sldMk cId="4006008676" sldId="285"/>
            <ac:graphicFrameMk id="1177" creationId="{B8704535-607F-332E-D42A-8667AC8AC40D}"/>
          </ac:graphicFrameMkLst>
        </pc:graphicFrameChg>
        <pc:graphicFrameChg chg="add mod">
          <ac:chgData name="seungkyun park" userId="f1574e86df6b37cf" providerId="LiveId" clId="{A9D9B869-BB2C-4014-8742-76A2F817DC75}" dt="2025-08-11T11:29:11.384" v="13425"/>
          <ac:graphicFrameMkLst>
            <pc:docMk/>
            <pc:sldMk cId="4006008676" sldId="285"/>
            <ac:graphicFrameMk id="1179" creationId="{128F5E10-00A5-3D0A-0A4D-F85583EA5615}"/>
          </ac:graphicFrameMkLst>
        </pc:graphicFrameChg>
        <pc:graphicFrameChg chg="add mod">
          <ac:chgData name="seungkyun park" userId="f1574e86df6b37cf" providerId="LiveId" clId="{A9D9B869-BB2C-4014-8742-76A2F817DC75}" dt="2025-08-11T11:29:26.593" v="13428"/>
          <ac:graphicFrameMkLst>
            <pc:docMk/>
            <pc:sldMk cId="4006008676" sldId="285"/>
            <ac:graphicFrameMk id="1181" creationId="{1460F6A3-B2E3-4B23-017E-2E369B67021C}"/>
          </ac:graphicFrameMkLst>
        </pc:graphicFrameChg>
        <pc:graphicFrameChg chg="add mod">
          <ac:chgData name="seungkyun park" userId="f1574e86df6b37cf" providerId="LiveId" clId="{A9D9B869-BB2C-4014-8742-76A2F817DC75}" dt="2025-08-11T11:29:42.878" v="13431"/>
          <ac:graphicFrameMkLst>
            <pc:docMk/>
            <pc:sldMk cId="4006008676" sldId="285"/>
            <ac:graphicFrameMk id="1183" creationId="{55BAFA7A-CAF2-2C83-97E7-4055B1E7D293}"/>
          </ac:graphicFrameMkLst>
        </pc:graphicFrameChg>
        <pc:graphicFrameChg chg="add mod">
          <ac:chgData name="seungkyun park" userId="f1574e86df6b37cf" providerId="LiveId" clId="{A9D9B869-BB2C-4014-8742-76A2F817DC75}" dt="2025-08-11T11:31:42.287" v="13445"/>
          <ac:graphicFrameMkLst>
            <pc:docMk/>
            <pc:sldMk cId="4006008676" sldId="285"/>
            <ac:graphicFrameMk id="1185" creationId="{8E3694F1-F184-FC4C-DDF0-0F4CADFFC25A}"/>
          </ac:graphicFrameMkLst>
        </pc:graphicFrameChg>
        <pc:graphicFrameChg chg="add mod">
          <ac:chgData name="seungkyun park" userId="f1574e86df6b37cf" providerId="LiveId" clId="{A9D9B869-BB2C-4014-8742-76A2F817DC75}" dt="2025-08-11T11:31:58.799" v="13448"/>
          <ac:graphicFrameMkLst>
            <pc:docMk/>
            <pc:sldMk cId="4006008676" sldId="285"/>
            <ac:graphicFrameMk id="1187" creationId="{887F0956-C73E-C68B-4506-EB2D25BBD147}"/>
          </ac:graphicFrameMkLst>
        </pc:graphicFrameChg>
        <pc:graphicFrameChg chg="add mod">
          <ac:chgData name="seungkyun park" userId="f1574e86df6b37cf" providerId="LiveId" clId="{A9D9B869-BB2C-4014-8742-76A2F817DC75}" dt="2025-08-11T11:32:22.862" v="13453"/>
          <ac:graphicFrameMkLst>
            <pc:docMk/>
            <pc:sldMk cId="4006008676" sldId="285"/>
            <ac:graphicFrameMk id="1189" creationId="{0CE785D6-7310-6201-DF53-AC08A41616F3}"/>
          </ac:graphicFrameMkLst>
        </pc:graphicFrameChg>
        <pc:graphicFrameChg chg="add mod">
          <ac:chgData name="seungkyun park" userId="f1574e86df6b37cf" providerId="LiveId" clId="{A9D9B869-BB2C-4014-8742-76A2F817DC75}" dt="2025-08-11T11:45:32.353" v="13605"/>
          <ac:graphicFrameMkLst>
            <pc:docMk/>
            <pc:sldMk cId="4006008676" sldId="285"/>
            <ac:graphicFrameMk id="1191" creationId="{03229769-E800-4DD9-BB83-AE85F77D6F50}"/>
          </ac:graphicFrameMkLst>
        </pc:graphicFrameChg>
        <pc:picChg chg="add del mod">
          <ac:chgData name="seungkyun park" userId="f1574e86df6b37cf" providerId="LiveId" clId="{A9D9B869-BB2C-4014-8742-76A2F817DC75}" dt="2025-08-11T11:23:44.832" v="13405" actId="478"/>
          <ac:picMkLst>
            <pc:docMk/>
            <pc:sldMk cId="4006008676" sldId="285"/>
            <ac:picMk id="1172" creationId="{92C241A1-37D6-B5C3-E7CE-3D46524D7439}"/>
          </ac:picMkLst>
        </pc:picChg>
        <pc:picChg chg="add del mod">
          <ac:chgData name="seungkyun park" userId="f1574e86df6b37cf" providerId="LiveId" clId="{A9D9B869-BB2C-4014-8742-76A2F817DC75}" dt="2025-08-11T11:45:30.954" v="13604" actId="478"/>
          <ac:picMkLst>
            <pc:docMk/>
            <pc:sldMk cId="4006008676" sldId="285"/>
            <ac:picMk id="1174" creationId="{19DE62CB-8AD4-058D-FD14-4377C8115A32}"/>
          </ac:picMkLst>
        </pc:picChg>
        <pc:picChg chg="add del mod">
          <ac:chgData name="seungkyun park" userId="f1574e86df6b37cf" providerId="LiveId" clId="{A9D9B869-BB2C-4014-8742-76A2F817DC75}" dt="2025-08-11T11:25:42.605" v="13419" actId="478"/>
          <ac:picMkLst>
            <pc:docMk/>
            <pc:sldMk cId="4006008676" sldId="285"/>
            <ac:picMk id="1176" creationId="{E4B171B7-03EB-F304-7306-87567FF47713}"/>
          </ac:picMkLst>
        </pc:picChg>
        <pc:picChg chg="add del mod">
          <ac:chgData name="seungkyun park" userId="f1574e86df6b37cf" providerId="LiveId" clId="{A9D9B869-BB2C-4014-8742-76A2F817DC75}" dt="2025-08-11T11:29:10.416" v="13424" actId="478"/>
          <ac:picMkLst>
            <pc:docMk/>
            <pc:sldMk cId="4006008676" sldId="285"/>
            <ac:picMk id="1178" creationId="{339DA635-B8D0-7F7D-F9A1-ABDD9869583B}"/>
          </ac:picMkLst>
        </pc:picChg>
        <pc:picChg chg="add del mod">
          <ac:chgData name="seungkyun park" userId="f1574e86df6b37cf" providerId="LiveId" clId="{A9D9B869-BB2C-4014-8742-76A2F817DC75}" dt="2025-08-11T11:31:41.474" v="13444" actId="478"/>
          <ac:picMkLst>
            <pc:docMk/>
            <pc:sldMk cId="4006008676" sldId="285"/>
            <ac:picMk id="1180" creationId="{2817F2C4-71BA-C4EF-03A3-7D9393292859}"/>
          </ac:picMkLst>
        </pc:picChg>
        <pc:picChg chg="add del mod">
          <ac:chgData name="seungkyun park" userId="f1574e86df6b37cf" providerId="LiveId" clId="{A9D9B869-BB2C-4014-8742-76A2F817DC75}" dt="2025-08-11T11:31:41.474" v="13444" actId="478"/>
          <ac:picMkLst>
            <pc:docMk/>
            <pc:sldMk cId="4006008676" sldId="285"/>
            <ac:picMk id="1182" creationId="{370B6454-84E3-AFB8-8AD3-C2DB02FDD308}"/>
          </ac:picMkLst>
        </pc:picChg>
        <pc:picChg chg="add del mod">
          <ac:chgData name="seungkyun park" userId="f1574e86df6b37cf" providerId="LiveId" clId="{A9D9B869-BB2C-4014-8742-76A2F817DC75}" dt="2025-08-11T11:31:41.474" v="13444" actId="478"/>
          <ac:picMkLst>
            <pc:docMk/>
            <pc:sldMk cId="4006008676" sldId="285"/>
            <ac:picMk id="1184" creationId="{7DCA8173-6230-C8A8-9503-65EE06F1C247}"/>
          </ac:picMkLst>
        </pc:picChg>
        <pc:picChg chg="add mod">
          <ac:chgData name="seungkyun park" userId="f1574e86df6b37cf" providerId="LiveId" clId="{A9D9B869-BB2C-4014-8742-76A2F817DC75}" dt="2025-08-11T11:49:50.482" v="13703" actId="692"/>
          <ac:picMkLst>
            <pc:docMk/>
            <pc:sldMk cId="4006008676" sldId="285"/>
            <ac:picMk id="1186" creationId="{470BB64A-F562-5942-2FED-9D05C0AE2DF8}"/>
          </ac:picMkLst>
        </pc:picChg>
        <pc:picChg chg="add mod">
          <ac:chgData name="seungkyun park" userId="f1574e86df6b37cf" providerId="LiveId" clId="{A9D9B869-BB2C-4014-8742-76A2F817DC75}" dt="2025-08-11T11:49:50.482" v="13703" actId="692"/>
          <ac:picMkLst>
            <pc:docMk/>
            <pc:sldMk cId="4006008676" sldId="285"/>
            <ac:picMk id="1188" creationId="{2C718F00-F112-C212-F5D3-32C02304AE92}"/>
          </ac:picMkLst>
        </pc:picChg>
        <pc:picChg chg="add mod">
          <ac:chgData name="seungkyun park" userId="f1574e86df6b37cf" providerId="LiveId" clId="{A9D9B869-BB2C-4014-8742-76A2F817DC75}" dt="2025-08-11T11:49:50.482" v="13703" actId="692"/>
          <ac:picMkLst>
            <pc:docMk/>
            <pc:sldMk cId="4006008676" sldId="285"/>
            <ac:picMk id="1190" creationId="{2EC37FAE-3141-4C8F-4ADC-3DCFA74FBB5A}"/>
          </ac:picMkLst>
        </pc:picChg>
        <pc:picChg chg="add mod">
          <ac:chgData name="seungkyun park" userId="f1574e86df6b37cf" providerId="LiveId" clId="{A9D9B869-BB2C-4014-8742-76A2F817DC75}" dt="2025-08-11T11:54:07.155" v="14136" actId="14100"/>
          <ac:picMkLst>
            <pc:docMk/>
            <pc:sldMk cId="4006008676" sldId="285"/>
            <ac:picMk id="1192" creationId="{67E29767-C762-15FF-B1B3-5F70107E3585}"/>
          </ac:picMkLst>
        </pc:picChg>
        <pc:cxnChg chg="mod">
          <ac:chgData name="seungkyun park" userId="f1574e86df6b37cf" providerId="LiveId" clId="{A9D9B869-BB2C-4014-8742-76A2F817DC75}" dt="2025-08-05T13:14:56.203" v="7716" actId="1037"/>
          <ac:cxnSpMkLst>
            <pc:docMk/>
            <pc:sldMk cId="4006008676" sldId="285"/>
            <ac:cxnSpMk id="22" creationId="{AA16B598-84B7-4112-2CE6-B8CC944CA664}"/>
          </ac:cxnSpMkLst>
        </pc:cxnChg>
        <pc:cxnChg chg="add mod">
          <ac:chgData name="seungkyun park" userId="f1574e86df6b37cf" providerId="LiveId" clId="{A9D9B869-BB2C-4014-8742-76A2F817DC75}" dt="2025-08-05T15:17:01.515" v="10301" actId="14100"/>
          <ac:cxnSpMkLst>
            <pc:docMk/>
            <pc:sldMk cId="4006008676" sldId="285"/>
            <ac:cxnSpMk id="50" creationId="{3C2B8015-C3FF-7C42-3FE6-52D2EF5587C2}"/>
          </ac:cxnSpMkLst>
        </pc:cxnChg>
        <pc:cxnChg chg="add mod">
          <ac:chgData name="seungkyun park" userId="f1574e86df6b37cf" providerId="LiveId" clId="{A9D9B869-BB2C-4014-8742-76A2F817DC75}" dt="2025-08-05T15:32:56.614" v="10633" actId="14100"/>
          <ac:cxnSpMkLst>
            <pc:docMk/>
            <pc:sldMk cId="4006008676" sldId="285"/>
            <ac:cxnSpMk id="55" creationId="{9CEFD1F4-4B9D-0445-FD33-1CB8FB9443B0}"/>
          </ac:cxnSpMkLst>
        </pc:cxnChg>
        <pc:cxnChg chg="add mod">
          <ac:chgData name="seungkyun park" userId="f1574e86df6b37cf" providerId="LiveId" clId="{A9D9B869-BB2C-4014-8742-76A2F817DC75}" dt="2025-08-05T14:34:41.754" v="8857" actId="14100"/>
          <ac:cxnSpMkLst>
            <pc:docMk/>
            <pc:sldMk cId="4006008676" sldId="285"/>
            <ac:cxnSpMk id="60" creationId="{AFCC30CE-FC75-0BA0-687F-1B8A015855DC}"/>
          </ac:cxnSpMkLst>
        </pc:cxnChg>
        <pc:cxnChg chg="add mod">
          <ac:chgData name="seungkyun park" userId="f1574e86df6b37cf" providerId="LiveId" clId="{A9D9B869-BB2C-4014-8742-76A2F817DC75}" dt="2025-08-05T14:45:25.816" v="9045"/>
          <ac:cxnSpMkLst>
            <pc:docMk/>
            <pc:sldMk cId="4006008676" sldId="285"/>
            <ac:cxnSpMk id="65" creationId="{3622A1E8-C98E-271D-CD86-DF076BAC278D}"/>
          </ac:cxnSpMkLst>
        </pc:cxnChg>
        <pc:cxnChg chg="add mod topLvl">
          <ac:chgData name="seungkyun park" userId="f1574e86df6b37cf" providerId="LiveId" clId="{A9D9B869-BB2C-4014-8742-76A2F817DC75}" dt="2025-08-05T15:17:35.972" v="10310" actId="14100"/>
          <ac:cxnSpMkLst>
            <pc:docMk/>
            <pc:sldMk cId="4006008676" sldId="285"/>
            <ac:cxnSpMk id="81" creationId="{03D8AE28-7E0B-F53B-433B-CA629A0D9D08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86" creationId="{0A4BE36D-F169-12D0-558C-51B37C662286}"/>
          </ac:cxnSpMkLst>
        </pc:cxnChg>
        <pc:cxnChg chg="add mod">
          <ac:chgData name="seungkyun park" userId="f1574e86df6b37cf" providerId="LiveId" clId="{A9D9B869-BB2C-4014-8742-76A2F817DC75}" dt="2025-08-05T15:23:01.537" v="10425" actId="1035"/>
          <ac:cxnSpMkLst>
            <pc:docMk/>
            <pc:sldMk cId="4006008676" sldId="285"/>
            <ac:cxnSpMk id="90" creationId="{CFC27DA5-C045-F7D1-2FC3-2ECAE0B7A975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95" creationId="{D11C43AC-A70E-FFB2-3B31-41499FABC2A4}"/>
          </ac:cxnSpMkLst>
        </pc:cxnChg>
        <pc:cxnChg chg="add mod">
          <ac:chgData name="seungkyun park" userId="f1574e86df6b37cf" providerId="LiveId" clId="{A9D9B869-BB2C-4014-8742-76A2F817DC75}" dt="2025-08-05T15:17:33.171" v="10309" actId="14100"/>
          <ac:cxnSpMkLst>
            <pc:docMk/>
            <pc:sldMk cId="4006008676" sldId="285"/>
            <ac:cxnSpMk id="99" creationId="{2B0F6FF7-944E-9877-F124-9148B3B65684}"/>
          </ac:cxnSpMkLst>
        </pc:cxnChg>
        <pc:cxnChg chg="add mod">
          <ac:chgData name="seungkyun park" userId="f1574e86df6b37cf" providerId="LiveId" clId="{A9D9B869-BB2C-4014-8742-76A2F817DC75}" dt="2025-08-05T15:53:26.143" v="10785" actId="571"/>
          <ac:cxnSpMkLst>
            <pc:docMk/>
            <pc:sldMk cId="4006008676" sldId="285"/>
            <ac:cxnSpMk id="256" creationId="{3E9AC3A3-10BE-9079-9E82-0096A98178E8}"/>
          </ac:cxnSpMkLst>
        </pc:cxnChg>
        <pc:cxnChg chg="add mod">
          <ac:chgData name="seungkyun park" userId="f1574e86df6b37cf" providerId="LiveId" clId="{A9D9B869-BB2C-4014-8742-76A2F817DC75}" dt="2025-08-11T11:48:43.751" v="13675" actId="692"/>
          <ac:cxnSpMkLst>
            <pc:docMk/>
            <pc:sldMk cId="4006008676" sldId="285"/>
            <ac:cxnSpMk id="257" creationId="{A60AD75D-2E07-3EEE-43C7-48A0F878E8ED}"/>
          </ac:cxnSpMkLst>
        </pc:cxnChg>
        <pc:cxnChg chg="add mod">
          <ac:chgData name="seungkyun park" userId="f1574e86df6b37cf" providerId="LiveId" clId="{A9D9B869-BB2C-4014-8742-76A2F817DC75}" dt="2025-08-11T11:48:43.751" v="13675" actId="692"/>
          <ac:cxnSpMkLst>
            <pc:docMk/>
            <pc:sldMk cId="4006008676" sldId="285"/>
            <ac:cxnSpMk id="260" creationId="{F5A1D776-DDBF-EFB9-83F7-3EC81639A80E}"/>
          </ac:cxnSpMkLst>
        </pc:cxnChg>
        <pc:cxnChg chg="add mod">
          <ac:chgData name="seungkyun park" userId="f1574e86df6b37cf" providerId="LiveId" clId="{A9D9B869-BB2C-4014-8742-76A2F817DC75}" dt="2025-08-11T11:48:43.751" v="13675" actId="692"/>
          <ac:cxnSpMkLst>
            <pc:docMk/>
            <pc:sldMk cId="4006008676" sldId="285"/>
            <ac:cxnSpMk id="265" creationId="{EBD43C75-58D6-F0E6-C80E-68CD0FD3CD1A}"/>
          </ac:cxnSpMkLst>
        </pc:cxnChg>
        <pc:cxnChg chg="add mod">
          <ac:chgData name="seungkyun park" userId="f1574e86df6b37cf" providerId="LiveId" clId="{A9D9B869-BB2C-4014-8742-76A2F817DC75}" dt="2025-08-11T11:48:43.751" v="13675" actId="692"/>
          <ac:cxnSpMkLst>
            <pc:docMk/>
            <pc:sldMk cId="4006008676" sldId="285"/>
            <ac:cxnSpMk id="266" creationId="{FBB4F283-CE22-CF68-D1CD-952365DBB0A5}"/>
          </ac:cxnSpMkLst>
        </pc:cxnChg>
        <pc:cxnChg chg="add mod">
          <ac:chgData name="seungkyun park" userId="f1574e86df6b37cf" providerId="LiveId" clId="{A9D9B869-BB2C-4014-8742-76A2F817DC75}" dt="2025-08-11T11:48:43.751" v="13675" actId="692"/>
          <ac:cxnSpMkLst>
            <pc:docMk/>
            <pc:sldMk cId="4006008676" sldId="285"/>
            <ac:cxnSpMk id="267" creationId="{A99CA934-C046-99A6-28B4-4BCB9E990FBD}"/>
          </ac:cxnSpMkLst>
        </pc:cxnChg>
        <pc:cxnChg chg="add mod">
          <ac:chgData name="seungkyun park" userId="f1574e86df6b37cf" providerId="LiveId" clId="{A9D9B869-BB2C-4014-8742-76A2F817DC75}" dt="2025-08-11T11:48:43.751" v="13675" actId="692"/>
          <ac:cxnSpMkLst>
            <pc:docMk/>
            <pc:sldMk cId="4006008676" sldId="285"/>
            <ac:cxnSpMk id="268" creationId="{FAED2BF3-E257-D177-D8BE-658EDF86CD35}"/>
          </ac:cxnSpMkLst>
        </pc:cxnChg>
        <pc:cxnChg chg="add mod">
          <ac:chgData name="seungkyun park" userId="f1574e86df6b37cf" providerId="LiveId" clId="{A9D9B869-BB2C-4014-8742-76A2F817DC75}" dt="2025-08-11T11:48:43.751" v="13675" actId="692"/>
          <ac:cxnSpMkLst>
            <pc:docMk/>
            <pc:sldMk cId="4006008676" sldId="285"/>
            <ac:cxnSpMk id="269" creationId="{41F8896B-7C8D-687A-8D3F-52DB64F70220}"/>
          </ac:cxnSpMkLst>
        </pc:cxnChg>
        <pc:cxnChg chg="add mod">
          <ac:chgData name="seungkyun park" userId="f1574e86df6b37cf" providerId="LiveId" clId="{A9D9B869-BB2C-4014-8742-76A2F817DC75}" dt="2025-08-11T11:48:43.751" v="13675" actId="692"/>
          <ac:cxnSpMkLst>
            <pc:docMk/>
            <pc:sldMk cId="4006008676" sldId="285"/>
            <ac:cxnSpMk id="270" creationId="{8459CE22-CD32-C27E-12C5-3FB65C89BBB7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271" creationId="{EC1600B6-0C63-D94C-3870-9477936C8BDB}"/>
          </ac:cxnSpMkLst>
        </pc:cxnChg>
        <pc:cxnChg chg="add mod">
          <ac:chgData name="seungkyun park" userId="f1574e86df6b37cf" providerId="LiveId" clId="{A9D9B869-BB2C-4014-8742-76A2F817DC75}" dt="2025-08-05T15:58:06.188" v="10863" actId="14100"/>
          <ac:cxnSpMkLst>
            <pc:docMk/>
            <pc:sldMk cId="4006008676" sldId="285"/>
            <ac:cxnSpMk id="274" creationId="{5DF1F4C7-9459-9F4E-01EB-4815E5892B72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280" creationId="{FCF5A070-FEFB-CC6F-8588-03D727324538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282" creationId="{B9CC64B6-02FB-B5EC-3D7E-0813E2128D7C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283" creationId="{919B16DF-63E5-B0DB-F87C-BB867185D903}"/>
          </ac:cxnSpMkLst>
        </pc:cxnChg>
        <pc:cxnChg chg="add mod">
          <ac:chgData name="seungkyun park" userId="f1574e86df6b37cf" providerId="LiveId" clId="{A9D9B869-BB2C-4014-8742-76A2F817DC75}" dt="2025-08-05T15:57:37.333" v="10858" actId="571"/>
          <ac:cxnSpMkLst>
            <pc:docMk/>
            <pc:sldMk cId="4006008676" sldId="285"/>
            <ac:cxnSpMk id="285" creationId="{EA9DD91C-64A5-66B9-5B50-AF7C1FD11675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286" creationId="{FBCB873D-87F6-C699-B7F1-013A3EA0CB1D}"/>
          </ac:cxnSpMkLst>
        </pc:cxnChg>
        <pc:cxnChg chg="add mod">
          <ac:chgData name="seungkyun park" userId="f1574e86df6b37cf" providerId="LiveId" clId="{A9D9B869-BB2C-4014-8742-76A2F817DC75}" dt="2025-08-05T15:57:48.286" v="10860" actId="1037"/>
          <ac:cxnSpMkLst>
            <pc:docMk/>
            <pc:sldMk cId="4006008676" sldId="285"/>
            <ac:cxnSpMk id="287" creationId="{BA557029-F042-CC0E-0224-42ECF8CD5497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288" creationId="{F2C6096E-880B-47C5-6B5B-E6768ABE17C4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289" creationId="{D39DCC61-5458-7FB4-13F4-E9B7A8AD12E6}"/>
          </ac:cxnSpMkLst>
        </pc:cxnChg>
        <pc:cxnChg chg="add mod">
          <ac:chgData name="seungkyun park" userId="f1574e86df6b37cf" providerId="LiveId" clId="{A9D9B869-BB2C-4014-8742-76A2F817DC75}" dt="2025-08-11T11:48:47.801" v="13677" actId="692"/>
          <ac:cxnSpMkLst>
            <pc:docMk/>
            <pc:sldMk cId="4006008676" sldId="285"/>
            <ac:cxnSpMk id="290" creationId="{BA742EC3-D23D-3C22-8D7C-DAF58A1F2D21}"/>
          </ac:cxnSpMkLst>
        </pc:cxnChg>
        <pc:cxnChg chg="add mod">
          <ac:chgData name="seungkyun park" userId="f1574e86df6b37cf" providerId="LiveId" clId="{A9D9B869-BB2C-4014-8742-76A2F817DC75}" dt="2025-08-05T16:21:39.515" v="11774" actId="14100"/>
          <ac:cxnSpMkLst>
            <pc:docMk/>
            <pc:sldMk cId="4006008676" sldId="285"/>
            <ac:cxnSpMk id="302" creationId="{05FFA84C-9FE3-40C8-3B6D-6DBB5CEDA64B}"/>
          </ac:cxnSpMkLst>
        </pc:cxnChg>
        <pc:cxnChg chg="add mod">
          <ac:chgData name="seungkyun park" userId="f1574e86df6b37cf" providerId="LiveId" clId="{A9D9B869-BB2C-4014-8742-76A2F817DC75}" dt="2025-08-05T13:46:40.270" v="8108" actId="571"/>
          <ac:cxnSpMkLst>
            <pc:docMk/>
            <pc:sldMk cId="4006008676" sldId="285"/>
            <ac:cxnSpMk id="449" creationId="{A9AF7C14-563A-75F5-095C-C1A1F3D9E839}"/>
          </ac:cxnSpMkLst>
        </pc:cxnChg>
        <pc:cxnChg chg="add mod">
          <ac:chgData name="seungkyun park" userId="f1574e86df6b37cf" providerId="LiveId" clId="{A9D9B869-BB2C-4014-8742-76A2F817DC75}" dt="2025-08-05T15:33:04.598" v="10634" actId="1076"/>
          <ac:cxnSpMkLst>
            <pc:docMk/>
            <pc:sldMk cId="4006008676" sldId="285"/>
            <ac:cxnSpMk id="450" creationId="{1186A0C4-D21E-9FC5-719F-4BEDBCE21AED}"/>
          </ac:cxnSpMkLst>
        </pc:cxnChg>
        <pc:cxnChg chg="add mod">
          <ac:chgData name="seungkyun park" userId="f1574e86df6b37cf" providerId="LiveId" clId="{A9D9B869-BB2C-4014-8742-76A2F817DC75}" dt="2025-08-05T15:33:07.383" v="10635" actId="14100"/>
          <ac:cxnSpMkLst>
            <pc:docMk/>
            <pc:sldMk cId="4006008676" sldId="285"/>
            <ac:cxnSpMk id="453" creationId="{68C58923-8AC4-FC04-BACD-3878CCDAABF8}"/>
          </ac:cxnSpMkLst>
        </pc:cxnChg>
        <pc:cxnChg chg="add mod">
          <ac:chgData name="seungkyun park" userId="f1574e86df6b37cf" providerId="LiveId" clId="{A9D9B869-BB2C-4014-8742-76A2F817DC75}" dt="2025-08-05T14:34:34.964" v="8856" actId="14100"/>
          <ac:cxnSpMkLst>
            <pc:docMk/>
            <pc:sldMk cId="4006008676" sldId="285"/>
            <ac:cxnSpMk id="455" creationId="{FEF23136-E69C-AFEA-6DCC-A131A88B77BA}"/>
          </ac:cxnSpMkLst>
        </pc:cxnChg>
        <pc:cxnChg chg="add mod">
          <ac:chgData name="seungkyun park" userId="f1574e86df6b37cf" providerId="LiveId" clId="{A9D9B869-BB2C-4014-8742-76A2F817DC75}" dt="2025-08-05T14:24:28.958" v="8568" actId="14100"/>
          <ac:cxnSpMkLst>
            <pc:docMk/>
            <pc:sldMk cId="4006008676" sldId="285"/>
            <ac:cxnSpMk id="459" creationId="{05A14D64-7458-8145-AA44-E363AD30BCF1}"/>
          </ac:cxnSpMkLst>
        </pc:cxnChg>
        <pc:cxnChg chg="add mod">
          <ac:chgData name="seungkyun park" userId="f1574e86df6b37cf" providerId="LiveId" clId="{A9D9B869-BB2C-4014-8742-76A2F817DC75}" dt="2025-08-05T14:24:26.528" v="8567" actId="14100"/>
          <ac:cxnSpMkLst>
            <pc:docMk/>
            <pc:sldMk cId="4006008676" sldId="285"/>
            <ac:cxnSpMk id="472" creationId="{5BC8391D-E2E1-DFFD-035D-7E470C973FE3}"/>
          </ac:cxnSpMkLst>
        </pc:cxnChg>
        <pc:cxnChg chg="add mod">
          <ac:chgData name="seungkyun park" userId="f1574e86df6b37cf" providerId="LiveId" clId="{A9D9B869-BB2C-4014-8742-76A2F817DC75}" dt="2025-08-05T14:30:25.713" v="8604" actId="571"/>
          <ac:cxnSpMkLst>
            <pc:docMk/>
            <pc:sldMk cId="4006008676" sldId="285"/>
            <ac:cxnSpMk id="486" creationId="{83AFB319-54C2-EBA4-4C73-2B11162C6664}"/>
          </ac:cxnSpMkLst>
        </pc:cxnChg>
        <pc:cxnChg chg="add mod">
          <ac:chgData name="seungkyun park" userId="f1574e86df6b37cf" providerId="LiveId" clId="{A9D9B869-BB2C-4014-8742-76A2F817DC75}" dt="2025-08-05T14:32:56.760" v="8730" actId="1035"/>
          <ac:cxnSpMkLst>
            <pc:docMk/>
            <pc:sldMk cId="4006008676" sldId="285"/>
            <ac:cxnSpMk id="489" creationId="{0915498C-F6A6-A729-849B-99066FCB4B37}"/>
          </ac:cxnSpMkLst>
        </pc:cxnChg>
        <pc:cxnChg chg="add mod">
          <ac:chgData name="seungkyun park" userId="f1574e86df6b37cf" providerId="LiveId" clId="{A9D9B869-BB2C-4014-8742-76A2F817DC75}" dt="2025-08-05T15:32:43.626" v="10629" actId="14100"/>
          <ac:cxnSpMkLst>
            <pc:docMk/>
            <pc:sldMk cId="4006008676" sldId="285"/>
            <ac:cxnSpMk id="490" creationId="{CBCD5D37-9C64-D1EE-A07C-CB36BC9BDBA7}"/>
          </ac:cxnSpMkLst>
        </pc:cxnChg>
        <pc:cxnChg chg="add mod">
          <ac:chgData name="seungkyun park" userId="f1574e86df6b37cf" providerId="LiveId" clId="{A9D9B869-BB2C-4014-8742-76A2F817DC75}" dt="2025-08-05T15:31:51.841" v="10618" actId="1035"/>
          <ac:cxnSpMkLst>
            <pc:docMk/>
            <pc:sldMk cId="4006008676" sldId="285"/>
            <ac:cxnSpMk id="495" creationId="{33475E09-AF89-4D28-3616-918023A31E16}"/>
          </ac:cxnSpMkLst>
        </pc:cxnChg>
        <pc:cxnChg chg="add mod">
          <ac:chgData name="seungkyun park" userId="f1574e86df6b37cf" providerId="LiveId" clId="{A9D9B869-BB2C-4014-8742-76A2F817DC75}" dt="2025-08-05T14:35:03.657" v="8860" actId="14100"/>
          <ac:cxnSpMkLst>
            <pc:docMk/>
            <pc:sldMk cId="4006008676" sldId="285"/>
            <ac:cxnSpMk id="500" creationId="{99AE4FA8-027D-CEFA-F7B8-2B32D823C817}"/>
          </ac:cxnSpMkLst>
        </pc:cxnChg>
        <pc:cxnChg chg="add mod">
          <ac:chgData name="seungkyun park" userId="f1574e86df6b37cf" providerId="LiveId" clId="{A9D9B869-BB2C-4014-8742-76A2F817DC75}" dt="2025-08-05T14:36:16.736" v="8862" actId="14100"/>
          <ac:cxnSpMkLst>
            <pc:docMk/>
            <pc:sldMk cId="4006008676" sldId="285"/>
            <ac:cxnSpMk id="502" creationId="{2A57FB10-A4CF-16BA-1681-B47FA52D0F75}"/>
          </ac:cxnSpMkLst>
        </pc:cxnChg>
        <pc:cxnChg chg="add mod">
          <ac:chgData name="seungkyun park" userId="f1574e86df6b37cf" providerId="LiveId" clId="{A9D9B869-BB2C-4014-8742-76A2F817DC75}" dt="2025-08-05T14:36:28.348" v="8865" actId="692"/>
          <ac:cxnSpMkLst>
            <pc:docMk/>
            <pc:sldMk cId="4006008676" sldId="285"/>
            <ac:cxnSpMk id="504" creationId="{2C71C921-9819-F6DA-FE4E-96C86BC7E6AA}"/>
          </ac:cxnSpMkLst>
        </pc:cxnChg>
        <pc:cxnChg chg="add mod">
          <ac:chgData name="seungkyun park" userId="f1574e86df6b37cf" providerId="LiveId" clId="{A9D9B869-BB2C-4014-8742-76A2F817DC75}" dt="2025-08-04T15:38:06.391" v="4457" actId="1035"/>
          <ac:cxnSpMkLst>
            <pc:docMk/>
            <pc:sldMk cId="4006008676" sldId="285"/>
            <ac:cxnSpMk id="520" creationId="{30748734-D80E-8CE0-721F-6E04D7AE39A3}"/>
          </ac:cxnSpMkLst>
        </pc:cxnChg>
        <pc:cxnChg chg="add mod">
          <ac:chgData name="seungkyun park" userId="f1574e86df6b37cf" providerId="LiveId" clId="{A9D9B869-BB2C-4014-8742-76A2F817DC75}" dt="2025-08-04T12:32:38.182" v="1484" actId="1036"/>
          <ac:cxnSpMkLst>
            <pc:docMk/>
            <pc:sldMk cId="4006008676" sldId="285"/>
            <ac:cxnSpMk id="521" creationId="{C89DAD0C-2358-844D-988D-8BDD184DAC1A}"/>
          </ac:cxnSpMkLst>
        </pc:cxnChg>
        <pc:cxnChg chg="add mod">
          <ac:chgData name="seungkyun park" userId="f1574e86df6b37cf" providerId="LiveId" clId="{A9D9B869-BB2C-4014-8742-76A2F817DC75}" dt="2025-08-04T15:38:06.391" v="4457" actId="1035"/>
          <ac:cxnSpMkLst>
            <pc:docMk/>
            <pc:sldMk cId="4006008676" sldId="285"/>
            <ac:cxnSpMk id="522" creationId="{6B8E3176-3DC0-659C-1D67-8575BEF4082F}"/>
          </ac:cxnSpMkLst>
        </pc:cxnChg>
        <pc:cxnChg chg="add mod">
          <ac:chgData name="seungkyun park" userId="f1574e86df6b37cf" providerId="LiveId" clId="{A9D9B869-BB2C-4014-8742-76A2F817DC75}" dt="2025-08-04T15:38:06.391" v="4457" actId="1035"/>
          <ac:cxnSpMkLst>
            <pc:docMk/>
            <pc:sldMk cId="4006008676" sldId="285"/>
            <ac:cxnSpMk id="523" creationId="{A99A788F-451E-C5B0-9AB5-63AC65C5AA17}"/>
          </ac:cxnSpMkLst>
        </pc:cxnChg>
        <pc:cxnChg chg="add mod">
          <ac:chgData name="seungkyun park" userId="f1574e86df6b37cf" providerId="LiveId" clId="{A9D9B869-BB2C-4014-8742-76A2F817DC75}" dt="2025-08-04T12:32:39.924" v="1501" actId="1036"/>
          <ac:cxnSpMkLst>
            <pc:docMk/>
            <pc:sldMk cId="4006008676" sldId="285"/>
            <ac:cxnSpMk id="524" creationId="{91C07B4A-D7FD-9678-B6A8-2D070DDAF4AD}"/>
          </ac:cxnSpMkLst>
        </pc:cxnChg>
        <pc:cxnChg chg="add mod">
          <ac:chgData name="seungkyun park" userId="f1574e86df6b37cf" providerId="LiveId" clId="{A9D9B869-BB2C-4014-8742-76A2F817DC75}" dt="2025-08-04T15:38:00.031" v="4451" actId="1036"/>
          <ac:cxnSpMkLst>
            <pc:docMk/>
            <pc:sldMk cId="4006008676" sldId="285"/>
            <ac:cxnSpMk id="525" creationId="{5B3E6CB9-9EC4-E67B-2E88-1129BDBCA2C4}"/>
          </ac:cxnSpMkLst>
        </pc:cxnChg>
        <pc:cxnChg chg="add mod">
          <ac:chgData name="seungkyun park" userId="f1574e86df6b37cf" providerId="LiveId" clId="{A9D9B869-BB2C-4014-8742-76A2F817DC75}" dt="2025-08-11T11:48:55.805" v="13678" actId="692"/>
          <ac:cxnSpMkLst>
            <pc:docMk/>
            <pc:sldMk cId="4006008676" sldId="285"/>
            <ac:cxnSpMk id="526" creationId="{7AD9FC26-3BDA-8527-0EA2-E75989EFFF01}"/>
          </ac:cxnSpMkLst>
        </pc:cxnChg>
        <pc:cxnChg chg="add mod">
          <ac:chgData name="seungkyun park" userId="f1574e86df6b37cf" providerId="LiveId" clId="{A9D9B869-BB2C-4014-8742-76A2F817DC75}" dt="2025-08-05T15:31:15.685" v="10518" actId="1036"/>
          <ac:cxnSpMkLst>
            <pc:docMk/>
            <pc:sldMk cId="4006008676" sldId="285"/>
            <ac:cxnSpMk id="548" creationId="{25084E84-B6D7-5856-325F-9DDF512597B6}"/>
          </ac:cxnSpMkLst>
        </pc:cxnChg>
        <pc:cxnChg chg="add mod">
          <ac:chgData name="seungkyun park" userId="f1574e86df6b37cf" providerId="LiveId" clId="{A9D9B869-BB2C-4014-8742-76A2F817DC75}" dt="2025-08-04T15:05:22.111" v="2957" actId="1035"/>
          <ac:cxnSpMkLst>
            <pc:docMk/>
            <pc:sldMk cId="4006008676" sldId="285"/>
            <ac:cxnSpMk id="554" creationId="{6A52C18D-2A64-BF24-F393-C0EA647F6D66}"/>
          </ac:cxnSpMkLst>
        </pc:cxnChg>
        <pc:cxnChg chg="add mod">
          <ac:chgData name="seungkyun park" userId="f1574e86df6b37cf" providerId="LiveId" clId="{A9D9B869-BB2C-4014-8742-76A2F817DC75}" dt="2025-08-04T15:05:22.111" v="2957" actId="1035"/>
          <ac:cxnSpMkLst>
            <pc:docMk/>
            <pc:sldMk cId="4006008676" sldId="285"/>
            <ac:cxnSpMk id="555" creationId="{B4B8CDCC-B4AA-B643-18A9-298DD422A63B}"/>
          </ac:cxnSpMkLst>
        </pc:cxnChg>
        <pc:cxnChg chg="add mod">
          <ac:chgData name="seungkyun park" userId="f1574e86df6b37cf" providerId="LiveId" clId="{A9D9B869-BB2C-4014-8742-76A2F817DC75}" dt="2025-08-04T15:06:33.362" v="3010" actId="1035"/>
          <ac:cxnSpMkLst>
            <pc:docMk/>
            <pc:sldMk cId="4006008676" sldId="285"/>
            <ac:cxnSpMk id="558" creationId="{380BDBF9-300E-F0A2-2E70-1045E2EB32A6}"/>
          </ac:cxnSpMkLst>
        </pc:cxnChg>
        <pc:cxnChg chg="add mod">
          <ac:chgData name="seungkyun park" userId="f1574e86df6b37cf" providerId="LiveId" clId="{A9D9B869-BB2C-4014-8742-76A2F817DC75}" dt="2025-08-04T15:06:33.362" v="3010" actId="1035"/>
          <ac:cxnSpMkLst>
            <pc:docMk/>
            <pc:sldMk cId="4006008676" sldId="285"/>
            <ac:cxnSpMk id="559" creationId="{1C01DBB1-99AE-7513-0C0E-7EF6FC077FDB}"/>
          </ac:cxnSpMkLst>
        </pc:cxnChg>
        <pc:cxnChg chg="add mod">
          <ac:chgData name="seungkyun park" userId="f1574e86df6b37cf" providerId="LiveId" clId="{A9D9B869-BB2C-4014-8742-76A2F817DC75}" dt="2025-08-04T15:06:33.362" v="3010" actId="1035"/>
          <ac:cxnSpMkLst>
            <pc:docMk/>
            <pc:sldMk cId="4006008676" sldId="285"/>
            <ac:cxnSpMk id="562" creationId="{44B95B92-C717-DB03-28CD-0F2BE8E5FA59}"/>
          </ac:cxnSpMkLst>
        </pc:cxnChg>
        <pc:cxnChg chg="add mod">
          <ac:chgData name="seungkyun park" userId="f1574e86df6b37cf" providerId="LiveId" clId="{A9D9B869-BB2C-4014-8742-76A2F817DC75}" dt="2025-08-04T15:06:33.362" v="3010" actId="1035"/>
          <ac:cxnSpMkLst>
            <pc:docMk/>
            <pc:sldMk cId="4006008676" sldId="285"/>
            <ac:cxnSpMk id="563" creationId="{CB22EC1C-9687-9E33-4E44-F66F0669EC07}"/>
          </ac:cxnSpMkLst>
        </pc:cxnChg>
        <pc:cxnChg chg="add mod">
          <ac:chgData name="seungkyun park" userId="f1574e86df6b37cf" providerId="LiveId" clId="{A9D9B869-BB2C-4014-8742-76A2F817DC75}" dt="2025-08-04T15:07:27.351" v="3098" actId="1035"/>
          <ac:cxnSpMkLst>
            <pc:docMk/>
            <pc:sldMk cId="4006008676" sldId="285"/>
            <ac:cxnSpMk id="565" creationId="{15CB13D4-6CE9-DD89-3C58-F32F4FEF87AC}"/>
          </ac:cxnSpMkLst>
        </pc:cxnChg>
        <pc:cxnChg chg="add mod">
          <ac:chgData name="seungkyun park" userId="f1574e86df6b37cf" providerId="LiveId" clId="{A9D9B869-BB2C-4014-8742-76A2F817DC75}" dt="2025-08-04T15:07:27.351" v="3098" actId="1035"/>
          <ac:cxnSpMkLst>
            <pc:docMk/>
            <pc:sldMk cId="4006008676" sldId="285"/>
            <ac:cxnSpMk id="568" creationId="{BDA0AB2C-BA97-7CF0-3025-61A80A520C42}"/>
          </ac:cxnSpMkLst>
        </pc:cxnChg>
        <pc:cxnChg chg="add mod">
          <ac:chgData name="seungkyun park" userId="f1574e86df6b37cf" providerId="LiveId" clId="{A9D9B869-BB2C-4014-8742-76A2F817DC75}" dt="2025-08-04T15:07:27.351" v="3098" actId="1035"/>
          <ac:cxnSpMkLst>
            <pc:docMk/>
            <pc:sldMk cId="4006008676" sldId="285"/>
            <ac:cxnSpMk id="569" creationId="{04122AA4-51B8-3693-B97D-B620B1D25082}"/>
          </ac:cxnSpMkLst>
        </pc:cxnChg>
        <pc:cxnChg chg="add mod">
          <ac:chgData name="seungkyun park" userId="f1574e86df6b37cf" providerId="LiveId" clId="{A9D9B869-BB2C-4014-8742-76A2F817DC75}" dt="2025-08-05T15:18:09.671" v="10321" actId="1037"/>
          <ac:cxnSpMkLst>
            <pc:docMk/>
            <pc:sldMk cId="4006008676" sldId="285"/>
            <ac:cxnSpMk id="570" creationId="{141D9A3D-BC6A-42EC-4BC3-A1DAB809A008}"/>
          </ac:cxnSpMkLst>
        </pc:cxnChg>
        <pc:cxnChg chg="add mod">
          <ac:chgData name="seungkyun park" userId="f1574e86df6b37cf" providerId="LiveId" clId="{A9D9B869-BB2C-4014-8742-76A2F817DC75}" dt="2025-08-05T15:32:25.263" v="10625" actId="14100"/>
          <ac:cxnSpMkLst>
            <pc:docMk/>
            <pc:sldMk cId="4006008676" sldId="285"/>
            <ac:cxnSpMk id="571" creationId="{480F064C-775B-0D50-2CE9-E5E2C801A64B}"/>
          </ac:cxnSpMkLst>
        </pc:cxnChg>
        <pc:cxnChg chg="add mod">
          <ac:chgData name="seungkyun park" userId="f1574e86df6b37cf" providerId="LiveId" clId="{A9D9B869-BB2C-4014-8742-76A2F817DC75}" dt="2025-08-05T15:32:28.073" v="10626" actId="14100"/>
          <ac:cxnSpMkLst>
            <pc:docMk/>
            <pc:sldMk cId="4006008676" sldId="285"/>
            <ac:cxnSpMk id="572" creationId="{2D71CD24-2DDB-8879-326C-AEB0116FAFB1}"/>
          </ac:cxnSpMkLst>
        </pc:cxnChg>
        <pc:cxnChg chg="add mod">
          <ac:chgData name="seungkyun park" userId="f1574e86df6b37cf" providerId="LiveId" clId="{A9D9B869-BB2C-4014-8742-76A2F817DC75}" dt="2025-08-05T15:18:07.570" v="10319" actId="1037"/>
          <ac:cxnSpMkLst>
            <pc:docMk/>
            <pc:sldMk cId="4006008676" sldId="285"/>
            <ac:cxnSpMk id="577" creationId="{75E1EE41-368C-7F96-11BB-2B381622D946}"/>
          </ac:cxnSpMkLst>
        </pc:cxnChg>
        <pc:cxnChg chg="add mod">
          <ac:chgData name="seungkyun park" userId="f1574e86df6b37cf" providerId="LiveId" clId="{A9D9B869-BB2C-4014-8742-76A2F817DC75}" dt="2025-08-04T15:52:06.566" v="4707" actId="1038"/>
          <ac:cxnSpMkLst>
            <pc:docMk/>
            <pc:sldMk cId="4006008676" sldId="285"/>
            <ac:cxnSpMk id="599" creationId="{2B2F4984-9161-2259-BBD8-0FEE9DBB26DF}"/>
          </ac:cxnSpMkLst>
        </pc:cxnChg>
        <pc:cxnChg chg="add mod">
          <ac:chgData name="seungkyun park" userId="f1574e86df6b37cf" providerId="LiveId" clId="{A9D9B869-BB2C-4014-8742-76A2F817DC75}" dt="2025-08-05T15:18:00.192" v="10316" actId="692"/>
          <ac:cxnSpMkLst>
            <pc:docMk/>
            <pc:sldMk cId="4006008676" sldId="285"/>
            <ac:cxnSpMk id="603" creationId="{EA7B5F46-3D05-A02E-D8D8-0178DFDC4972}"/>
          </ac:cxnSpMkLst>
        </pc:cxnChg>
        <pc:cxnChg chg="add mod">
          <ac:chgData name="seungkyun park" userId="f1574e86df6b37cf" providerId="LiveId" clId="{A9D9B869-BB2C-4014-8742-76A2F817DC75}" dt="2025-08-04T17:40:40.235" v="6413" actId="14100"/>
          <ac:cxnSpMkLst>
            <pc:docMk/>
            <pc:sldMk cId="4006008676" sldId="285"/>
            <ac:cxnSpMk id="604" creationId="{F93E0856-5E49-EE21-0489-88F9CA1380CF}"/>
          </ac:cxnSpMkLst>
        </pc:cxnChg>
        <pc:cxnChg chg="add mod">
          <ac:chgData name="seungkyun park" userId="f1574e86df6b37cf" providerId="LiveId" clId="{A9D9B869-BB2C-4014-8742-76A2F817DC75}" dt="2025-08-04T15:40:10.271" v="4546" actId="571"/>
          <ac:cxnSpMkLst>
            <pc:docMk/>
            <pc:sldMk cId="4006008676" sldId="285"/>
            <ac:cxnSpMk id="627" creationId="{83C7BCD7-0EB5-136E-AA6D-279BC16CA11A}"/>
          </ac:cxnSpMkLst>
        </pc:cxnChg>
        <pc:cxnChg chg="add mod">
          <ac:chgData name="seungkyun park" userId="f1574e86df6b37cf" providerId="LiveId" clId="{A9D9B869-BB2C-4014-8742-76A2F817DC75}" dt="2025-08-04T16:43:10.148" v="5684" actId="1036"/>
          <ac:cxnSpMkLst>
            <pc:docMk/>
            <pc:sldMk cId="4006008676" sldId="285"/>
            <ac:cxnSpMk id="632" creationId="{C9C60DA8-B702-CA82-4E19-E82425F058FF}"/>
          </ac:cxnSpMkLst>
        </pc:cxnChg>
        <pc:cxnChg chg="add mod">
          <ac:chgData name="seungkyun park" userId="f1574e86df6b37cf" providerId="LiveId" clId="{A9D9B869-BB2C-4014-8742-76A2F817DC75}" dt="2025-08-05T15:31:17.328" v="10520"/>
          <ac:cxnSpMkLst>
            <pc:docMk/>
            <pc:sldMk cId="4006008676" sldId="285"/>
            <ac:cxnSpMk id="634" creationId="{BE56B6AC-08C7-3835-2D50-2269C8F4DFFD}"/>
          </ac:cxnSpMkLst>
        </pc:cxnChg>
        <pc:cxnChg chg="add mod">
          <ac:chgData name="seungkyun park" userId="f1574e86df6b37cf" providerId="LiveId" clId="{A9D9B869-BB2C-4014-8742-76A2F817DC75}" dt="2025-08-05T15:32:49.042" v="10631" actId="1035"/>
          <ac:cxnSpMkLst>
            <pc:docMk/>
            <pc:sldMk cId="4006008676" sldId="285"/>
            <ac:cxnSpMk id="635" creationId="{EBB82CA5-760F-8CEC-7635-BD067DB52F80}"/>
          </ac:cxnSpMkLst>
        </pc:cxnChg>
        <pc:cxnChg chg="add mod">
          <ac:chgData name="seungkyun park" userId="f1574e86df6b37cf" providerId="LiveId" clId="{A9D9B869-BB2C-4014-8742-76A2F817DC75}" dt="2025-08-05T15:32:31.279" v="10628" actId="108"/>
          <ac:cxnSpMkLst>
            <pc:docMk/>
            <pc:sldMk cId="4006008676" sldId="285"/>
            <ac:cxnSpMk id="639" creationId="{5F0C3393-C4DD-26A1-6617-A3A1F23606A1}"/>
          </ac:cxnSpMkLst>
        </pc:cxnChg>
        <pc:cxnChg chg="add mod">
          <ac:chgData name="seungkyun park" userId="f1574e86df6b37cf" providerId="LiveId" clId="{A9D9B869-BB2C-4014-8742-76A2F817DC75}" dt="2025-08-05T15:53:10.369" v="10778" actId="12788"/>
          <ac:cxnSpMkLst>
            <pc:docMk/>
            <pc:sldMk cId="4006008676" sldId="285"/>
            <ac:cxnSpMk id="667" creationId="{4B7D031F-9CB8-66C6-3E33-6C746B347DD9}"/>
          </ac:cxnSpMkLst>
        </pc:cxnChg>
        <pc:cxnChg chg="add mod">
          <ac:chgData name="seungkyun park" userId="f1574e86df6b37cf" providerId="LiveId" clId="{A9D9B869-BB2C-4014-8742-76A2F817DC75}" dt="2025-08-05T15:53:14.166" v="10779" actId="571"/>
          <ac:cxnSpMkLst>
            <pc:docMk/>
            <pc:sldMk cId="4006008676" sldId="285"/>
            <ac:cxnSpMk id="668" creationId="{CAD200C4-0AAF-53CF-10B3-AE8D53113D65}"/>
          </ac:cxnSpMkLst>
        </pc:cxnChg>
        <pc:cxnChg chg="add mod">
          <ac:chgData name="seungkyun park" userId="f1574e86df6b37cf" providerId="LiveId" clId="{A9D9B869-BB2C-4014-8742-76A2F817DC75}" dt="2025-08-05T15:53:15.829" v="10780" actId="571"/>
          <ac:cxnSpMkLst>
            <pc:docMk/>
            <pc:sldMk cId="4006008676" sldId="285"/>
            <ac:cxnSpMk id="669" creationId="{0FDC7936-73BB-62AA-264F-83D3394054C9}"/>
          </ac:cxnSpMkLst>
        </pc:cxnChg>
        <pc:cxnChg chg="add mod">
          <ac:chgData name="seungkyun park" userId="f1574e86df6b37cf" providerId="LiveId" clId="{A9D9B869-BB2C-4014-8742-76A2F817DC75}" dt="2025-08-05T15:53:17.723" v="10781" actId="571"/>
          <ac:cxnSpMkLst>
            <pc:docMk/>
            <pc:sldMk cId="4006008676" sldId="285"/>
            <ac:cxnSpMk id="670" creationId="{4A16B86A-0EF5-DF14-9FCB-B31606AC4C9C}"/>
          </ac:cxnSpMkLst>
        </pc:cxnChg>
        <pc:cxnChg chg="add mod">
          <ac:chgData name="seungkyun park" userId="f1574e86df6b37cf" providerId="LiveId" clId="{A9D9B869-BB2C-4014-8742-76A2F817DC75}" dt="2025-08-05T15:53:20.353" v="10782" actId="571"/>
          <ac:cxnSpMkLst>
            <pc:docMk/>
            <pc:sldMk cId="4006008676" sldId="285"/>
            <ac:cxnSpMk id="671" creationId="{AD1B6731-8B05-6B89-2F19-268433C4BBCC}"/>
          </ac:cxnSpMkLst>
        </pc:cxnChg>
        <pc:cxnChg chg="add mod">
          <ac:chgData name="seungkyun park" userId="f1574e86df6b37cf" providerId="LiveId" clId="{A9D9B869-BB2C-4014-8742-76A2F817DC75}" dt="2025-08-05T15:53:21.839" v="10783" actId="571"/>
          <ac:cxnSpMkLst>
            <pc:docMk/>
            <pc:sldMk cId="4006008676" sldId="285"/>
            <ac:cxnSpMk id="672" creationId="{A46A3152-BBBC-85A7-4762-AE226610D60A}"/>
          </ac:cxnSpMkLst>
        </pc:cxnChg>
        <pc:cxnChg chg="add mod">
          <ac:chgData name="seungkyun park" userId="f1574e86df6b37cf" providerId="LiveId" clId="{A9D9B869-BB2C-4014-8742-76A2F817DC75}" dt="2025-08-05T15:53:23.338" v="10784" actId="571"/>
          <ac:cxnSpMkLst>
            <pc:docMk/>
            <pc:sldMk cId="4006008676" sldId="285"/>
            <ac:cxnSpMk id="673" creationId="{DD670B99-4F16-AE5A-4D39-2643B7F8EFD8}"/>
          </ac:cxnSpMkLst>
        </pc:cxnChg>
        <pc:cxnChg chg="add mod">
          <ac:chgData name="seungkyun park" userId="f1574e86df6b37cf" providerId="LiveId" clId="{A9D9B869-BB2C-4014-8742-76A2F817DC75}" dt="2025-08-04T16:36:14.120" v="5392"/>
          <ac:cxnSpMkLst>
            <pc:docMk/>
            <pc:sldMk cId="4006008676" sldId="285"/>
            <ac:cxnSpMk id="676" creationId="{280BC85F-8899-B834-E542-7E1F16973F1E}"/>
          </ac:cxnSpMkLst>
        </pc:cxnChg>
        <pc:cxnChg chg="add mod">
          <ac:chgData name="seungkyun park" userId="f1574e86df6b37cf" providerId="LiveId" clId="{A9D9B869-BB2C-4014-8742-76A2F817DC75}" dt="2025-08-04T16:40:32.404" v="5609"/>
          <ac:cxnSpMkLst>
            <pc:docMk/>
            <pc:sldMk cId="4006008676" sldId="285"/>
            <ac:cxnSpMk id="682" creationId="{7B943BEE-F59E-91A4-76F7-70681D4E619F}"/>
          </ac:cxnSpMkLst>
        </pc:cxnChg>
        <pc:cxnChg chg="add mod">
          <ac:chgData name="seungkyun park" userId="f1574e86df6b37cf" providerId="LiveId" clId="{A9D9B869-BB2C-4014-8742-76A2F817DC75}" dt="2025-08-04T16:42:09.973" v="5668"/>
          <ac:cxnSpMkLst>
            <pc:docMk/>
            <pc:sldMk cId="4006008676" sldId="285"/>
            <ac:cxnSpMk id="685" creationId="{03774167-4F93-7429-6F7E-C223A8041063}"/>
          </ac:cxnSpMkLst>
        </pc:cxnChg>
        <pc:cxnChg chg="add mod">
          <ac:chgData name="seungkyun park" userId="f1574e86df6b37cf" providerId="LiveId" clId="{A9D9B869-BB2C-4014-8742-76A2F817DC75}" dt="2025-08-04T16:43:07.683" v="5683"/>
          <ac:cxnSpMkLst>
            <pc:docMk/>
            <pc:sldMk cId="4006008676" sldId="285"/>
            <ac:cxnSpMk id="688" creationId="{9E228A7F-DC09-B7CB-9DBB-77A279C87D20}"/>
          </ac:cxnSpMkLst>
        </pc:cxnChg>
        <pc:cxnChg chg="add mod">
          <ac:chgData name="seungkyun park" userId="f1574e86df6b37cf" providerId="LiveId" clId="{A9D9B869-BB2C-4014-8742-76A2F817DC75}" dt="2025-08-04T16:44:44.852" v="5702" actId="1035"/>
          <ac:cxnSpMkLst>
            <pc:docMk/>
            <pc:sldMk cId="4006008676" sldId="285"/>
            <ac:cxnSpMk id="691" creationId="{E04E3DB8-CA49-54A7-750B-AE2BFDBBDB33}"/>
          </ac:cxnSpMkLst>
        </pc:cxnChg>
        <pc:cxnChg chg="add mod">
          <ac:chgData name="seungkyun park" userId="f1574e86df6b37cf" providerId="LiveId" clId="{A9D9B869-BB2C-4014-8742-76A2F817DC75}" dt="2025-08-05T16:30:42.046" v="11958" actId="692"/>
          <ac:cxnSpMkLst>
            <pc:docMk/>
            <pc:sldMk cId="4006008676" sldId="285"/>
            <ac:cxnSpMk id="765" creationId="{7C849A7E-6160-3215-935F-DFBC1A5D26B9}"/>
          </ac:cxnSpMkLst>
        </pc:cxnChg>
        <pc:cxnChg chg="add mod">
          <ac:chgData name="seungkyun park" userId="f1574e86df6b37cf" providerId="LiveId" clId="{A9D9B869-BB2C-4014-8742-76A2F817DC75}" dt="2025-08-05T16:30:44.846" v="11959" actId="692"/>
          <ac:cxnSpMkLst>
            <pc:docMk/>
            <pc:sldMk cId="4006008676" sldId="285"/>
            <ac:cxnSpMk id="768" creationId="{4E2AC867-59D8-B047-0566-5EBEE1883E52}"/>
          </ac:cxnSpMkLst>
        </pc:cxnChg>
        <pc:cxnChg chg="add mod">
          <ac:chgData name="seungkyun park" userId="f1574e86df6b37cf" providerId="LiveId" clId="{A9D9B869-BB2C-4014-8742-76A2F817DC75}" dt="2025-08-05T16:31:04.284" v="11964"/>
          <ac:cxnSpMkLst>
            <pc:docMk/>
            <pc:sldMk cId="4006008676" sldId="285"/>
            <ac:cxnSpMk id="772" creationId="{9834E74D-8EE8-AB2A-B606-A1946DCF832C}"/>
          </ac:cxnSpMkLst>
        </pc:cxnChg>
        <pc:cxnChg chg="add mod">
          <ac:chgData name="seungkyun park" userId="f1574e86df6b37cf" providerId="LiveId" clId="{A9D9B869-BB2C-4014-8742-76A2F817DC75}" dt="2025-08-05T15:16:54.681" v="10298" actId="14100"/>
          <ac:cxnSpMkLst>
            <pc:docMk/>
            <pc:sldMk cId="4006008676" sldId="285"/>
            <ac:cxnSpMk id="852" creationId="{934080CB-28CB-C9AB-24F9-8A93FD9A9BA2}"/>
          </ac:cxnSpMkLst>
        </pc:cxnChg>
        <pc:cxnChg chg="add mod">
          <ac:chgData name="seungkyun park" userId="f1574e86df6b37cf" providerId="LiveId" clId="{A9D9B869-BB2C-4014-8742-76A2F817DC75}" dt="2025-08-05T14:46:40.979" v="9052" actId="14100"/>
          <ac:cxnSpMkLst>
            <pc:docMk/>
            <pc:sldMk cId="4006008676" sldId="285"/>
            <ac:cxnSpMk id="865" creationId="{C86BEEA3-EC89-E05B-C4E3-4CA198F819C9}"/>
          </ac:cxnSpMkLst>
        </pc:cxnChg>
        <pc:cxnChg chg="add mod">
          <ac:chgData name="seungkyun park" userId="f1574e86df6b37cf" providerId="LiveId" clId="{A9D9B869-BB2C-4014-8742-76A2F817DC75}" dt="2025-08-05T14:24:58.592" v="8575" actId="14100"/>
          <ac:cxnSpMkLst>
            <pc:docMk/>
            <pc:sldMk cId="4006008676" sldId="285"/>
            <ac:cxnSpMk id="868" creationId="{FFA224EC-934B-39EB-9B1C-C8574059B3D7}"/>
          </ac:cxnSpMkLst>
        </pc:cxnChg>
        <pc:cxnChg chg="add mod topLvl">
          <ac:chgData name="seungkyun park" userId="f1574e86df6b37cf" providerId="LiveId" clId="{A9D9B869-BB2C-4014-8742-76A2F817DC75}" dt="2025-08-05T15:16:37.830" v="10294" actId="165"/>
          <ac:cxnSpMkLst>
            <pc:docMk/>
            <pc:sldMk cId="4006008676" sldId="285"/>
            <ac:cxnSpMk id="870" creationId="{335275EC-AF5C-F41F-7829-B3FE0F195A1B}"/>
          </ac:cxnSpMkLst>
        </pc:cxnChg>
        <pc:cxnChg chg="add mod topLvl">
          <ac:chgData name="seungkyun park" userId="f1574e86df6b37cf" providerId="LiveId" clId="{A9D9B869-BB2C-4014-8742-76A2F817DC75}" dt="2025-08-05T15:16:37.830" v="10294" actId="165"/>
          <ac:cxnSpMkLst>
            <pc:docMk/>
            <pc:sldMk cId="4006008676" sldId="285"/>
            <ac:cxnSpMk id="871" creationId="{35E60DCE-27D0-3753-A5F8-2B349962E70F}"/>
          </ac:cxnSpMkLst>
        </pc:cxnChg>
        <pc:cxnChg chg="add mod">
          <ac:chgData name="seungkyun park" userId="f1574e86df6b37cf" providerId="LiveId" clId="{A9D9B869-BB2C-4014-8742-76A2F817DC75}" dt="2025-08-05T14:25:04.078" v="8576" actId="14100"/>
          <ac:cxnSpMkLst>
            <pc:docMk/>
            <pc:sldMk cId="4006008676" sldId="285"/>
            <ac:cxnSpMk id="873" creationId="{B7B48DCC-22B8-EB57-16DD-DAD77C127B85}"/>
          </ac:cxnSpMkLst>
        </pc:cxnChg>
        <pc:cxnChg chg="add mod">
          <ac:chgData name="seungkyun park" userId="f1574e86df6b37cf" providerId="LiveId" clId="{A9D9B869-BB2C-4014-8742-76A2F817DC75}" dt="2025-08-04T17:42:59.123" v="6501" actId="1038"/>
          <ac:cxnSpMkLst>
            <pc:docMk/>
            <pc:sldMk cId="4006008676" sldId="285"/>
            <ac:cxnSpMk id="874" creationId="{C24C194E-2BE9-6CFD-1F52-6B448068F8FA}"/>
          </ac:cxnSpMkLst>
        </pc:cxnChg>
        <pc:cxnChg chg="add mod">
          <ac:chgData name="seungkyun park" userId="f1574e86df6b37cf" providerId="LiveId" clId="{A9D9B869-BB2C-4014-8742-76A2F817DC75}" dt="2025-08-05T14:25:06.736" v="8577" actId="14100"/>
          <ac:cxnSpMkLst>
            <pc:docMk/>
            <pc:sldMk cId="4006008676" sldId="285"/>
            <ac:cxnSpMk id="876" creationId="{C410FCAD-94A8-AB6B-BFF6-79B67A6A5893}"/>
          </ac:cxnSpMkLst>
        </pc:cxnChg>
        <pc:cxnChg chg="add mod topLvl">
          <ac:chgData name="seungkyun park" userId="f1574e86df6b37cf" providerId="LiveId" clId="{A9D9B869-BB2C-4014-8742-76A2F817DC75}" dt="2025-08-05T15:16:37.830" v="10294" actId="165"/>
          <ac:cxnSpMkLst>
            <pc:docMk/>
            <pc:sldMk cId="4006008676" sldId="285"/>
            <ac:cxnSpMk id="877" creationId="{F0B11C96-5099-C063-BA08-6F98E0628C6F}"/>
          </ac:cxnSpMkLst>
        </pc:cxnChg>
        <pc:cxnChg chg="add mod">
          <ac:chgData name="seungkyun park" userId="f1574e86df6b37cf" providerId="LiveId" clId="{A9D9B869-BB2C-4014-8742-76A2F817DC75}" dt="2025-08-05T14:25:08.824" v="8578" actId="14100"/>
          <ac:cxnSpMkLst>
            <pc:docMk/>
            <pc:sldMk cId="4006008676" sldId="285"/>
            <ac:cxnSpMk id="879" creationId="{BF72C4D7-A353-84A6-6EB3-95E08FA39F02}"/>
          </ac:cxnSpMkLst>
        </pc:cxnChg>
        <pc:cxnChg chg="add mod topLvl">
          <ac:chgData name="seungkyun park" userId="f1574e86df6b37cf" providerId="LiveId" clId="{A9D9B869-BB2C-4014-8742-76A2F817DC75}" dt="2025-08-05T15:16:37.830" v="10294" actId="165"/>
          <ac:cxnSpMkLst>
            <pc:docMk/>
            <pc:sldMk cId="4006008676" sldId="285"/>
            <ac:cxnSpMk id="880" creationId="{0B6B13D9-F135-66F1-A441-4D759D19A8F5}"/>
          </ac:cxnSpMkLst>
        </pc:cxnChg>
        <pc:cxnChg chg="add mod">
          <ac:chgData name="seungkyun park" userId="f1574e86df6b37cf" providerId="LiveId" clId="{A9D9B869-BB2C-4014-8742-76A2F817DC75}" dt="2025-08-05T15:59:18.189" v="10866" actId="14100"/>
          <ac:cxnSpMkLst>
            <pc:docMk/>
            <pc:sldMk cId="4006008676" sldId="285"/>
            <ac:cxnSpMk id="882" creationId="{E9029539-2571-59FC-8CE3-BA7B41DFC65C}"/>
          </ac:cxnSpMkLst>
        </pc:cxnChg>
        <pc:cxnChg chg="add mod topLvl">
          <ac:chgData name="seungkyun park" userId="f1574e86df6b37cf" providerId="LiveId" clId="{A9D9B869-BB2C-4014-8742-76A2F817DC75}" dt="2025-08-05T15:16:37.830" v="10294" actId="165"/>
          <ac:cxnSpMkLst>
            <pc:docMk/>
            <pc:sldMk cId="4006008676" sldId="285"/>
            <ac:cxnSpMk id="883" creationId="{3EE0FBB5-BCFE-59A3-4346-5B9597D179ED}"/>
          </ac:cxnSpMkLst>
        </pc:cxnChg>
        <pc:cxnChg chg="add mod">
          <ac:chgData name="seungkyun park" userId="f1574e86df6b37cf" providerId="LiveId" clId="{A9D9B869-BB2C-4014-8742-76A2F817DC75}" dt="2025-08-05T14:25:13.199" v="8579" actId="14100"/>
          <ac:cxnSpMkLst>
            <pc:docMk/>
            <pc:sldMk cId="4006008676" sldId="285"/>
            <ac:cxnSpMk id="885" creationId="{B64F0406-B36C-0C96-2FF2-7AD98DE8C312}"/>
          </ac:cxnSpMkLst>
        </pc:cxnChg>
        <pc:cxnChg chg="add mod topLvl">
          <ac:chgData name="seungkyun park" userId="f1574e86df6b37cf" providerId="LiveId" clId="{A9D9B869-BB2C-4014-8742-76A2F817DC75}" dt="2025-08-05T15:16:37.830" v="10294" actId="165"/>
          <ac:cxnSpMkLst>
            <pc:docMk/>
            <pc:sldMk cId="4006008676" sldId="285"/>
            <ac:cxnSpMk id="886" creationId="{1BC750EB-1D32-06C6-2AF6-6B7F58ED3927}"/>
          </ac:cxnSpMkLst>
        </pc:cxnChg>
        <pc:cxnChg chg="add mod">
          <ac:chgData name="seungkyun park" userId="f1574e86df6b37cf" providerId="LiveId" clId="{A9D9B869-BB2C-4014-8742-76A2F817DC75}" dt="2025-08-05T14:25:18.981" v="8580" actId="14100"/>
          <ac:cxnSpMkLst>
            <pc:docMk/>
            <pc:sldMk cId="4006008676" sldId="285"/>
            <ac:cxnSpMk id="888" creationId="{32214DB9-7C2F-FD6C-5B75-DA51D85BFDED}"/>
          </ac:cxnSpMkLst>
        </pc:cxnChg>
        <pc:cxnChg chg="add mod topLvl">
          <ac:chgData name="seungkyun park" userId="f1574e86df6b37cf" providerId="LiveId" clId="{A9D9B869-BB2C-4014-8742-76A2F817DC75}" dt="2025-08-05T15:16:37.830" v="10294" actId="165"/>
          <ac:cxnSpMkLst>
            <pc:docMk/>
            <pc:sldMk cId="4006008676" sldId="285"/>
            <ac:cxnSpMk id="889" creationId="{CA9895B7-86E1-D478-FE62-4773250562A7}"/>
          </ac:cxnSpMkLst>
        </pc:cxnChg>
        <pc:cxnChg chg="add mod">
          <ac:chgData name="seungkyun park" userId="f1574e86df6b37cf" providerId="LiveId" clId="{A9D9B869-BB2C-4014-8742-76A2F817DC75}" dt="2025-08-05T14:25:20.848" v="8581" actId="14100"/>
          <ac:cxnSpMkLst>
            <pc:docMk/>
            <pc:sldMk cId="4006008676" sldId="285"/>
            <ac:cxnSpMk id="891" creationId="{97A81161-D7CA-4D89-8F06-3D352ADC2D6F}"/>
          </ac:cxnSpMkLst>
        </pc:cxnChg>
        <pc:cxnChg chg="add mod topLvl">
          <ac:chgData name="seungkyun park" userId="f1574e86df6b37cf" providerId="LiveId" clId="{A9D9B869-BB2C-4014-8742-76A2F817DC75}" dt="2025-08-05T15:16:37.830" v="10294" actId="165"/>
          <ac:cxnSpMkLst>
            <pc:docMk/>
            <pc:sldMk cId="4006008676" sldId="285"/>
            <ac:cxnSpMk id="892" creationId="{2C436EB5-EA14-5A3C-1315-FA3199148E09}"/>
          </ac:cxnSpMkLst>
        </pc:cxnChg>
        <pc:cxnChg chg="add mod">
          <ac:chgData name="seungkyun park" userId="f1574e86df6b37cf" providerId="LiveId" clId="{A9D9B869-BB2C-4014-8742-76A2F817DC75}" dt="2025-08-05T14:24:42.511" v="8570" actId="14100"/>
          <ac:cxnSpMkLst>
            <pc:docMk/>
            <pc:sldMk cId="4006008676" sldId="285"/>
            <ac:cxnSpMk id="894" creationId="{880C87DD-2512-297D-FE5A-5335C11D0A76}"/>
          </ac:cxnSpMkLst>
        </pc:cxnChg>
        <pc:cxnChg chg="add mod">
          <ac:chgData name="seungkyun park" userId="f1574e86df6b37cf" providerId="LiveId" clId="{A9D9B869-BB2C-4014-8742-76A2F817DC75}" dt="2025-08-04T17:43:34.964" v="6512" actId="571"/>
          <ac:cxnSpMkLst>
            <pc:docMk/>
            <pc:sldMk cId="4006008676" sldId="285"/>
            <ac:cxnSpMk id="895" creationId="{7A475C96-C06F-7CE1-6993-1A74085BDAD2}"/>
          </ac:cxnSpMkLst>
        </pc:cxnChg>
        <pc:cxnChg chg="add mod">
          <ac:chgData name="seungkyun park" userId="f1574e86df6b37cf" providerId="LiveId" clId="{A9D9B869-BB2C-4014-8742-76A2F817DC75}" dt="2025-08-05T14:24:48.131" v="8574" actId="14100"/>
          <ac:cxnSpMkLst>
            <pc:docMk/>
            <pc:sldMk cId="4006008676" sldId="285"/>
            <ac:cxnSpMk id="900" creationId="{B4785EE0-0886-8E67-2656-886F798BF5AD}"/>
          </ac:cxnSpMkLst>
        </pc:cxnChg>
        <pc:cxnChg chg="add mod">
          <ac:chgData name="seungkyun park" userId="f1574e86df6b37cf" providerId="LiveId" clId="{A9D9B869-BB2C-4014-8742-76A2F817DC75}" dt="2025-08-05T14:24:45.943" v="8573" actId="1037"/>
          <ac:cxnSpMkLst>
            <pc:docMk/>
            <pc:sldMk cId="4006008676" sldId="285"/>
            <ac:cxnSpMk id="901" creationId="{563E99A3-E35A-DDD2-C2C9-C19CE3934B62}"/>
          </ac:cxnSpMkLst>
        </pc:cxnChg>
        <pc:cxnChg chg="add mod">
          <ac:chgData name="seungkyun park" userId="f1574e86df6b37cf" providerId="LiveId" clId="{A9D9B869-BB2C-4014-8742-76A2F817DC75}" dt="2025-08-04T17:49:03.679" v="6723"/>
          <ac:cxnSpMkLst>
            <pc:docMk/>
            <pc:sldMk cId="4006008676" sldId="285"/>
            <ac:cxnSpMk id="905" creationId="{14DCA9BF-B6C1-A0FF-80C5-F2DD11FFBC7E}"/>
          </ac:cxnSpMkLst>
        </pc:cxnChg>
        <pc:cxnChg chg="add mod">
          <ac:chgData name="seungkyun park" userId="f1574e86df6b37cf" providerId="LiveId" clId="{A9D9B869-BB2C-4014-8742-76A2F817DC75}" dt="2025-08-05T10:56:05.356" v="7481" actId="692"/>
          <ac:cxnSpMkLst>
            <pc:docMk/>
            <pc:sldMk cId="4006008676" sldId="285"/>
            <ac:cxnSpMk id="906" creationId="{23C4664B-AB10-A009-7045-9668E69D43EC}"/>
          </ac:cxnSpMkLst>
        </pc:cxnChg>
        <pc:cxnChg chg="add mod">
          <ac:chgData name="seungkyun park" userId="f1574e86df6b37cf" providerId="LiveId" clId="{A9D9B869-BB2C-4014-8742-76A2F817DC75}" dt="2025-08-05T14:33:59.390" v="8846" actId="14100"/>
          <ac:cxnSpMkLst>
            <pc:docMk/>
            <pc:sldMk cId="4006008676" sldId="285"/>
            <ac:cxnSpMk id="908" creationId="{047765D8-9215-C06E-46FD-824F591B80C0}"/>
          </ac:cxnSpMkLst>
        </pc:cxnChg>
        <pc:cxnChg chg="add mod">
          <ac:chgData name="seungkyun park" userId="f1574e86df6b37cf" providerId="LiveId" clId="{A9D9B869-BB2C-4014-8742-76A2F817DC75}" dt="2025-08-05T15:16:52.096" v="10296" actId="1037"/>
          <ac:cxnSpMkLst>
            <pc:docMk/>
            <pc:sldMk cId="4006008676" sldId="285"/>
            <ac:cxnSpMk id="911" creationId="{3A654C24-898F-8149-BBDD-1727516AA489}"/>
          </ac:cxnSpMkLst>
        </pc:cxnChg>
        <pc:cxnChg chg="add mod">
          <ac:chgData name="seungkyun park" userId="f1574e86df6b37cf" providerId="LiveId" clId="{A9D9B869-BB2C-4014-8742-76A2F817DC75}" dt="2025-08-05T13:34:43.710" v="7902" actId="571"/>
          <ac:cxnSpMkLst>
            <pc:docMk/>
            <pc:sldMk cId="4006008676" sldId="285"/>
            <ac:cxnSpMk id="937" creationId="{2CEFE011-77AC-B270-854C-590E437024D9}"/>
          </ac:cxnSpMkLst>
        </pc:cxnChg>
        <pc:cxnChg chg="add mod">
          <ac:chgData name="seungkyun park" userId="f1574e86df6b37cf" providerId="LiveId" clId="{A9D9B869-BB2C-4014-8742-76A2F817DC75}" dt="2025-08-05T13:34:45.588" v="7903" actId="571"/>
          <ac:cxnSpMkLst>
            <pc:docMk/>
            <pc:sldMk cId="4006008676" sldId="285"/>
            <ac:cxnSpMk id="938" creationId="{36036FCF-9E4F-F5A4-F63C-8FDF95E47E6D}"/>
          </ac:cxnSpMkLst>
        </pc:cxnChg>
        <pc:cxnChg chg="add mod">
          <ac:chgData name="seungkyun park" userId="f1574e86df6b37cf" providerId="LiveId" clId="{A9D9B869-BB2C-4014-8742-76A2F817DC75}" dt="2025-08-05T16:21:34.685" v="11772" actId="1038"/>
          <ac:cxnSpMkLst>
            <pc:docMk/>
            <pc:sldMk cId="4006008676" sldId="285"/>
            <ac:cxnSpMk id="952" creationId="{010EBDBB-FF2A-2094-48DF-5FA14554FC8E}"/>
          </ac:cxnSpMkLst>
        </pc:cxnChg>
        <pc:cxnChg chg="add mod">
          <ac:chgData name="seungkyun park" userId="f1574e86df6b37cf" providerId="LiveId" clId="{A9D9B869-BB2C-4014-8742-76A2F817DC75}" dt="2025-08-05T13:44:16.948" v="8084" actId="571"/>
          <ac:cxnSpMkLst>
            <pc:docMk/>
            <pc:sldMk cId="4006008676" sldId="285"/>
            <ac:cxnSpMk id="956" creationId="{D40BC53C-D063-0301-3BC1-C34BEF9AE54B}"/>
          </ac:cxnSpMkLst>
        </pc:cxnChg>
        <pc:cxnChg chg="add mod">
          <ac:chgData name="seungkyun park" userId="f1574e86df6b37cf" providerId="LiveId" clId="{A9D9B869-BB2C-4014-8742-76A2F817DC75}" dt="2025-08-05T13:45:21.324" v="8092" actId="571"/>
          <ac:cxnSpMkLst>
            <pc:docMk/>
            <pc:sldMk cId="4006008676" sldId="285"/>
            <ac:cxnSpMk id="957" creationId="{05803E20-0D60-3ED3-69BF-A135D91164BB}"/>
          </ac:cxnSpMkLst>
        </pc:cxnChg>
        <pc:cxnChg chg="add mod">
          <ac:chgData name="seungkyun park" userId="f1574e86df6b37cf" providerId="LiveId" clId="{A9D9B869-BB2C-4014-8742-76A2F817DC75}" dt="2025-08-05T13:45:45.814" v="8100" actId="571"/>
          <ac:cxnSpMkLst>
            <pc:docMk/>
            <pc:sldMk cId="4006008676" sldId="285"/>
            <ac:cxnSpMk id="959" creationId="{A25B4874-61D3-0698-D980-9DC2B915A958}"/>
          </ac:cxnSpMkLst>
        </pc:cxnChg>
        <pc:cxnChg chg="add mod">
          <ac:chgData name="seungkyun park" userId="f1574e86df6b37cf" providerId="LiveId" clId="{A9D9B869-BB2C-4014-8742-76A2F817DC75}" dt="2025-08-05T17:00:02.794" v="12949"/>
          <ac:cxnSpMkLst>
            <pc:docMk/>
            <pc:sldMk cId="4006008676" sldId="285"/>
            <ac:cxnSpMk id="979" creationId="{0A38B7BD-04E7-4986-6917-04B548335102}"/>
          </ac:cxnSpMkLst>
        </pc:cxnChg>
        <pc:cxnChg chg="add mod">
          <ac:chgData name="seungkyun park" userId="f1574e86df6b37cf" providerId="LiveId" clId="{A9D9B869-BB2C-4014-8742-76A2F817DC75}" dt="2025-08-05T17:00:06.533" v="12951" actId="14100"/>
          <ac:cxnSpMkLst>
            <pc:docMk/>
            <pc:sldMk cId="4006008676" sldId="285"/>
            <ac:cxnSpMk id="980" creationId="{C98C95B9-45BF-8DD1-7E6A-781382EF670C}"/>
          </ac:cxnSpMkLst>
        </pc:cxnChg>
        <pc:cxnChg chg="add mod">
          <ac:chgData name="seungkyun park" userId="f1574e86df6b37cf" providerId="LiveId" clId="{A9D9B869-BB2C-4014-8742-76A2F817DC75}" dt="2025-08-05T17:01:56.165" v="13020" actId="14100"/>
          <ac:cxnSpMkLst>
            <pc:docMk/>
            <pc:sldMk cId="4006008676" sldId="285"/>
            <ac:cxnSpMk id="982" creationId="{53924C6C-66C1-5476-ABDB-F67124FD4665}"/>
          </ac:cxnSpMkLst>
        </pc:cxnChg>
        <pc:cxnChg chg="add mod">
          <ac:chgData name="seungkyun park" userId="f1574e86df6b37cf" providerId="LiveId" clId="{A9D9B869-BB2C-4014-8742-76A2F817DC75}" dt="2025-08-05T17:04:02.556" v="13021" actId="571"/>
          <ac:cxnSpMkLst>
            <pc:docMk/>
            <pc:sldMk cId="4006008676" sldId="285"/>
            <ac:cxnSpMk id="1001" creationId="{0AEA1549-6A42-AEF8-AB66-4012D7A82E6C}"/>
          </ac:cxnSpMkLst>
        </pc:cxnChg>
        <pc:cxnChg chg="add mod">
          <ac:chgData name="seungkyun park" userId="f1574e86df6b37cf" providerId="LiveId" clId="{A9D9B869-BB2C-4014-8742-76A2F817DC75}" dt="2025-08-11T11:49:39.466" v="13697" actId="14100"/>
          <ac:cxnSpMkLst>
            <pc:docMk/>
            <pc:sldMk cId="4006008676" sldId="285"/>
            <ac:cxnSpMk id="1193" creationId="{C19A2BCD-9A98-323C-197E-54D5CC8ED2E4}"/>
          </ac:cxnSpMkLst>
        </pc:cxnChg>
        <pc:cxnChg chg="add mod">
          <ac:chgData name="seungkyun park" userId="f1574e86df6b37cf" providerId="LiveId" clId="{A9D9B869-BB2C-4014-8742-76A2F817DC75}" dt="2025-08-11T11:49:39.466" v="13697" actId="14100"/>
          <ac:cxnSpMkLst>
            <pc:docMk/>
            <pc:sldMk cId="4006008676" sldId="285"/>
            <ac:cxnSpMk id="1196" creationId="{1C0D2998-5952-D00C-8EF6-35DDA659FCBD}"/>
          </ac:cxnSpMkLst>
        </pc:cxnChg>
        <pc:cxnChg chg="add mod">
          <ac:chgData name="seungkyun park" userId="f1574e86df6b37cf" providerId="LiveId" clId="{A9D9B869-BB2C-4014-8742-76A2F817DC75}" dt="2025-08-11T11:49:39.466" v="13697" actId="14100"/>
          <ac:cxnSpMkLst>
            <pc:docMk/>
            <pc:sldMk cId="4006008676" sldId="285"/>
            <ac:cxnSpMk id="1200" creationId="{598937F4-8650-52D5-05AB-A46FD55C5F11}"/>
          </ac:cxnSpMkLst>
        </pc:cxnChg>
        <pc:cxnChg chg="add mod">
          <ac:chgData name="seungkyun park" userId="f1574e86df6b37cf" providerId="LiveId" clId="{A9D9B869-BB2C-4014-8742-76A2F817DC75}" dt="2025-08-11T11:52:03.465" v="13860" actId="14100"/>
          <ac:cxnSpMkLst>
            <pc:docMk/>
            <pc:sldMk cId="4006008676" sldId="285"/>
            <ac:cxnSpMk id="1206" creationId="{28AF259B-F0EC-FE12-1285-E7751BDDB121}"/>
          </ac:cxnSpMkLst>
        </pc:cxnChg>
        <pc:cxnChg chg="add mod">
          <ac:chgData name="seungkyun park" userId="f1574e86df6b37cf" providerId="LiveId" clId="{A9D9B869-BB2C-4014-8742-76A2F817DC75}" dt="2025-08-11T12:11:08.888" v="14376" actId="164"/>
          <ac:cxnSpMkLst>
            <pc:docMk/>
            <pc:sldMk cId="4006008676" sldId="285"/>
            <ac:cxnSpMk id="1208" creationId="{3A7D6CB0-CB1A-9A0D-BE51-46CFC4749320}"/>
          </ac:cxnSpMkLst>
        </pc:cxnChg>
        <pc:cxnChg chg="add mod">
          <ac:chgData name="seungkyun park" userId="f1574e86df6b37cf" providerId="LiveId" clId="{A9D9B869-BB2C-4014-8742-76A2F817DC75}" dt="2025-08-11T12:11:08.888" v="14376" actId="164"/>
          <ac:cxnSpMkLst>
            <pc:docMk/>
            <pc:sldMk cId="4006008676" sldId="285"/>
            <ac:cxnSpMk id="1209" creationId="{68E1D548-2EF1-F20D-48B0-A2A40621A532}"/>
          </ac:cxnSpMkLst>
        </pc:cxnChg>
        <pc:cxnChg chg="add mod">
          <ac:chgData name="seungkyun park" userId="f1574e86df6b37cf" providerId="LiveId" clId="{A9D9B869-BB2C-4014-8742-76A2F817DC75}" dt="2025-08-11T12:06:32.231" v="14197" actId="1038"/>
          <ac:cxnSpMkLst>
            <pc:docMk/>
            <pc:sldMk cId="4006008676" sldId="285"/>
            <ac:cxnSpMk id="1210" creationId="{16367FD0-9BE8-AEAD-B701-E6B02A45CF32}"/>
          </ac:cxnSpMkLst>
        </pc:cxnChg>
      </pc:sldChg>
      <pc:sldChg chg="addSp delSp modSp add mod">
        <pc:chgData name="seungkyun park" userId="f1574e86df6b37cf" providerId="LiveId" clId="{A9D9B869-BB2C-4014-8742-76A2F817DC75}" dt="2025-08-11T12:57:46.966" v="14802" actId="164"/>
        <pc:sldMkLst>
          <pc:docMk/>
          <pc:sldMk cId="4028224469" sldId="286"/>
        </pc:sldMkLst>
        <pc:spChg chg="add mod ord">
          <ac:chgData name="seungkyun park" userId="f1574e86df6b37cf" providerId="LiveId" clId="{A9D9B869-BB2C-4014-8742-76A2F817DC75}" dt="2025-08-11T12:55:36.336" v="14731" actId="1036"/>
          <ac:spMkLst>
            <pc:docMk/>
            <pc:sldMk cId="4028224469" sldId="286"/>
            <ac:spMk id="7" creationId="{C7A06118-BB14-6558-28A8-5EAD7046A6C6}"/>
          </ac:spMkLst>
        </pc:spChg>
        <pc:spChg chg="mod topLvl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11" creationId="{092F1E1A-D815-86CF-0293-EEBC68025FC0}"/>
          </ac:spMkLst>
        </pc:spChg>
        <pc:spChg chg="add mod ord">
          <ac:chgData name="seungkyun park" userId="f1574e86df6b37cf" providerId="LiveId" clId="{A9D9B869-BB2C-4014-8742-76A2F817DC75}" dt="2025-08-11T12:55:41.143" v="14732" actId="1036"/>
          <ac:spMkLst>
            <pc:docMk/>
            <pc:sldMk cId="4028224469" sldId="286"/>
            <ac:spMk id="27" creationId="{30802A19-DA38-6D91-0D4E-14573DF9BC45}"/>
          </ac:spMkLst>
        </pc:spChg>
        <pc:spChg chg="add mod topLvl">
          <ac:chgData name="seungkyun park" userId="f1574e86df6b37cf" providerId="LiveId" clId="{A9D9B869-BB2C-4014-8742-76A2F817DC75}" dt="2025-08-11T12:50:12.398" v="14656" actId="1037"/>
          <ac:spMkLst>
            <pc:docMk/>
            <pc:sldMk cId="4028224469" sldId="286"/>
            <ac:spMk id="28" creationId="{114B3AD4-CF9F-33D8-8C36-F4F6F5B7F074}"/>
          </ac:spMkLst>
        </pc:spChg>
        <pc:spChg chg="add mod topLvl">
          <ac:chgData name="seungkyun park" userId="f1574e86df6b37cf" providerId="LiveId" clId="{A9D9B869-BB2C-4014-8742-76A2F817DC75}" dt="2025-08-11T12:50:12.398" v="14656" actId="1037"/>
          <ac:spMkLst>
            <pc:docMk/>
            <pc:sldMk cId="4028224469" sldId="286"/>
            <ac:spMk id="29" creationId="{09B027CC-B88B-73BB-4198-8A924FB65B6B}"/>
          </ac:spMkLst>
        </pc:spChg>
        <pc:spChg chg="add mod ord">
          <ac:chgData name="seungkyun park" userId="f1574e86df6b37cf" providerId="LiveId" clId="{A9D9B869-BB2C-4014-8742-76A2F817DC75}" dt="2025-08-11T12:56:16.876" v="14740" actId="14100"/>
          <ac:spMkLst>
            <pc:docMk/>
            <pc:sldMk cId="4028224469" sldId="286"/>
            <ac:spMk id="30" creationId="{5E06AA68-873C-D913-53E3-158AF5737475}"/>
          </ac:spMkLst>
        </pc:spChg>
        <pc:spChg chg="mod topLvl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115" creationId="{1C11B5BB-0B68-8FB5-D9FB-3CF390C9DCB9}"/>
          </ac:spMkLst>
        </pc:spChg>
        <pc:spChg chg="mod topLvl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560" creationId="{203F55BA-F197-6132-4EA7-597669337D16}"/>
          </ac:spMkLst>
        </pc:spChg>
        <pc:spChg chg="mod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587" creationId="{0898EB1C-72D0-D94C-1375-D626BE6D25EB}"/>
          </ac:spMkLst>
        </pc:spChg>
        <pc:spChg chg="mod topLvl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752" creationId="{88B3EAD6-F968-6B8D-5684-098E839D4AC6}"/>
          </ac:spMkLst>
        </pc:spChg>
        <pc:spChg chg="mod topLvl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754" creationId="{BB2E8E17-C3B9-1782-26BF-F2073B32B4DA}"/>
          </ac:spMkLst>
        </pc:spChg>
        <pc:spChg chg="mod topLvl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823" creationId="{B8772E37-2FFD-AD23-63DD-D82E866CAD09}"/>
          </ac:spMkLst>
        </pc:spChg>
        <pc:spChg chg="mod topLvl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844" creationId="{2BF6C58D-C772-2ED5-F7C2-57ABE90E0131}"/>
          </ac:spMkLst>
        </pc:spChg>
        <pc:spChg chg="mod topLvl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893" creationId="{D1CF8CF7-76BF-9F6A-411F-09A1E0BFBD62}"/>
          </ac:spMkLst>
        </pc:spChg>
        <pc:spChg chg="mod topLvl">
          <ac:chgData name="seungkyun park" userId="f1574e86df6b37cf" providerId="LiveId" clId="{A9D9B869-BB2C-4014-8742-76A2F817DC75}" dt="2025-08-11T12:57:46.966" v="14802" actId="164"/>
          <ac:spMkLst>
            <pc:docMk/>
            <pc:sldMk cId="4028224469" sldId="286"/>
            <ac:spMk id="992" creationId="{09F53D20-AFD8-43CB-3F24-D404FB404EB4}"/>
          </ac:spMkLst>
        </pc:spChg>
        <pc:spChg chg="mod">
          <ac:chgData name="seungkyun park" userId="f1574e86df6b37cf" providerId="LiveId" clId="{A9D9B869-BB2C-4014-8742-76A2F817DC75}" dt="2025-08-11T12:54:39.738" v="14713" actId="1035"/>
          <ac:spMkLst>
            <pc:docMk/>
            <pc:sldMk cId="4028224469" sldId="286"/>
            <ac:spMk id="1202" creationId="{6207588D-1F14-B8B5-E19B-BE2661916066}"/>
          </ac:spMkLst>
        </pc:spChg>
        <pc:spChg chg="mod">
          <ac:chgData name="seungkyun park" userId="f1574e86df6b37cf" providerId="LiveId" clId="{A9D9B869-BB2C-4014-8742-76A2F817DC75}" dt="2025-08-11T12:57:41.913" v="14801"/>
          <ac:spMkLst>
            <pc:docMk/>
            <pc:sldMk cId="4028224469" sldId="286"/>
            <ac:spMk id="1203" creationId="{845DAAF1-5FB7-85E9-6DDE-9773922065ED}"/>
          </ac:spMkLst>
        </pc:spChg>
        <pc:spChg chg="mod">
          <ac:chgData name="seungkyun park" userId="f1574e86df6b37cf" providerId="LiveId" clId="{A9D9B869-BB2C-4014-8742-76A2F817DC75}" dt="2025-08-11T12:45:57.310" v="14390" actId="1038"/>
          <ac:spMkLst>
            <pc:docMk/>
            <pc:sldMk cId="4028224469" sldId="286"/>
            <ac:spMk id="1204" creationId="{8F2D66B0-5399-71B5-0BC5-3412E466B0B5}"/>
          </ac:spMkLst>
        </pc:spChg>
        <pc:spChg chg="mod">
          <ac:chgData name="seungkyun park" userId="f1574e86df6b37cf" providerId="LiveId" clId="{A9D9B869-BB2C-4014-8742-76A2F817DC75}" dt="2025-08-11T12:51:02.181" v="14660" actId="1038"/>
          <ac:spMkLst>
            <pc:docMk/>
            <pc:sldMk cId="4028224469" sldId="286"/>
            <ac:spMk id="1205" creationId="{68EC0B56-1FF2-283B-D610-BC72E396EBD5}"/>
          </ac:spMkLst>
        </pc:spChg>
        <pc:spChg chg="mod topLvl">
          <ac:chgData name="seungkyun park" userId="f1574e86df6b37cf" providerId="LiveId" clId="{A9D9B869-BB2C-4014-8742-76A2F817DC75}" dt="2025-08-11T12:50:05.078" v="14653" actId="165"/>
          <ac:spMkLst>
            <pc:docMk/>
            <pc:sldMk cId="4028224469" sldId="286"/>
            <ac:spMk id="1211" creationId="{5A2B52C8-96E6-AED6-C5C0-2C24DE5DBFA1}"/>
          </ac:spMkLst>
        </pc:spChg>
        <pc:spChg chg="mod topLvl">
          <ac:chgData name="seungkyun park" userId="f1574e86df6b37cf" providerId="LiveId" clId="{A9D9B869-BB2C-4014-8742-76A2F817DC75}" dt="2025-08-11T12:50:05.078" v="14653" actId="165"/>
          <ac:spMkLst>
            <pc:docMk/>
            <pc:sldMk cId="4028224469" sldId="286"/>
            <ac:spMk id="1212" creationId="{95590883-7744-9338-9449-5F9FC47A5746}"/>
          </ac:spMkLst>
        </pc:spChg>
        <pc:spChg chg="mod topLvl">
          <ac:chgData name="seungkyun park" userId="f1574e86df6b37cf" providerId="LiveId" clId="{A9D9B869-BB2C-4014-8742-76A2F817DC75}" dt="2025-08-11T12:50:05.078" v="14653" actId="165"/>
          <ac:spMkLst>
            <pc:docMk/>
            <pc:sldMk cId="4028224469" sldId="286"/>
            <ac:spMk id="1214" creationId="{2B269E68-5F08-5DEB-2A38-883BC716BD43}"/>
          </ac:spMkLst>
        </pc:spChg>
        <pc:spChg chg="mod topLvl">
          <ac:chgData name="seungkyun park" userId="f1574e86df6b37cf" providerId="LiveId" clId="{A9D9B869-BB2C-4014-8742-76A2F817DC75}" dt="2025-08-11T12:50:05.078" v="14653" actId="165"/>
          <ac:spMkLst>
            <pc:docMk/>
            <pc:sldMk cId="4028224469" sldId="286"/>
            <ac:spMk id="1215" creationId="{7A8C257C-6671-213B-5A56-788E1F7D53B9}"/>
          </ac:spMkLst>
        </pc:spChg>
        <pc:spChg chg="mod topLvl">
          <ac:chgData name="seungkyun park" userId="f1574e86df6b37cf" providerId="LiveId" clId="{A9D9B869-BB2C-4014-8742-76A2F817DC75}" dt="2025-08-11T12:50:05.078" v="14653" actId="165"/>
          <ac:spMkLst>
            <pc:docMk/>
            <pc:sldMk cId="4028224469" sldId="286"/>
            <ac:spMk id="1216" creationId="{995C07AE-AD1F-569F-A9E6-89D93B874192}"/>
          </ac:spMkLst>
        </pc:spChg>
        <pc:spChg chg="mod topLvl">
          <ac:chgData name="seungkyun park" userId="f1574e86df6b37cf" providerId="LiveId" clId="{A9D9B869-BB2C-4014-8742-76A2F817DC75}" dt="2025-08-11T12:50:05.078" v="14653" actId="165"/>
          <ac:spMkLst>
            <pc:docMk/>
            <pc:sldMk cId="4028224469" sldId="286"/>
            <ac:spMk id="1217" creationId="{D2479134-6787-31C4-2409-222775131611}"/>
          </ac:spMkLst>
        </pc:spChg>
        <pc:spChg chg="mod topLvl">
          <ac:chgData name="seungkyun park" userId="f1574e86df6b37cf" providerId="LiveId" clId="{A9D9B869-BB2C-4014-8742-76A2F817DC75}" dt="2025-08-11T12:50:05.078" v="14653" actId="165"/>
          <ac:spMkLst>
            <pc:docMk/>
            <pc:sldMk cId="4028224469" sldId="286"/>
            <ac:spMk id="1218" creationId="{A2CBDDC5-5D69-3900-3DCC-680D3E1A9CCB}"/>
          </ac:spMkLst>
        </pc:spChg>
        <pc:grpChg chg="add del mod">
          <ac:chgData name="seungkyun park" userId="f1574e86df6b37cf" providerId="LiveId" clId="{A9D9B869-BB2C-4014-8742-76A2F817DC75}" dt="2025-08-11T12:50:05.078" v="14653" actId="165"/>
          <ac:grpSpMkLst>
            <pc:docMk/>
            <pc:sldMk cId="4028224469" sldId="286"/>
            <ac:grpSpMk id="1219" creationId="{A98290C8-47EE-FD00-BB07-40CE09898010}"/>
          </ac:grpSpMkLst>
        </pc:grpChg>
        <pc:picChg chg="mod">
          <ac:chgData name="seungkyun park" userId="f1574e86df6b37cf" providerId="LiveId" clId="{A9D9B869-BB2C-4014-8742-76A2F817DC75}" dt="2025-08-11T12:46:51.599" v="14542" actId="207"/>
          <ac:picMkLst>
            <pc:docMk/>
            <pc:sldMk cId="4028224469" sldId="286"/>
            <ac:picMk id="1186" creationId="{3C9BC7E4-06CB-8C58-CF1C-53059CBD337B}"/>
          </ac:picMkLst>
        </pc:picChg>
        <pc:picChg chg="mod">
          <ac:chgData name="seungkyun park" userId="f1574e86df6b37cf" providerId="LiveId" clId="{A9D9B869-BB2C-4014-8742-76A2F817DC75}" dt="2025-08-11T12:56:49.846" v="14745" actId="14100"/>
          <ac:picMkLst>
            <pc:docMk/>
            <pc:sldMk cId="4028224469" sldId="286"/>
            <ac:picMk id="1188" creationId="{C2CE62E5-BB5E-70EB-4815-4BEE984A3AE8}"/>
          </ac:picMkLst>
        </pc:picChg>
        <pc:picChg chg="mod">
          <ac:chgData name="seungkyun park" userId="f1574e86df6b37cf" providerId="LiveId" clId="{A9D9B869-BB2C-4014-8742-76A2F817DC75}" dt="2025-08-11T12:56:52.677" v="14746" actId="14100"/>
          <ac:picMkLst>
            <pc:docMk/>
            <pc:sldMk cId="4028224469" sldId="286"/>
            <ac:picMk id="1190" creationId="{0E454716-B426-EE30-335D-FD0C7BC2556E}"/>
          </ac:picMkLst>
        </pc:picChg>
        <pc:picChg chg="mod">
          <ac:chgData name="seungkyun park" userId="f1574e86df6b37cf" providerId="LiveId" clId="{A9D9B869-BB2C-4014-8742-76A2F817DC75}" dt="2025-08-11T12:56:56.225" v="14747" actId="14100"/>
          <ac:picMkLst>
            <pc:docMk/>
            <pc:sldMk cId="4028224469" sldId="286"/>
            <ac:picMk id="1192" creationId="{0B7DFBD7-1A79-9181-F632-A51445EA279B}"/>
          </ac:picMkLst>
        </pc:picChg>
        <pc:cxnChg chg="add mod">
          <ac:chgData name="seungkyun park" userId="f1574e86df6b37cf" providerId="LiveId" clId="{A9D9B869-BB2C-4014-8742-76A2F817DC75}" dt="2025-08-11T12:56:07.930" v="14735" actId="1036"/>
          <ac:cxnSpMkLst>
            <pc:docMk/>
            <pc:sldMk cId="4028224469" sldId="286"/>
            <ac:cxnSpMk id="31" creationId="{B79FF439-F340-F952-80FA-0829C73CB54A}"/>
          </ac:cxnSpMkLst>
        </pc:cxnChg>
        <pc:cxnChg chg="add mod">
          <ac:chgData name="seungkyun park" userId="f1574e86df6b37cf" providerId="LiveId" clId="{A9D9B869-BB2C-4014-8742-76A2F817DC75}" dt="2025-08-11T12:56:34.841" v="14743" actId="1037"/>
          <ac:cxnSpMkLst>
            <pc:docMk/>
            <pc:sldMk cId="4028224469" sldId="286"/>
            <ac:cxnSpMk id="32" creationId="{3BB11D13-D404-D1B9-B264-936B03B260F3}"/>
          </ac:cxnSpMkLst>
        </pc:cxnChg>
        <pc:cxnChg chg="mod">
          <ac:chgData name="seungkyun park" userId="f1574e86df6b37cf" providerId="LiveId" clId="{A9D9B869-BB2C-4014-8742-76A2F817DC75}" dt="2025-08-11T12:54:45.997" v="14715" actId="1035"/>
          <ac:cxnSpMkLst>
            <pc:docMk/>
            <pc:sldMk cId="4028224469" sldId="286"/>
            <ac:cxnSpMk id="1193" creationId="{A75FB721-BEBE-62FD-A413-126648B90658}"/>
          </ac:cxnSpMkLst>
        </pc:cxnChg>
        <pc:cxnChg chg="mod">
          <ac:chgData name="seungkyun park" userId="f1574e86df6b37cf" providerId="LiveId" clId="{A9D9B869-BB2C-4014-8742-76A2F817DC75}" dt="2025-08-11T12:57:06.030" v="14755" actId="1035"/>
          <ac:cxnSpMkLst>
            <pc:docMk/>
            <pc:sldMk cId="4028224469" sldId="286"/>
            <ac:cxnSpMk id="1196" creationId="{C516A18D-0E3D-BA3B-3FD8-553C83594BED}"/>
          </ac:cxnSpMkLst>
        </pc:cxnChg>
        <pc:cxnChg chg="mod">
          <ac:chgData name="seungkyun park" userId="f1574e86df6b37cf" providerId="LiveId" clId="{A9D9B869-BB2C-4014-8742-76A2F817DC75}" dt="2025-08-11T12:54:52.271" v="14720" actId="1036"/>
          <ac:cxnSpMkLst>
            <pc:docMk/>
            <pc:sldMk cId="4028224469" sldId="286"/>
            <ac:cxnSpMk id="1200" creationId="{6B013B03-E2A7-E899-7516-9004D6004B16}"/>
          </ac:cxnSpMkLst>
        </pc:cxnChg>
        <pc:cxnChg chg="mod">
          <ac:chgData name="seungkyun park" userId="f1574e86df6b37cf" providerId="LiveId" clId="{A9D9B869-BB2C-4014-8742-76A2F817DC75}" dt="2025-08-11T12:54:52.899" v="14722" actId="1036"/>
          <ac:cxnSpMkLst>
            <pc:docMk/>
            <pc:sldMk cId="4028224469" sldId="286"/>
            <ac:cxnSpMk id="1206" creationId="{F4C35465-8DAD-EBF0-C69C-4402ED235C5F}"/>
          </ac:cxnSpMkLst>
        </pc:cxnChg>
        <pc:cxnChg chg="mod">
          <ac:chgData name="seungkyun park" userId="f1574e86df6b37cf" providerId="LiveId" clId="{A9D9B869-BB2C-4014-8742-76A2F817DC75}" dt="2025-08-11T12:49:18.188" v="14613" actId="1038"/>
          <ac:cxnSpMkLst>
            <pc:docMk/>
            <pc:sldMk cId="4028224469" sldId="286"/>
            <ac:cxnSpMk id="1209" creationId="{07C8A56F-760A-F787-CE4D-F751079B1A3E}"/>
          </ac:cxnSpMkLst>
        </pc:cxnChg>
      </pc:sldChg>
      <pc:sldMasterChg chg="modSldLayout">
        <pc:chgData name="seungkyun park" userId="f1574e86df6b37cf" providerId="LiveId" clId="{A9D9B869-BB2C-4014-8742-76A2F817DC75}" dt="2025-08-04T10:11:27.928" v="2" actId="478"/>
        <pc:sldMasterMkLst>
          <pc:docMk/>
          <pc:sldMasterMk cId="1496743938" sldId="2147483734"/>
        </pc:sldMasterMkLst>
        <pc:sldLayoutChg chg="delSp modSp mod">
          <pc:chgData name="seungkyun park" userId="f1574e86df6b37cf" providerId="LiveId" clId="{A9D9B869-BB2C-4014-8742-76A2F817DC75}" dt="2025-08-04T10:11:27.928" v="2" actId="478"/>
          <pc:sldLayoutMkLst>
            <pc:docMk/>
            <pc:sldMasterMk cId="1496743938" sldId="2147483734"/>
            <pc:sldLayoutMk cId="1973408116" sldId="2147483736"/>
          </pc:sldLayoutMkLst>
        </pc:sldLayoutChg>
      </pc:sldMasterChg>
    </pc:docChg>
  </pc:docChgLst>
  <pc:docChgLst>
    <pc:chgData name="seungkyun park" userId="f1574e86df6b37cf" providerId="LiveId" clId="{3A2A9901-1F52-4855-B492-9D7FB880BEF1}"/>
    <pc:docChg chg="undo custSel mod modSld">
      <pc:chgData name="seungkyun park" userId="f1574e86df6b37cf" providerId="LiveId" clId="{3A2A9901-1F52-4855-B492-9D7FB880BEF1}" dt="2025-06-03T03:26:45.555" v="59" actId="1035"/>
      <pc:docMkLst>
        <pc:docMk/>
      </pc:docMkLst>
      <pc:sldChg chg="addSp delSp modSp mod">
        <pc:chgData name="seungkyun park" userId="f1574e86df6b37cf" providerId="LiveId" clId="{3A2A9901-1F52-4855-B492-9D7FB880BEF1}" dt="2025-06-03T03:26:45.555" v="59" actId="1035"/>
        <pc:sldMkLst>
          <pc:docMk/>
          <pc:sldMk cId="68514707" sldId="280"/>
        </pc:sldMkLst>
      </pc:sldChg>
    </pc:docChg>
  </pc:docChgLst>
  <pc:docChgLst>
    <pc:chgData name="seungkyun park" userId="f1574e86df6b37cf" providerId="LiveId" clId="{7CCF9389-FC57-442E-8C8F-013ED0D606B0}"/>
    <pc:docChg chg="undo redo custSel mod addSld delSld modSld delMainMaster modMainMaster">
      <pc:chgData name="seungkyun park" userId="f1574e86df6b37cf" providerId="LiveId" clId="{7CCF9389-FC57-442E-8C8F-013ED0D606B0}" dt="2024-12-15T14:26:04.919" v="934"/>
      <pc:docMkLst>
        <pc:docMk/>
      </pc:docMkLst>
      <pc:sldChg chg="delSp modSp mod">
        <pc:chgData name="seungkyun park" userId="f1574e86df6b37cf" providerId="LiveId" clId="{7CCF9389-FC57-442E-8C8F-013ED0D606B0}" dt="2024-12-13T14:11:11.161" v="43" actId="478"/>
        <pc:sldMkLst>
          <pc:docMk/>
          <pc:sldMk cId="837102360" sldId="256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2672315987" sldId="264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1144404730" sldId="265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229116852" sldId="266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1776569825" sldId="267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965184183" sldId="268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620185417" sldId="269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327497428" sldId="270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395285393" sldId="271"/>
        </pc:sldMkLst>
      </pc:sldChg>
      <pc:sldChg chg="addSp delSp modSp mod">
        <pc:chgData name="seungkyun park" userId="f1574e86df6b37cf" providerId="LiveId" clId="{7CCF9389-FC57-442E-8C8F-013ED0D606B0}" dt="2024-12-13T14:15:19.770" v="260" actId="478"/>
        <pc:sldMkLst>
          <pc:docMk/>
          <pc:sldMk cId="68514707" sldId="280"/>
        </pc:sldMkLst>
      </pc:sldChg>
      <pc:sldChg chg="modSp add del">
        <pc:chgData name="seungkyun park" userId="f1574e86df6b37cf" providerId="LiveId" clId="{7CCF9389-FC57-442E-8C8F-013ED0D606B0}" dt="2024-12-13T14:02:16.490" v="27"/>
        <pc:sldMkLst>
          <pc:docMk/>
          <pc:sldMk cId="1723837309" sldId="281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2574761150" sldId="281"/>
        </pc:sldMkLst>
      </pc:sldChg>
      <pc:sldChg chg="addSp delSp modSp add mod">
        <pc:chgData name="seungkyun park" userId="f1574e86df6b37cf" providerId="LiveId" clId="{7CCF9389-FC57-442E-8C8F-013ED0D606B0}" dt="2024-12-15T14:26:04.919" v="934"/>
        <pc:sldMkLst>
          <pc:docMk/>
          <pc:sldMk cId="3377727067" sldId="281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3885953653" sldId="282"/>
        </pc:sldMkLst>
      </pc:sldChg>
      <pc:sldChg chg="del">
        <pc:chgData name="seungkyun park" userId="f1574e86df6b37cf" providerId="LiveId" clId="{7CCF9389-FC57-442E-8C8F-013ED0D606B0}" dt="2024-12-11T16:53:52.756" v="17" actId="47"/>
        <pc:sldMkLst>
          <pc:docMk/>
          <pc:sldMk cId="4000065465" sldId="283"/>
        </pc:sldMkLst>
      </pc:sldChg>
      <pc:sldMasterChg chg="modSp modSldLayout">
        <pc:chgData name="seungkyun park" userId="f1574e86df6b37cf" providerId="LiveId" clId="{7CCF9389-FC57-442E-8C8F-013ED0D606B0}" dt="2024-12-13T14:02:16.100" v="26"/>
        <pc:sldMasterMkLst>
          <pc:docMk/>
          <pc:sldMasterMk cId="1164409469" sldId="2147483660"/>
        </pc:sldMasterMkLst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1164409469" sldId="2147483660"/>
            <pc:sldLayoutMk cId="3099226172" sldId="2147483661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1164409469" sldId="2147483660"/>
            <pc:sldLayoutMk cId="1440664780" sldId="2147483663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1164409469" sldId="2147483660"/>
            <pc:sldLayoutMk cId="3198770134" sldId="2147483664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1164409469" sldId="2147483660"/>
            <pc:sldLayoutMk cId="1022480562" sldId="2147483665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1164409469" sldId="2147483660"/>
            <pc:sldLayoutMk cId="26329112" sldId="2147483668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1164409469" sldId="2147483660"/>
            <pc:sldLayoutMk cId="1090547929" sldId="2147483669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1164409469" sldId="2147483660"/>
            <pc:sldLayoutMk cId="4086337804" sldId="2147483671"/>
          </pc:sldLayoutMkLst>
        </pc:sldLayoutChg>
      </pc:sldMasterChg>
      <pc:sldMasterChg chg="del delSldLayout">
        <pc:chgData name="seungkyun park" userId="f1574e86df6b37cf" providerId="LiveId" clId="{7CCF9389-FC57-442E-8C8F-013ED0D606B0}" dt="2024-12-11T16:53:52.756" v="17" actId="47"/>
        <pc:sldMasterMkLst>
          <pc:docMk/>
          <pc:sldMasterMk cId="4250131062" sldId="2147483672"/>
        </pc:sldMasterMkLst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150876270" sldId="2147483673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3848228084" sldId="2147483674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502397190" sldId="2147483675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3126880442" sldId="2147483676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463051470" sldId="2147483677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1847031004" sldId="2147483678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15969328" sldId="2147483679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2453109727" sldId="2147483680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499508318" sldId="2147483681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2933246280" sldId="2147483682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1283685763" sldId="2147483683"/>
          </pc:sldLayoutMkLst>
        </pc:sldLayoutChg>
        <pc:sldLayoutChg chg="del">
          <pc:chgData name="seungkyun park" userId="f1574e86df6b37cf" providerId="LiveId" clId="{7CCF9389-FC57-442E-8C8F-013ED0D606B0}" dt="2024-12-11T16:53:52.756" v="17" actId="47"/>
          <pc:sldLayoutMkLst>
            <pc:docMk/>
            <pc:sldMasterMk cId="4250131062" sldId="2147483672"/>
            <pc:sldLayoutMk cId="1637868112" sldId="2147483684"/>
          </pc:sldLayoutMkLst>
        </pc:sldLayoutChg>
      </pc:sldMasterChg>
      <pc:sldMasterChg chg="modSp modSldLayout">
        <pc:chgData name="seungkyun park" userId="f1574e86df6b37cf" providerId="LiveId" clId="{7CCF9389-FC57-442E-8C8F-013ED0D606B0}" dt="2024-12-13T14:02:16.100" v="26"/>
        <pc:sldMasterMkLst>
          <pc:docMk/>
          <pc:sldMasterMk cId="3734028872" sldId="2147483685"/>
        </pc:sldMasterMkLst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3734028872" sldId="2147483685"/>
            <pc:sldLayoutMk cId="3683556651" sldId="2147483686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1496743938" sldId="2147483734"/>
            <pc:sldLayoutMk cId="3744608823" sldId="2147483687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3734028872" sldId="2147483685"/>
            <pc:sldLayoutMk cId="1605802766" sldId="2147483688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3734028872" sldId="2147483685"/>
            <pc:sldLayoutMk cId="143842270" sldId="2147483689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3734028872" sldId="2147483685"/>
            <pc:sldLayoutMk cId="899162192" sldId="2147483690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3734028872" sldId="2147483685"/>
            <pc:sldLayoutMk cId="2338826127" sldId="2147483693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3734028872" sldId="2147483685"/>
            <pc:sldLayoutMk cId="2457459909" sldId="2147483694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3734028872" sldId="2147483685"/>
            <pc:sldLayoutMk cId="8067147" sldId="2147483696"/>
          </pc:sldLayoutMkLst>
        </pc:sldLayoutChg>
        <pc:sldLayoutChg chg="modSp">
          <pc:chgData name="seungkyun park" userId="f1574e86df6b37cf" providerId="LiveId" clId="{7CCF9389-FC57-442E-8C8F-013ED0D606B0}" dt="2024-12-13T14:02:16.100" v="26"/>
          <pc:sldLayoutMkLst>
            <pc:docMk/>
            <pc:sldMasterMk cId="1496743938" sldId="2147483734"/>
            <pc:sldLayoutMk cId="3533516051" sldId="2147483697"/>
          </pc:sldLayoutMkLst>
        </pc:sldLayoutChg>
      </pc:sldMasterChg>
      <pc:sldMasterChg chg="modSp modSldLayout">
        <pc:chgData name="seungkyun park" userId="f1574e86df6b37cf" providerId="LiveId" clId="{7CCF9389-FC57-442E-8C8F-013ED0D606B0}" dt="2024-12-13T14:02:15.648" v="25"/>
        <pc:sldMasterMkLst>
          <pc:docMk/>
          <pc:sldMasterMk cId="3531425498" sldId="2147483698"/>
        </pc:sldMasterMkLst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3531425498" sldId="2147483698"/>
            <pc:sldLayoutMk cId="3746773872" sldId="2147483699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3531425498" sldId="2147483698"/>
            <pc:sldLayoutMk cId="387866230" sldId="2147483701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3531425498" sldId="2147483698"/>
            <pc:sldLayoutMk cId="1203682737" sldId="2147483702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3531425498" sldId="2147483698"/>
            <pc:sldLayoutMk cId="3782900137" sldId="2147483703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3531425498" sldId="2147483698"/>
            <pc:sldLayoutMk cId="3147057144" sldId="2147483706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3531425498" sldId="2147483698"/>
            <pc:sldLayoutMk cId="1783478024" sldId="2147483707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3531425498" sldId="2147483698"/>
            <pc:sldLayoutMk cId="2250244780" sldId="2147483709"/>
          </pc:sldLayoutMkLst>
        </pc:sldLayoutChg>
      </pc:sldMasterChg>
      <pc:sldMasterChg chg="modSp modSldLayout">
        <pc:chgData name="seungkyun park" userId="f1574e86df6b37cf" providerId="LiveId" clId="{7CCF9389-FC57-442E-8C8F-013ED0D606B0}" dt="2024-12-13T14:06:26.875" v="37"/>
        <pc:sldMasterMkLst>
          <pc:docMk/>
          <pc:sldMasterMk cId="4234636751" sldId="2147483698"/>
        </pc:sldMasterMkLst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4234636751" sldId="2147483698"/>
            <pc:sldLayoutMk cId="1987076141" sldId="2147483699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4234636751" sldId="2147483698"/>
            <pc:sldLayoutMk cId="1424525908" sldId="2147483701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4234636751" sldId="2147483698"/>
            <pc:sldLayoutMk cId="4100268934" sldId="2147483702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4234636751" sldId="2147483698"/>
            <pc:sldLayoutMk cId="2468249855" sldId="2147483703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4234636751" sldId="2147483698"/>
            <pc:sldLayoutMk cId="2695869940" sldId="2147483706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4234636751" sldId="2147483698"/>
            <pc:sldLayoutMk cId="3589454759" sldId="2147483707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4234636751" sldId="2147483698"/>
            <pc:sldLayoutMk cId="23945614" sldId="2147483709"/>
          </pc:sldLayoutMkLst>
        </pc:sldLayoutChg>
      </pc:sldMasterChg>
      <pc:sldMasterChg chg="modSp modSldLayout">
        <pc:chgData name="seungkyun park" userId="f1574e86df6b37cf" providerId="LiveId" clId="{7CCF9389-FC57-442E-8C8F-013ED0D606B0}" dt="2024-12-13T14:02:15.648" v="25"/>
        <pc:sldMasterMkLst>
          <pc:docMk/>
          <pc:sldMasterMk cId="2707882511" sldId="2147483710"/>
        </pc:sldMasterMkLst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1496743938" sldId="2147483734"/>
            <pc:sldLayoutMk cId="3744608823" sldId="2147483687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1496743938" sldId="2147483734"/>
            <pc:sldLayoutMk cId="3533516051" sldId="2147483697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2707882511" sldId="2147483710"/>
            <pc:sldLayoutMk cId="538054238" sldId="2147483711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2707882511" sldId="2147483710"/>
            <pc:sldLayoutMk cId="1124180246" sldId="2147483712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2707882511" sldId="2147483710"/>
            <pc:sldLayoutMk cId="1647619991" sldId="2147483713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2707882511" sldId="2147483710"/>
            <pc:sldLayoutMk cId="1860660603" sldId="2147483714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2707882511" sldId="2147483710"/>
            <pc:sldLayoutMk cId="1167901597" sldId="2147483715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2707882511" sldId="2147483710"/>
            <pc:sldLayoutMk cId="1103145865" sldId="2147483718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2707882511" sldId="2147483710"/>
            <pc:sldLayoutMk cId="3510321581" sldId="2147483719"/>
          </pc:sldLayoutMkLst>
        </pc:sldLayoutChg>
        <pc:sldLayoutChg chg="modSp">
          <pc:chgData name="seungkyun park" userId="f1574e86df6b37cf" providerId="LiveId" clId="{7CCF9389-FC57-442E-8C8F-013ED0D606B0}" dt="2024-12-13T14:02:15.648" v="25"/>
          <pc:sldLayoutMkLst>
            <pc:docMk/>
            <pc:sldMasterMk cId="2707882511" sldId="2147483710"/>
            <pc:sldLayoutMk cId="4205644512" sldId="2147483721"/>
          </pc:sldLayoutMkLst>
        </pc:sldLayoutChg>
      </pc:sldMasterChg>
      <pc:sldMasterChg chg="modSp modSldLayout">
        <pc:chgData name="seungkyun park" userId="f1574e86df6b37cf" providerId="LiveId" clId="{7CCF9389-FC57-442E-8C8F-013ED0D606B0}" dt="2024-12-13T14:06:26.875" v="37"/>
        <pc:sldMasterMkLst>
          <pc:docMk/>
          <pc:sldMasterMk cId="3491263652" sldId="2147483710"/>
        </pc:sldMasterMkLst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1496743938" sldId="2147483734"/>
            <pc:sldLayoutMk cId="3744608823" sldId="2147483687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1496743938" sldId="2147483734"/>
            <pc:sldLayoutMk cId="3533516051" sldId="2147483697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3491263652" sldId="2147483710"/>
            <pc:sldLayoutMk cId="3934495324" sldId="2147483711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3491263652" sldId="2147483710"/>
            <pc:sldLayoutMk cId="1043854388" sldId="2147483712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3491263652" sldId="2147483710"/>
            <pc:sldLayoutMk cId="3188203887" sldId="2147483713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3491263652" sldId="2147483710"/>
            <pc:sldLayoutMk cId="1289351189" sldId="2147483714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3491263652" sldId="2147483710"/>
            <pc:sldLayoutMk cId="3726360578" sldId="2147483715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3491263652" sldId="2147483710"/>
            <pc:sldLayoutMk cId="4091557180" sldId="2147483718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3491263652" sldId="2147483710"/>
            <pc:sldLayoutMk cId="204264855" sldId="2147483719"/>
          </pc:sldLayoutMkLst>
        </pc:sldLayoutChg>
        <pc:sldLayoutChg chg="modSp">
          <pc:chgData name="seungkyun park" userId="f1574e86df6b37cf" providerId="LiveId" clId="{7CCF9389-FC57-442E-8C8F-013ED0D606B0}" dt="2024-12-13T14:06:26.875" v="37"/>
          <pc:sldLayoutMkLst>
            <pc:docMk/>
            <pc:sldMasterMk cId="3491263652" sldId="2147483710"/>
            <pc:sldLayoutMk cId="2933279330" sldId="214748372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890F0C-2184-41FF-BF35-11D9438B7B5C}" type="datetimeFigureOut">
              <a:rPr lang="en-US" smtClean="0"/>
              <a:t>8/11/2025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F4AEE-5772-4223-AA06-D892B9733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57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CA5B-8839-4734-221D-EB709BB80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F0C872-4A2C-C5C0-1164-80EB224F92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D4B292-7128-9270-C1DD-B92EE00E6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FCFF6B-2AA0-D812-A26B-FFC38F9F7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67686-8597-47CA-82B1-26FC38B3971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40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9B8D-EC04-8C2F-7769-1A9E8AF5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6A8B57-0F4A-784E-5E2F-EF37CE953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AA619F-A068-800B-7122-A12C108B9D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274B9-8C51-E2AE-65C9-DF28A2BC5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67686-8597-47CA-82B1-26FC38B3971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774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0ADAF-B32E-71CC-191A-4DE37A57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781A5F-2886-C635-5243-DB4819570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346E5-3E4C-8B2A-37CD-1AD28DD4B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AA1FA0-5B06-0441-5D1E-3E6F80574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67686-8597-47CA-82B1-26FC38B3971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553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046" y="4242116"/>
            <a:ext cx="34560272" cy="9024244"/>
          </a:xfrm>
        </p:spPr>
        <p:txBody>
          <a:bodyPr anchor="b"/>
          <a:lstStyle>
            <a:lvl1pPr algn="ctr">
              <a:defRPr sz="2267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046" y="13614370"/>
            <a:ext cx="34560272" cy="6258167"/>
          </a:xfrm>
        </p:spPr>
        <p:txBody>
          <a:bodyPr/>
          <a:lstStyle>
            <a:lvl1pPr marL="0" indent="0" algn="ctr">
              <a:buNone/>
              <a:defRPr sz="9071"/>
            </a:lvl1pPr>
            <a:lvl2pPr marL="1728033" indent="0" algn="ctr">
              <a:buNone/>
              <a:defRPr sz="7559"/>
            </a:lvl2pPr>
            <a:lvl3pPr marL="3456066" indent="0" algn="ctr">
              <a:buNone/>
              <a:defRPr sz="6803"/>
            </a:lvl3pPr>
            <a:lvl4pPr marL="5184099" indent="0" algn="ctr">
              <a:buNone/>
              <a:defRPr sz="6047"/>
            </a:lvl4pPr>
            <a:lvl5pPr marL="6912132" indent="0" algn="ctr">
              <a:buNone/>
              <a:defRPr sz="6047"/>
            </a:lvl5pPr>
            <a:lvl6pPr marL="8640166" indent="0" algn="ctr">
              <a:buNone/>
              <a:defRPr sz="6047"/>
            </a:lvl6pPr>
            <a:lvl7pPr marL="10368199" indent="0" algn="ctr">
              <a:buNone/>
              <a:defRPr sz="6047"/>
            </a:lvl7pPr>
            <a:lvl8pPr marL="12096232" indent="0" algn="ctr">
              <a:buNone/>
              <a:defRPr sz="6047"/>
            </a:lvl8pPr>
            <a:lvl9pPr marL="13824265" indent="0" algn="ctr">
              <a:buNone/>
              <a:defRPr sz="604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3582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977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4025" y="6462178"/>
            <a:ext cx="39744313" cy="10782289"/>
          </a:xfrm>
        </p:spPr>
        <p:txBody>
          <a:bodyPr anchor="b"/>
          <a:lstStyle>
            <a:lvl1pPr>
              <a:defRPr sz="2267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4025" y="17346472"/>
            <a:ext cx="39744313" cy="5670151"/>
          </a:xfrm>
        </p:spPr>
        <p:txBody>
          <a:bodyPr/>
          <a:lstStyle>
            <a:lvl1pPr marL="0" indent="0">
              <a:buNone/>
              <a:defRPr sz="9071">
                <a:solidFill>
                  <a:schemeClr val="tx1">
                    <a:tint val="75000"/>
                  </a:schemeClr>
                </a:solidFill>
              </a:defRPr>
            </a:lvl1pPr>
            <a:lvl2pPr marL="1728033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2pPr>
            <a:lvl3pPr marL="3456066" indent="0">
              <a:buNone/>
              <a:defRPr sz="6803">
                <a:solidFill>
                  <a:schemeClr val="tx1">
                    <a:tint val="75000"/>
                  </a:schemeClr>
                </a:solidFill>
              </a:defRPr>
            </a:lvl3pPr>
            <a:lvl4pPr marL="5184099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4pPr>
            <a:lvl5pPr marL="6912132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5pPr>
            <a:lvl6pPr marL="8640166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6pPr>
            <a:lvl7pPr marL="10368199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7pPr>
            <a:lvl8pPr marL="12096232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8pPr>
            <a:lvl9pPr marL="13824265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17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68025" y="6900186"/>
            <a:ext cx="19584154" cy="164464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328184" y="6900186"/>
            <a:ext cx="19584154" cy="164464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72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7" y="1380039"/>
            <a:ext cx="39744313" cy="50101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4029" y="6354174"/>
            <a:ext cx="19494152" cy="3114082"/>
          </a:xfrm>
        </p:spPr>
        <p:txBody>
          <a:bodyPr anchor="b"/>
          <a:lstStyle>
            <a:lvl1pPr marL="0" indent="0">
              <a:buNone/>
              <a:defRPr sz="9071" b="1"/>
            </a:lvl1pPr>
            <a:lvl2pPr marL="1728033" indent="0">
              <a:buNone/>
              <a:defRPr sz="7559" b="1"/>
            </a:lvl2pPr>
            <a:lvl3pPr marL="3456066" indent="0">
              <a:buNone/>
              <a:defRPr sz="6803" b="1"/>
            </a:lvl3pPr>
            <a:lvl4pPr marL="5184099" indent="0">
              <a:buNone/>
              <a:defRPr sz="6047" b="1"/>
            </a:lvl4pPr>
            <a:lvl5pPr marL="6912132" indent="0">
              <a:buNone/>
              <a:defRPr sz="6047" b="1"/>
            </a:lvl5pPr>
            <a:lvl6pPr marL="8640166" indent="0">
              <a:buNone/>
              <a:defRPr sz="6047" b="1"/>
            </a:lvl6pPr>
            <a:lvl7pPr marL="10368199" indent="0">
              <a:buNone/>
              <a:defRPr sz="6047" b="1"/>
            </a:lvl7pPr>
            <a:lvl8pPr marL="12096232" indent="0">
              <a:buNone/>
              <a:defRPr sz="6047" b="1"/>
            </a:lvl8pPr>
            <a:lvl9pPr marL="13824265" indent="0">
              <a:buNone/>
              <a:defRPr sz="60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74029" y="9468256"/>
            <a:ext cx="19494152" cy="139263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328184" y="6354174"/>
            <a:ext cx="19590156" cy="3114082"/>
          </a:xfrm>
        </p:spPr>
        <p:txBody>
          <a:bodyPr anchor="b"/>
          <a:lstStyle>
            <a:lvl1pPr marL="0" indent="0">
              <a:buNone/>
              <a:defRPr sz="9071" b="1"/>
            </a:lvl1pPr>
            <a:lvl2pPr marL="1728033" indent="0">
              <a:buNone/>
              <a:defRPr sz="7559" b="1"/>
            </a:lvl2pPr>
            <a:lvl3pPr marL="3456066" indent="0">
              <a:buNone/>
              <a:defRPr sz="6803" b="1"/>
            </a:lvl3pPr>
            <a:lvl4pPr marL="5184099" indent="0">
              <a:buNone/>
              <a:defRPr sz="6047" b="1"/>
            </a:lvl4pPr>
            <a:lvl5pPr marL="6912132" indent="0">
              <a:buNone/>
              <a:defRPr sz="6047" b="1"/>
            </a:lvl5pPr>
            <a:lvl6pPr marL="8640166" indent="0">
              <a:buNone/>
              <a:defRPr sz="6047" b="1"/>
            </a:lvl6pPr>
            <a:lvl7pPr marL="10368199" indent="0">
              <a:buNone/>
              <a:defRPr sz="6047" b="1"/>
            </a:lvl7pPr>
            <a:lvl8pPr marL="12096232" indent="0">
              <a:buNone/>
              <a:defRPr sz="6047" b="1"/>
            </a:lvl8pPr>
            <a:lvl9pPr marL="13824265" indent="0">
              <a:buNone/>
              <a:defRPr sz="60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328184" y="9468256"/>
            <a:ext cx="19590156" cy="139263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79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99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33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9" y="1728047"/>
            <a:ext cx="14862115" cy="6048163"/>
          </a:xfrm>
        </p:spPr>
        <p:txBody>
          <a:bodyPr anchor="b"/>
          <a:lstStyle>
            <a:lvl1pPr>
              <a:defRPr sz="120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0156" y="3732103"/>
            <a:ext cx="23328184" cy="18420497"/>
          </a:xfrm>
        </p:spPr>
        <p:txBody>
          <a:bodyPr/>
          <a:lstStyle>
            <a:lvl1pPr>
              <a:defRPr sz="12095"/>
            </a:lvl1pPr>
            <a:lvl2pPr>
              <a:defRPr sz="10583"/>
            </a:lvl2pPr>
            <a:lvl3pPr>
              <a:defRPr sz="9071"/>
            </a:lvl3pPr>
            <a:lvl4pPr>
              <a:defRPr sz="7559"/>
            </a:lvl4pPr>
            <a:lvl5pPr>
              <a:defRPr sz="7559"/>
            </a:lvl5pPr>
            <a:lvl6pPr>
              <a:defRPr sz="7559"/>
            </a:lvl6pPr>
            <a:lvl7pPr>
              <a:defRPr sz="7559"/>
            </a:lvl7pPr>
            <a:lvl8pPr>
              <a:defRPr sz="7559"/>
            </a:lvl8pPr>
            <a:lvl9pPr>
              <a:defRPr sz="755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029" y="7776210"/>
            <a:ext cx="14862115" cy="14406391"/>
          </a:xfrm>
        </p:spPr>
        <p:txBody>
          <a:bodyPr/>
          <a:lstStyle>
            <a:lvl1pPr marL="0" indent="0">
              <a:buNone/>
              <a:defRPr sz="6047"/>
            </a:lvl1pPr>
            <a:lvl2pPr marL="1728033" indent="0">
              <a:buNone/>
              <a:defRPr sz="5291"/>
            </a:lvl2pPr>
            <a:lvl3pPr marL="3456066" indent="0">
              <a:buNone/>
              <a:defRPr sz="4536"/>
            </a:lvl3pPr>
            <a:lvl4pPr marL="5184099" indent="0">
              <a:buNone/>
              <a:defRPr sz="3780"/>
            </a:lvl4pPr>
            <a:lvl5pPr marL="6912132" indent="0">
              <a:buNone/>
              <a:defRPr sz="3780"/>
            </a:lvl5pPr>
            <a:lvl6pPr marL="8640166" indent="0">
              <a:buNone/>
              <a:defRPr sz="3780"/>
            </a:lvl6pPr>
            <a:lvl7pPr marL="10368199" indent="0">
              <a:buNone/>
              <a:defRPr sz="3780"/>
            </a:lvl7pPr>
            <a:lvl8pPr marL="12096232" indent="0">
              <a:buNone/>
              <a:defRPr sz="3780"/>
            </a:lvl8pPr>
            <a:lvl9pPr marL="13824265" indent="0">
              <a:buNone/>
              <a:defRPr sz="378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994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9" y="1728047"/>
            <a:ext cx="14862115" cy="6048163"/>
          </a:xfrm>
        </p:spPr>
        <p:txBody>
          <a:bodyPr anchor="b"/>
          <a:lstStyle>
            <a:lvl1pPr>
              <a:defRPr sz="120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590156" y="3732103"/>
            <a:ext cx="23328184" cy="18420497"/>
          </a:xfrm>
        </p:spPr>
        <p:txBody>
          <a:bodyPr anchor="t"/>
          <a:lstStyle>
            <a:lvl1pPr marL="0" indent="0">
              <a:buNone/>
              <a:defRPr sz="12095"/>
            </a:lvl1pPr>
            <a:lvl2pPr marL="1728033" indent="0">
              <a:buNone/>
              <a:defRPr sz="10583"/>
            </a:lvl2pPr>
            <a:lvl3pPr marL="3456066" indent="0">
              <a:buNone/>
              <a:defRPr sz="9071"/>
            </a:lvl3pPr>
            <a:lvl4pPr marL="5184099" indent="0">
              <a:buNone/>
              <a:defRPr sz="7559"/>
            </a:lvl4pPr>
            <a:lvl5pPr marL="6912132" indent="0">
              <a:buNone/>
              <a:defRPr sz="7559"/>
            </a:lvl5pPr>
            <a:lvl6pPr marL="8640166" indent="0">
              <a:buNone/>
              <a:defRPr sz="7559"/>
            </a:lvl6pPr>
            <a:lvl7pPr marL="10368199" indent="0">
              <a:buNone/>
              <a:defRPr sz="7559"/>
            </a:lvl7pPr>
            <a:lvl8pPr marL="12096232" indent="0">
              <a:buNone/>
              <a:defRPr sz="7559"/>
            </a:lvl8pPr>
            <a:lvl9pPr marL="13824265" indent="0">
              <a:buNone/>
              <a:defRPr sz="755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029" y="7776210"/>
            <a:ext cx="14862115" cy="14406391"/>
          </a:xfrm>
        </p:spPr>
        <p:txBody>
          <a:bodyPr/>
          <a:lstStyle>
            <a:lvl1pPr marL="0" indent="0">
              <a:buNone/>
              <a:defRPr sz="6047"/>
            </a:lvl1pPr>
            <a:lvl2pPr marL="1728033" indent="0">
              <a:buNone/>
              <a:defRPr sz="5291"/>
            </a:lvl2pPr>
            <a:lvl3pPr marL="3456066" indent="0">
              <a:buNone/>
              <a:defRPr sz="4536"/>
            </a:lvl3pPr>
            <a:lvl4pPr marL="5184099" indent="0">
              <a:buNone/>
              <a:defRPr sz="3780"/>
            </a:lvl4pPr>
            <a:lvl5pPr marL="6912132" indent="0">
              <a:buNone/>
              <a:defRPr sz="3780"/>
            </a:lvl5pPr>
            <a:lvl6pPr marL="8640166" indent="0">
              <a:buNone/>
              <a:defRPr sz="3780"/>
            </a:lvl6pPr>
            <a:lvl7pPr marL="10368199" indent="0">
              <a:buNone/>
              <a:defRPr sz="3780"/>
            </a:lvl7pPr>
            <a:lvl8pPr marL="12096232" indent="0">
              <a:buNone/>
              <a:defRPr sz="3780"/>
            </a:lvl8pPr>
            <a:lvl9pPr marL="13824265" indent="0">
              <a:buNone/>
              <a:defRPr sz="378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7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59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76260" y="1380037"/>
            <a:ext cx="9936078" cy="2196659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68025" y="1380037"/>
            <a:ext cx="29232230" cy="2196659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6677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046" y="4242116"/>
            <a:ext cx="34560272" cy="9024244"/>
          </a:xfrm>
        </p:spPr>
        <p:txBody>
          <a:bodyPr anchor="b"/>
          <a:lstStyle>
            <a:lvl1pPr algn="ctr">
              <a:defRPr sz="2267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046" y="13614370"/>
            <a:ext cx="34560272" cy="6258167"/>
          </a:xfrm>
        </p:spPr>
        <p:txBody>
          <a:bodyPr/>
          <a:lstStyle>
            <a:lvl1pPr marL="0" indent="0" algn="ctr">
              <a:buNone/>
              <a:defRPr sz="9071"/>
            </a:lvl1pPr>
            <a:lvl2pPr marL="1728033" indent="0" algn="ctr">
              <a:buNone/>
              <a:defRPr sz="7559"/>
            </a:lvl2pPr>
            <a:lvl3pPr marL="3456066" indent="0" algn="ctr">
              <a:buNone/>
              <a:defRPr sz="6803"/>
            </a:lvl3pPr>
            <a:lvl4pPr marL="5184099" indent="0" algn="ctr">
              <a:buNone/>
              <a:defRPr sz="6047"/>
            </a:lvl4pPr>
            <a:lvl5pPr marL="6912132" indent="0" algn="ctr">
              <a:buNone/>
              <a:defRPr sz="6047"/>
            </a:lvl5pPr>
            <a:lvl6pPr marL="8640166" indent="0" algn="ctr">
              <a:buNone/>
              <a:defRPr sz="6047"/>
            </a:lvl6pPr>
            <a:lvl7pPr marL="10368199" indent="0" algn="ctr">
              <a:buNone/>
              <a:defRPr sz="6047"/>
            </a:lvl7pPr>
            <a:lvl8pPr marL="12096232" indent="0" algn="ctr">
              <a:buNone/>
              <a:defRPr sz="6047"/>
            </a:lvl8pPr>
            <a:lvl9pPr marL="13824265" indent="0" algn="ctr">
              <a:buNone/>
              <a:defRPr sz="604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29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>
                <a:solidFill>
                  <a:schemeClr val="bg1">
                    <a:lumMod val="75000"/>
                  </a:schemeClr>
                </a:solidFill>
              </a:rPr>
              <a:t>/ 24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40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164" userDrawn="1">
          <p15:clr>
            <a:srgbClr val="FBAE40"/>
          </p15:clr>
        </p15:guide>
        <p15:guide id="2" pos="1451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4025" y="6462178"/>
            <a:ext cx="39744313" cy="10782289"/>
          </a:xfrm>
        </p:spPr>
        <p:txBody>
          <a:bodyPr anchor="b"/>
          <a:lstStyle>
            <a:lvl1pPr>
              <a:defRPr sz="2267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4025" y="17346472"/>
            <a:ext cx="39744313" cy="5670151"/>
          </a:xfrm>
        </p:spPr>
        <p:txBody>
          <a:bodyPr/>
          <a:lstStyle>
            <a:lvl1pPr marL="0" indent="0">
              <a:buNone/>
              <a:defRPr sz="9071">
                <a:solidFill>
                  <a:schemeClr val="tx1">
                    <a:tint val="75000"/>
                  </a:schemeClr>
                </a:solidFill>
              </a:defRPr>
            </a:lvl1pPr>
            <a:lvl2pPr marL="1728033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2pPr>
            <a:lvl3pPr marL="3456066" indent="0">
              <a:buNone/>
              <a:defRPr sz="6803">
                <a:solidFill>
                  <a:schemeClr val="tx1">
                    <a:tint val="75000"/>
                  </a:schemeClr>
                </a:solidFill>
              </a:defRPr>
            </a:lvl3pPr>
            <a:lvl4pPr marL="5184099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4pPr>
            <a:lvl5pPr marL="6912132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5pPr>
            <a:lvl6pPr marL="8640166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6pPr>
            <a:lvl7pPr marL="10368199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7pPr>
            <a:lvl8pPr marL="12096232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8pPr>
            <a:lvl9pPr marL="13824265" indent="0">
              <a:buNone/>
              <a:defRPr sz="60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551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68025" y="6900186"/>
            <a:ext cx="19584154" cy="164464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328184" y="6900186"/>
            <a:ext cx="19584154" cy="1644644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281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7" y="1380039"/>
            <a:ext cx="39744313" cy="50101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4029" y="6354174"/>
            <a:ext cx="19494152" cy="3114082"/>
          </a:xfrm>
        </p:spPr>
        <p:txBody>
          <a:bodyPr anchor="b"/>
          <a:lstStyle>
            <a:lvl1pPr marL="0" indent="0">
              <a:buNone/>
              <a:defRPr sz="9071" b="1"/>
            </a:lvl1pPr>
            <a:lvl2pPr marL="1728033" indent="0">
              <a:buNone/>
              <a:defRPr sz="7559" b="1"/>
            </a:lvl2pPr>
            <a:lvl3pPr marL="3456066" indent="0">
              <a:buNone/>
              <a:defRPr sz="6803" b="1"/>
            </a:lvl3pPr>
            <a:lvl4pPr marL="5184099" indent="0">
              <a:buNone/>
              <a:defRPr sz="6047" b="1"/>
            </a:lvl4pPr>
            <a:lvl5pPr marL="6912132" indent="0">
              <a:buNone/>
              <a:defRPr sz="6047" b="1"/>
            </a:lvl5pPr>
            <a:lvl6pPr marL="8640166" indent="0">
              <a:buNone/>
              <a:defRPr sz="6047" b="1"/>
            </a:lvl6pPr>
            <a:lvl7pPr marL="10368199" indent="0">
              <a:buNone/>
              <a:defRPr sz="6047" b="1"/>
            </a:lvl7pPr>
            <a:lvl8pPr marL="12096232" indent="0">
              <a:buNone/>
              <a:defRPr sz="6047" b="1"/>
            </a:lvl8pPr>
            <a:lvl9pPr marL="13824265" indent="0">
              <a:buNone/>
              <a:defRPr sz="60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74029" y="9468256"/>
            <a:ext cx="19494152" cy="139263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328184" y="6354174"/>
            <a:ext cx="19590156" cy="3114082"/>
          </a:xfrm>
        </p:spPr>
        <p:txBody>
          <a:bodyPr anchor="b"/>
          <a:lstStyle>
            <a:lvl1pPr marL="0" indent="0">
              <a:buNone/>
              <a:defRPr sz="9071" b="1"/>
            </a:lvl1pPr>
            <a:lvl2pPr marL="1728033" indent="0">
              <a:buNone/>
              <a:defRPr sz="7559" b="1"/>
            </a:lvl2pPr>
            <a:lvl3pPr marL="3456066" indent="0">
              <a:buNone/>
              <a:defRPr sz="6803" b="1"/>
            </a:lvl3pPr>
            <a:lvl4pPr marL="5184099" indent="0">
              <a:buNone/>
              <a:defRPr sz="6047" b="1"/>
            </a:lvl4pPr>
            <a:lvl5pPr marL="6912132" indent="0">
              <a:buNone/>
              <a:defRPr sz="6047" b="1"/>
            </a:lvl5pPr>
            <a:lvl6pPr marL="8640166" indent="0">
              <a:buNone/>
              <a:defRPr sz="6047" b="1"/>
            </a:lvl6pPr>
            <a:lvl7pPr marL="10368199" indent="0">
              <a:buNone/>
              <a:defRPr sz="6047" b="1"/>
            </a:lvl7pPr>
            <a:lvl8pPr marL="12096232" indent="0">
              <a:buNone/>
              <a:defRPr sz="6047" b="1"/>
            </a:lvl8pPr>
            <a:lvl9pPr marL="13824265" indent="0">
              <a:buNone/>
              <a:defRPr sz="604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328184" y="9468256"/>
            <a:ext cx="19590156" cy="139263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873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2518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6523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9" y="1728047"/>
            <a:ext cx="14862115" cy="6048163"/>
          </a:xfrm>
        </p:spPr>
        <p:txBody>
          <a:bodyPr anchor="b"/>
          <a:lstStyle>
            <a:lvl1pPr>
              <a:defRPr sz="120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0156" y="3732103"/>
            <a:ext cx="23328184" cy="18420497"/>
          </a:xfrm>
        </p:spPr>
        <p:txBody>
          <a:bodyPr/>
          <a:lstStyle>
            <a:lvl1pPr>
              <a:defRPr sz="12095"/>
            </a:lvl1pPr>
            <a:lvl2pPr>
              <a:defRPr sz="10583"/>
            </a:lvl2pPr>
            <a:lvl3pPr>
              <a:defRPr sz="9071"/>
            </a:lvl3pPr>
            <a:lvl4pPr>
              <a:defRPr sz="7559"/>
            </a:lvl4pPr>
            <a:lvl5pPr>
              <a:defRPr sz="7559"/>
            </a:lvl5pPr>
            <a:lvl6pPr>
              <a:defRPr sz="7559"/>
            </a:lvl6pPr>
            <a:lvl7pPr>
              <a:defRPr sz="7559"/>
            </a:lvl7pPr>
            <a:lvl8pPr>
              <a:defRPr sz="7559"/>
            </a:lvl8pPr>
            <a:lvl9pPr>
              <a:defRPr sz="755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029" y="7776210"/>
            <a:ext cx="14862115" cy="14406391"/>
          </a:xfrm>
        </p:spPr>
        <p:txBody>
          <a:bodyPr/>
          <a:lstStyle>
            <a:lvl1pPr marL="0" indent="0">
              <a:buNone/>
              <a:defRPr sz="6047"/>
            </a:lvl1pPr>
            <a:lvl2pPr marL="1728033" indent="0">
              <a:buNone/>
              <a:defRPr sz="5291"/>
            </a:lvl2pPr>
            <a:lvl3pPr marL="3456066" indent="0">
              <a:buNone/>
              <a:defRPr sz="4536"/>
            </a:lvl3pPr>
            <a:lvl4pPr marL="5184099" indent="0">
              <a:buNone/>
              <a:defRPr sz="3780"/>
            </a:lvl4pPr>
            <a:lvl5pPr marL="6912132" indent="0">
              <a:buNone/>
              <a:defRPr sz="3780"/>
            </a:lvl5pPr>
            <a:lvl6pPr marL="8640166" indent="0">
              <a:buNone/>
              <a:defRPr sz="3780"/>
            </a:lvl6pPr>
            <a:lvl7pPr marL="10368199" indent="0">
              <a:buNone/>
              <a:defRPr sz="3780"/>
            </a:lvl7pPr>
            <a:lvl8pPr marL="12096232" indent="0">
              <a:buNone/>
              <a:defRPr sz="3780"/>
            </a:lvl8pPr>
            <a:lvl9pPr marL="13824265" indent="0">
              <a:buNone/>
              <a:defRPr sz="378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5847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029" y="1728047"/>
            <a:ext cx="14862115" cy="6048163"/>
          </a:xfrm>
        </p:spPr>
        <p:txBody>
          <a:bodyPr anchor="b"/>
          <a:lstStyle>
            <a:lvl1pPr>
              <a:defRPr sz="1209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590156" y="3732103"/>
            <a:ext cx="23328184" cy="18420497"/>
          </a:xfrm>
        </p:spPr>
        <p:txBody>
          <a:bodyPr anchor="t"/>
          <a:lstStyle>
            <a:lvl1pPr marL="0" indent="0">
              <a:buNone/>
              <a:defRPr sz="12095"/>
            </a:lvl1pPr>
            <a:lvl2pPr marL="1728033" indent="0">
              <a:buNone/>
              <a:defRPr sz="10583"/>
            </a:lvl2pPr>
            <a:lvl3pPr marL="3456066" indent="0">
              <a:buNone/>
              <a:defRPr sz="9071"/>
            </a:lvl3pPr>
            <a:lvl4pPr marL="5184099" indent="0">
              <a:buNone/>
              <a:defRPr sz="7559"/>
            </a:lvl4pPr>
            <a:lvl5pPr marL="6912132" indent="0">
              <a:buNone/>
              <a:defRPr sz="7559"/>
            </a:lvl5pPr>
            <a:lvl6pPr marL="8640166" indent="0">
              <a:buNone/>
              <a:defRPr sz="7559"/>
            </a:lvl6pPr>
            <a:lvl7pPr marL="10368199" indent="0">
              <a:buNone/>
              <a:defRPr sz="7559"/>
            </a:lvl7pPr>
            <a:lvl8pPr marL="12096232" indent="0">
              <a:buNone/>
              <a:defRPr sz="7559"/>
            </a:lvl8pPr>
            <a:lvl9pPr marL="13824265" indent="0">
              <a:buNone/>
              <a:defRPr sz="755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029" y="7776210"/>
            <a:ext cx="14862115" cy="14406391"/>
          </a:xfrm>
        </p:spPr>
        <p:txBody>
          <a:bodyPr/>
          <a:lstStyle>
            <a:lvl1pPr marL="0" indent="0">
              <a:buNone/>
              <a:defRPr sz="6047"/>
            </a:lvl1pPr>
            <a:lvl2pPr marL="1728033" indent="0">
              <a:buNone/>
              <a:defRPr sz="5291"/>
            </a:lvl2pPr>
            <a:lvl3pPr marL="3456066" indent="0">
              <a:buNone/>
              <a:defRPr sz="4536"/>
            </a:lvl3pPr>
            <a:lvl4pPr marL="5184099" indent="0">
              <a:buNone/>
              <a:defRPr sz="3780"/>
            </a:lvl4pPr>
            <a:lvl5pPr marL="6912132" indent="0">
              <a:buNone/>
              <a:defRPr sz="3780"/>
            </a:lvl5pPr>
            <a:lvl6pPr marL="8640166" indent="0">
              <a:buNone/>
              <a:defRPr sz="3780"/>
            </a:lvl6pPr>
            <a:lvl7pPr marL="10368199" indent="0">
              <a:buNone/>
              <a:defRPr sz="3780"/>
            </a:lvl7pPr>
            <a:lvl8pPr marL="12096232" indent="0">
              <a:buNone/>
              <a:defRPr sz="3780"/>
            </a:lvl8pPr>
            <a:lvl9pPr marL="13824265" indent="0">
              <a:buNone/>
              <a:defRPr sz="378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483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73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76260" y="1380037"/>
            <a:ext cx="9936078" cy="2196659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68025" y="1380037"/>
            <a:ext cx="29232230" cy="2196659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0107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7915EE1-091F-6174-1328-0BBFB2AB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5" y="544272"/>
            <a:ext cx="35837181" cy="1084032"/>
          </a:xfrm>
        </p:spPr>
        <p:txBody>
          <a:bodyPr tIns="46800" bIns="46800">
            <a:noAutofit/>
          </a:bodyPr>
          <a:lstStyle>
            <a:lvl1pPr>
              <a:defRPr sz="1646" b="1" baseline="0">
                <a:latin typeface="Arial Narrow" panose="020B060602020203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77FD0E3-8019-0FAA-BA75-4FB0210992B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9707" y="2177074"/>
            <a:ext cx="29808497" cy="1088533"/>
          </a:xfrm>
        </p:spPr>
        <p:txBody>
          <a:bodyPr>
            <a:noAutofit/>
          </a:bodyPr>
          <a:lstStyle>
            <a:lvl1pPr marL="162561" indent="-162561">
              <a:buFont typeface="맑은 고딕" panose="020B0503020000020004" pitchFamily="50" charset="-127"/>
              <a:buChar char="▣"/>
              <a:defRPr sz="1097" baseline="0">
                <a:solidFill>
                  <a:schemeClr val="tx1"/>
                </a:solidFill>
                <a:latin typeface="Arial Narrow" panose="020B0606020202030204" pitchFamily="34" charset="0"/>
                <a:ea typeface="맑은 고딕" panose="020B0503020000020004" pitchFamily="50" charset="-127"/>
              </a:defRPr>
            </a:lvl1pPr>
            <a:lvl2pPr marL="328023" indent="-165463">
              <a:buFont typeface="Wingdings" panose="05000000000000000000" pitchFamily="2" charset="2"/>
              <a:buChar char="ü"/>
              <a:defRPr sz="914" baseline="0">
                <a:solidFill>
                  <a:srgbClr val="6699FF"/>
                </a:solidFill>
                <a:latin typeface="Arial Narrow" panose="020B0606020202030204" pitchFamily="34" charset="0"/>
                <a:ea typeface="맑은 고딕" panose="020B0503020000020004" pitchFamily="50" charset="-127"/>
              </a:defRPr>
            </a:lvl2pPr>
            <a:lvl3pPr marL="492037" indent="-165463">
              <a:buFont typeface="Arial" panose="020B0604020202020204" pitchFamily="34" charset="0"/>
              <a:buChar char="•"/>
              <a:tabLst/>
              <a:defRPr sz="914" baseline="0">
                <a:latin typeface="Arial Narrow" panose="020B0606020202030204" pitchFamily="34" charset="0"/>
                <a:ea typeface="맑은 고딕" panose="020B0503020000020004" pitchFamily="50" charset="-127"/>
              </a:defRPr>
            </a:lvl3pPr>
            <a:lvl4pPr marL="656047" indent="-164012">
              <a:defRPr sz="823" baseline="0">
                <a:latin typeface="Arial Narrow" panose="020B0606020202030204" pitchFamily="34" charset="0"/>
                <a:ea typeface="맑은 고딕" panose="020B0503020000020004" pitchFamily="50" charset="-127"/>
              </a:defRPr>
            </a:lvl4pPr>
            <a:lvl5pPr marL="821511" indent="-165463">
              <a:tabLst>
                <a:tab pos="821511" algn="l"/>
              </a:tabLst>
              <a:defRPr sz="823" baseline="0">
                <a:latin typeface="Arial Narrow" panose="020B0606020202030204" pitchFamily="34" charset="0"/>
                <a:ea typeface="맑은 고딕" panose="020B0503020000020004" pitchFamily="50" charset="-127"/>
              </a:defRPr>
            </a:lvl5pPr>
            <a:lvl6pPr marL="985522" indent="-165463">
              <a:tabLst>
                <a:tab pos="985522" algn="l"/>
              </a:tabLst>
              <a:defRPr sz="731" baseline="0">
                <a:latin typeface="Arial Narrow" panose="020B0606020202030204" pitchFamily="34" charset="0"/>
                <a:ea typeface="맑은 고딕" panose="020B0503020000020004" pitchFamily="50" charset="-127"/>
              </a:defRPr>
            </a:lvl6pPr>
            <a:lvl7pPr marL="1150988" indent="-209007">
              <a:defRPr sz="731" baseline="0">
                <a:latin typeface="Arial Narrow" panose="020B0606020202030204" pitchFamily="34" charset="0"/>
                <a:ea typeface="맑은 고딕" panose="020B0503020000020004" pitchFamily="50" charset="-127"/>
              </a:defRPr>
            </a:lvl7pPr>
            <a:lvl8pPr marL="1309193" indent="-209007">
              <a:defRPr sz="731" baseline="0">
                <a:latin typeface="Arial Narrow" panose="020B0606020202030204" pitchFamily="34" charset="0"/>
                <a:ea typeface="맑은 고딕" panose="020B0503020000020004" pitchFamily="50" charset="-127"/>
              </a:defRPr>
            </a:lvl8pPr>
          </a:lstStyle>
          <a:p>
            <a:pPr lvl="0"/>
            <a:r>
              <a:rPr lang="ko-KR" altLang="en-US" dirty="0"/>
              <a:t>제목</a:t>
            </a:r>
            <a:endParaRPr lang="en-US" altLang="ko-KR" dirty="0"/>
          </a:p>
          <a:p>
            <a:pPr lvl="1"/>
            <a:r>
              <a:rPr lang="ko-KR" altLang="en-US" dirty="0"/>
              <a:t>소제목</a:t>
            </a:r>
          </a:p>
          <a:p>
            <a:pPr lvl="2"/>
            <a:r>
              <a:rPr lang="ko-KR" altLang="en-US" dirty="0"/>
              <a:t>두 번째 수준</a:t>
            </a:r>
          </a:p>
          <a:p>
            <a:pPr lvl="3"/>
            <a:r>
              <a:rPr lang="ko-KR" altLang="en-US" dirty="0"/>
              <a:t>세 번째 수준</a:t>
            </a:r>
          </a:p>
          <a:p>
            <a:pPr lvl="4"/>
            <a:r>
              <a:rPr lang="ko-KR" altLang="en-US" dirty="0"/>
              <a:t>네 번째 수준</a:t>
            </a:r>
          </a:p>
          <a:p>
            <a:pPr lvl="5"/>
            <a:r>
              <a:rPr lang="ko-KR" altLang="en-US" dirty="0"/>
              <a:t>다섯 번째 수준</a:t>
            </a:r>
            <a:endParaRPr lang="en-US" altLang="ko-KR" dirty="0"/>
          </a:p>
          <a:p>
            <a:pPr lvl="6"/>
            <a:r>
              <a:rPr lang="ko-KR" altLang="en-US" dirty="0"/>
              <a:t>여섯 번째 수준</a:t>
            </a:r>
            <a:endParaRPr lang="en-US" altLang="ko-KR" dirty="0"/>
          </a:p>
          <a:p>
            <a:pPr lvl="7"/>
            <a:r>
              <a:rPr lang="ko-KR" altLang="en-US" dirty="0"/>
              <a:t>일곱 번째 </a:t>
            </a:r>
            <a:r>
              <a:rPr lang="en-US" altLang="ko-KR" dirty="0"/>
              <a:t>t</a:t>
            </a:r>
            <a:r>
              <a:rPr lang="ko-KR" altLang="en-US" dirty="0"/>
              <a:t>수준</a:t>
            </a:r>
            <a:endParaRPr lang="en-US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7EE7609-8BE8-BF71-38C5-9E780A7FA007}"/>
              </a:ext>
            </a:extLst>
          </p:cNvPr>
          <p:cNvCxnSpPr>
            <a:cxnSpLocks/>
          </p:cNvCxnSpPr>
          <p:nvPr userDrawn="1"/>
        </p:nvCxnSpPr>
        <p:spPr>
          <a:xfrm>
            <a:off x="265155" y="1904933"/>
            <a:ext cx="455500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CCA825A-CDED-45F2-337B-18BA7A3D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555446" y="24781672"/>
            <a:ext cx="2969472" cy="1380037"/>
          </a:xfrm>
        </p:spPr>
        <p:txBody>
          <a:bodyPr wrap="none"/>
          <a:lstStyle>
            <a:lvl1pPr algn="ctr">
              <a:defRPr sz="960">
                <a:solidFill>
                  <a:schemeClr val="tx1"/>
                </a:solidFill>
              </a:defRPr>
            </a:lvl1pPr>
          </a:lstStyle>
          <a:p>
            <a:fld id="{6747F477-1FC8-4434-8FCD-351EFB41DA6F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/ 24</a:t>
            </a:r>
            <a:endParaRPr lang="ko-KR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6088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018" y="516010"/>
            <a:ext cx="39744313" cy="1404042"/>
          </a:xfrm>
        </p:spPr>
        <p:txBody>
          <a:bodyPr tIns="0" bIns="0">
            <a:noAutofit/>
          </a:bodyPr>
          <a:lstStyle>
            <a:lvl1pPr>
              <a:defRPr sz="1646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4018" y="2465761"/>
            <a:ext cx="39744313" cy="18091382"/>
          </a:xfrm>
        </p:spPr>
        <p:txBody>
          <a:bodyPr>
            <a:noAutofit/>
          </a:bodyPr>
          <a:lstStyle>
            <a:lvl1pPr marL="162561" indent="-162561">
              <a:buFont typeface="Wingdings" panose="05000000000000000000" pitchFamily="2" charset="2"/>
              <a:buChar char="ü"/>
              <a:defRPr sz="1097">
                <a:solidFill>
                  <a:srgbClr val="6699FF"/>
                </a:solidFill>
              </a:defRPr>
            </a:lvl1pPr>
            <a:lvl2pPr marL="328023" indent="-165463">
              <a:buFont typeface="Wingdings" panose="05000000000000000000" pitchFamily="2" charset="2"/>
              <a:buChar char="§"/>
              <a:defRPr sz="914"/>
            </a:lvl2pPr>
            <a:lvl3pPr marL="492037" indent="-165463">
              <a:buFont typeface="Arial" panose="020B0604020202020204" pitchFamily="34" charset="0"/>
              <a:buChar char="•"/>
              <a:tabLst/>
              <a:defRPr sz="914"/>
            </a:lvl3pPr>
            <a:lvl4pPr marL="656047" indent="-164012">
              <a:defRPr sz="823"/>
            </a:lvl4pPr>
            <a:lvl5pPr marL="821511" indent="-165463">
              <a:tabLst>
                <a:tab pos="821511" algn="l"/>
              </a:tabLst>
              <a:defRPr sz="823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D13F8B-F663-40A6-88ED-109568B87A9E}"/>
              </a:ext>
            </a:extLst>
          </p:cNvPr>
          <p:cNvCxnSpPr>
            <a:cxnSpLocks/>
          </p:cNvCxnSpPr>
          <p:nvPr userDrawn="1"/>
        </p:nvCxnSpPr>
        <p:spPr>
          <a:xfrm>
            <a:off x="1" y="2076052"/>
            <a:ext cx="460803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51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8025" y="1380039"/>
            <a:ext cx="39744313" cy="5010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8025" y="6900186"/>
            <a:ext cx="39744313" cy="16446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68025" y="24024651"/>
            <a:ext cx="10368082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83588-838E-442D-8FB1-DE9DAD4497CA}" type="datetimeFigureOut">
              <a:rPr lang="ko-KR" altLang="en-US" smtClean="0"/>
              <a:t>2025-08-11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64120" y="24024651"/>
            <a:ext cx="15552123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544256" y="24024651"/>
            <a:ext cx="10368082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70138-4E7B-42F6-9D24-4EA2C367A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305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3456066" rtl="0" eaLnBrk="1" latinLnBrk="1" hangingPunct="1">
        <a:lnSpc>
          <a:spcPct val="90000"/>
        </a:lnSpc>
        <a:spcBef>
          <a:spcPct val="0"/>
        </a:spcBef>
        <a:buNone/>
        <a:defRPr sz="16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017" indent="-864017" algn="l" defTabSz="3456066" rtl="0" eaLnBrk="1" latinLnBrk="1" hangingPunct="1">
        <a:lnSpc>
          <a:spcPct val="90000"/>
        </a:lnSpc>
        <a:spcBef>
          <a:spcPts val="3780"/>
        </a:spcBef>
        <a:buFont typeface="Arial" panose="020B0604020202020204" pitchFamily="34" charset="0"/>
        <a:buChar char="•"/>
        <a:defRPr sz="10583" kern="1200">
          <a:solidFill>
            <a:schemeClr val="tx1"/>
          </a:solidFill>
          <a:latin typeface="+mn-lt"/>
          <a:ea typeface="+mn-ea"/>
          <a:cs typeface="+mn-cs"/>
        </a:defRPr>
      </a:lvl1pPr>
      <a:lvl2pPr marL="2592050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9071" kern="1200">
          <a:solidFill>
            <a:schemeClr val="tx1"/>
          </a:solidFill>
          <a:latin typeface="+mn-lt"/>
          <a:ea typeface="+mn-ea"/>
          <a:cs typeface="+mn-cs"/>
        </a:defRPr>
      </a:lvl2pPr>
      <a:lvl3pPr marL="4320083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3pPr>
      <a:lvl4pPr marL="6048116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4pPr>
      <a:lvl5pPr marL="7776149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5pPr>
      <a:lvl6pPr marL="9504182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6pPr>
      <a:lvl7pPr marL="11232215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7pPr>
      <a:lvl8pPr marL="12960248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8pPr>
      <a:lvl9pPr marL="14688282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1pPr>
      <a:lvl2pPr marL="1728033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2pPr>
      <a:lvl3pPr marL="3456066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3pPr>
      <a:lvl4pPr marL="5184099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4pPr>
      <a:lvl5pPr marL="6912132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5pPr>
      <a:lvl6pPr marL="8640166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6pPr>
      <a:lvl7pPr marL="10368199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7pPr>
      <a:lvl8pPr marL="12096232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8pPr>
      <a:lvl9pPr marL="13824265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8025" y="1380039"/>
            <a:ext cx="39744313" cy="50101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8025" y="6900186"/>
            <a:ext cx="39744313" cy="16446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68025" y="24024651"/>
            <a:ext cx="10368082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64120" y="24024651"/>
            <a:ext cx="15552123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544256" y="24024651"/>
            <a:ext cx="10368082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7F477-1FC8-4434-8FCD-351EFB41DA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74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687" r:id="rId12"/>
    <p:sldLayoutId id="2147483697" r:id="rId13"/>
  </p:sldLayoutIdLst>
  <p:hf hdr="0" ftr="0" dt="0"/>
  <p:txStyles>
    <p:titleStyle>
      <a:lvl1pPr algn="l" defTabSz="3456066" rtl="0" eaLnBrk="1" latinLnBrk="1" hangingPunct="1">
        <a:lnSpc>
          <a:spcPct val="90000"/>
        </a:lnSpc>
        <a:spcBef>
          <a:spcPct val="0"/>
        </a:spcBef>
        <a:buNone/>
        <a:defRPr sz="16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017" indent="-864017" algn="l" defTabSz="3456066" rtl="0" eaLnBrk="1" latinLnBrk="1" hangingPunct="1">
        <a:lnSpc>
          <a:spcPct val="90000"/>
        </a:lnSpc>
        <a:spcBef>
          <a:spcPts val="3780"/>
        </a:spcBef>
        <a:buFont typeface="Arial" panose="020B0604020202020204" pitchFamily="34" charset="0"/>
        <a:buChar char="•"/>
        <a:defRPr sz="10583" kern="1200">
          <a:solidFill>
            <a:schemeClr val="tx1"/>
          </a:solidFill>
          <a:latin typeface="+mn-lt"/>
          <a:ea typeface="+mn-ea"/>
          <a:cs typeface="+mn-cs"/>
        </a:defRPr>
      </a:lvl1pPr>
      <a:lvl2pPr marL="2592050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9071" kern="1200">
          <a:solidFill>
            <a:schemeClr val="tx1"/>
          </a:solidFill>
          <a:latin typeface="+mn-lt"/>
          <a:ea typeface="+mn-ea"/>
          <a:cs typeface="+mn-cs"/>
        </a:defRPr>
      </a:lvl2pPr>
      <a:lvl3pPr marL="4320083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3pPr>
      <a:lvl4pPr marL="6048116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4pPr>
      <a:lvl5pPr marL="7776149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5pPr>
      <a:lvl6pPr marL="9504182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6pPr>
      <a:lvl7pPr marL="11232215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7pPr>
      <a:lvl8pPr marL="12960248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8pPr>
      <a:lvl9pPr marL="14688282" indent="-864017" algn="l" defTabSz="3456066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68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1pPr>
      <a:lvl2pPr marL="1728033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2pPr>
      <a:lvl3pPr marL="3456066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3pPr>
      <a:lvl4pPr marL="5184099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4pPr>
      <a:lvl5pPr marL="6912132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5pPr>
      <a:lvl6pPr marL="8640166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6pPr>
      <a:lvl7pPr marL="10368199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7pPr>
      <a:lvl8pPr marL="12096232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8pPr>
      <a:lvl9pPr marL="13824265" algn="l" defTabSz="3456066" rtl="0" eaLnBrk="1" latinLnBrk="1" hangingPunct="1">
        <a:defRPr sz="68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4B5361-4E89-484E-9801-F239DFBFA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Architecture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7102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FE6A13-BDF1-7242-D5F3-CBDCB3FF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8013">
              <a:defRPr/>
            </a:pPr>
            <a:fld id="{6747F477-1FC8-4434-8FCD-351EFB41DA6F}" type="slidenum"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pPr defTabSz="418013">
                <a:defRPr/>
              </a:pPr>
              <a:t>2</a:t>
            </a:fld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>
                <a:solidFill>
                  <a:prstClr val="white">
                    <a:lumMod val="75000"/>
                  </a:prstClr>
                </a:solidFill>
                <a:latin typeface="Calibri" panose="020F0502020204030204"/>
                <a:ea typeface="맑은 고딕" panose="020B0503020000020004" pitchFamily="50" charset="-127"/>
              </a:rPr>
              <a:t>/ 24</a:t>
            </a:r>
            <a:endParaRPr lang="ko-KR" altLang="en-US" dirty="0">
              <a:solidFill>
                <a:prstClr val="white">
                  <a:lumMod val="75000"/>
                </a:prstClr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39365E-C944-74CF-3368-57FF28418F7E}"/>
              </a:ext>
            </a:extLst>
          </p:cNvPr>
          <p:cNvSpPr/>
          <p:nvPr/>
        </p:nvSpPr>
        <p:spPr>
          <a:xfrm>
            <a:off x="18291909" y="7915703"/>
            <a:ext cx="6714574" cy="526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GameManager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DEFC06-0363-90F0-474F-6507F2D1B7FA}"/>
              </a:ext>
            </a:extLst>
          </p:cNvPr>
          <p:cNvSpPr/>
          <p:nvPr/>
        </p:nvSpPr>
        <p:spPr>
          <a:xfrm>
            <a:off x="23689901" y="8179017"/>
            <a:ext cx="1184925" cy="24356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Function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136F7E-F766-1595-7B80-01669D05FCDD}"/>
              </a:ext>
            </a:extLst>
          </p:cNvPr>
          <p:cNvSpPr/>
          <p:nvPr/>
        </p:nvSpPr>
        <p:spPr>
          <a:xfrm>
            <a:off x="19740152" y="8179022"/>
            <a:ext cx="1184925" cy="22381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Object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243ECD-5D54-7756-65C0-99E59BACEFBB}"/>
              </a:ext>
            </a:extLst>
          </p:cNvPr>
          <p:cNvSpPr/>
          <p:nvPr/>
        </p:nvSpPr>
        <p:spPr>
          <a:xfrm>
            <a:off x="19871810" y="9100627"/>
            <a:ext cx="921608" cy="197487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Player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2DCE384-ACE2-84B7-05B1-12C550627661}"/>
              </a:ext>
            </a:extLst>
          </p:cNvPr>
          <p:cNvSpPr/>
          <p:nvPr/>
        </p:nvSpPr>
        <p:spPr>
          <a:xfrm>
            <a:off x="19871810" y="9429773"/>
            <a:ext cx="921608" cy="1974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EnemyPool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4ECA601-CBD6-58E3-8F55-6DC0E9B1CF19}"/>
              </a:ext>
            </a:extLst>
          </p:cNvPr>
          <p:cNvSpPr/>
          <p:nvPr/>
        </p:nvSpPr>
        <p:spPr>
          <a:xfrm>
            <a:off x="19871810" y="9758919"/>
            <a:ext cx="921608" cy="1974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DropItemPool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4022F84-A1F9-19F4-0340-449FB3B25953}"/>
              </a:ext>
            </a:extLst>
          </p:cNvPr>
          <p:cNvSpPr/>
          <p:nvPr/>
        </p:nvSpPr>
        <p:spPr>
          <a:xfrm>
            <a:off x="19871810" y="10088065"/>
            <a:ext cx="921608" cy="1974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FieldObejctPool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400C1EB-516E-4C57-2974-E448ED99A9FE}"/>
              </a:ext>
            </a:extLst>
          </p:cNvPr>
          <p:cNvSpPr/>
          <p:nvPr/>
        </p:nvSpPr>
        <p:spPr>
          <a:xfrm>
            <a:off x="21188393" y="9429773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HUDInGame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4694BCA-54EE-6296-E155-9F753A2BB73C}"/>
              </a:ext>
            </a:extLst>
          </p:cNvPr>
          <p:cNvSpPr/>
          <p:nvPr/>
        </p:nvSpPr>
        <p:spPr>
          <a:xfrm>
            <a:off x="21188393" y="8442336"/>
            <a:ext cx="921608" cy="1974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HUDSetting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064E524-94A4-AB54-B81D-84177B2213F0}"/>
              </a:ext>
            </a:extLst>
          </p:cNvPr>
          <p:cNvSpPr/>
          <p:nvPr/>
        </p:nvSpPr>
        <p:spPr>
          <a:xfrm>
            <a:off x="21188393" y="8771482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HUDAchive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0C6E1C1-9774-054E-447B-9852E1DC7330}"/>
              </a:ext>
            </a:extLst>
          </p:cNvPr>
          <p:cNvSpPr/>
          <p:nvPr/>
        </p:nvSpPr>
        <p:spPr>
          <a:xfrm>
            <a:off x="21056735" y="8179020"/>
            <a:ext cx="1184925" cy="28964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HUD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3A649D8-D40B-21D7-0FF4-6619FAF1E995}"/>
              </a:ext>
            </a:extLst>
          </p:cNvPr>
          <p:cNvSpPr/>
          <p:nvPr/>
        </p:nvSpPr>
        <p:spPr>
          <a:xfrm>
            <a:off x="21188393" y="10088065"/>
            <a:ext cx="921608" cy="197487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HUDLevelUp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4904DB52-F074-FCAF-761E-B9FA49D103EC}"/>
              </a:ext>
            </a:extLst>
          </p:cNvPr>
          <p:cNvSpPr/>
          <p:nvPr/>
        </p:nvSpPr>
        <p:spPr>
          <a:xfrm>
            <a:off x="21188393" y="9100627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HUDLobby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B90AB261-BB91-D66A-9A6E-EF1CAD0F882E}"/>
              </a:ext>
            </a:extLst>
          </p:cNvPr>
          <p:cNvSpPr/>
          <p:nvPr/>
        </p:nvSpPr>
        <p:spPr>
          <a:xfrm>
            <a:off x="21188393" y="10746356"/>
            <a:ext cx="921608" cy="197487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HUDInventory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ABED644C-EBD0-51C0-02B5-573F063203CF}"/>
              </a:ext>
            </a:extLst>
          </p:cNvPr>
          <p:cNvSpPr/>
          <p:nvPr/>
        </p:nvSpPr>
        <p:spPr>
          <a:xfrm>
            <a:off x="21188393" y="9758919"/>
            <a:ext cx="921608" cy="197487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HUDEquipment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3EAA08D1-0CE1-8FBF-C3ED-7A800DD570F1}"/>
              </a:ext>
            </a:extLst>
          </p:cNvPr>
          <p:cNvSpPr/>
          <p:nvPr/>
        </p:nvSpPr>
        <p:spPr>
          <a:xfrm>
            <a:off x="21188393" y="10417210"/>
            <a:ext cx="921608" cy="197487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HUDPlayerInfo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CCF7E0A-0EEA-6D90-0CC8-8B011D4B23F0}"/>
              </a:ext>
            </a:extLst>
          </p:cNvPr>
          <p:cNvSpPr/>
          <p:nvPr/>
        </p:nvSpPr>
        <p:spPr>
          <a:xfrm>
            <a:off x="18423568" y="8179018"/>
            <a:ext cx="1184925" cy="4871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Data</a:t>
            </a:r>
            <a:b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</a:b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(Json </a:t>
            </a:r>
            <a:r>
              <a:rPr lang="ko-KR" altLang="en-US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활용 저장 및 로드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7EA36CD-5C48-F621-6EDB-4306F91FE504}"/>
              </a:ext>
            </a:extLst>
          </p:cNvPr>
          <p:cNvSpPr/>
          <p:nvPr/>
        </p:nvSpPr>
        <p:spPr>
          <a:xfrm>
            <a:off x="18555228" y="10417210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PlayerInfoTable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[]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144D844-C6FB-00AF-E7C7-91DA8E1F4E72}"/>
              </a:ext>
            </a:extLst>
          </p:cNvPr>
          <p:cNvSpPr/>
          <p:nvPr/>
        </p:nvSpPr>
        <p:spPr>
          <a:xfrm>
            <a:off x="18555228" y="10746356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EquipItemTable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[]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0290976-B66B-9C3E-9097-FBAFD600CCA4}"/>
              </a:ext>
            </a:extLst>
          </p:cNvPr>
          <p:cNvSpPr/>
          <p:nvPr/>
        </p:nvSpPr>
        <p:spPr>
          <a:xfrm>
            <a:off x="18555228" y="11075502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WeaponItemTable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[]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BD9CFFC-B091-7FF7-DABE-B9BC0D2C2681}"/>
              </a:ext>
            </a:extLst>
          </p:cNvPr>
          <p:cNvSpPr/>
          <p:nvPr/>
        </p:nvSpPr>
        <p:spPr>
          <a:xfrm>
            <a:off x="18555228" y="12062939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PerkTable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[]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BC9B34D-D860-C863-6639-F7C760F69CEC}"/>
              </a:ext>
            </a:extLst>
          </p:cNvPr>
          <p:cNvSpPr/>
          <p:nvPr/>
        </p:nvSpPr>
        <p:spPr>
          <a:xfrm>
            <a:off x="18555228" y="9097778"/>
            <a:ext cx="921608" cy="197487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PlayerData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877F3C1-7A72-5A3D-551C-70E24B8BBE75}"/>
              </a:ext>
            </a:extLst>
          </p:cNvPr>
          <p:cNvSpPr/>
          <p:nvPr/>
        </p:nvSpPr>
        <p:spPr>
          <a:xfrm>
            <a:off x="18555228" y="12392085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EnemyTable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[]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9292DB5-6855-563A-EB22-1BEA751A8C38}"/>
              </a:ext>
            </a:extLst>
          </p:cNvPr>
          <p:cNvSpPr/>
          <p:nvPr/>
        </p:nvSpPr>
        <p:spPr>
          <a:xfrm>
            <a:off x="18555228" y="12721231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FieldObejctTable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[]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8621A85-E85A-2739-BBED-0F2359B558A0}"/>
              </a:ext>
            </a:extLst>
          </p:cNvPr>
          <p:cNvSpPr/>
          <p:nvPr/>
        </p:nvSpPr>
        <p:spPr>
          <a:xfrm>
            <a:off x="18555228" y="8442336"/>
            <a:ext cx="921608" cy="1974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Setting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627F512-1481-EE8C-56EC-36884F3D125D}"/>
              </a:ext>
            </a:extLst>
          </p:cNvPr>
          <p:cNvSpPr/>
          <p:nvPr/>
        </p:nvSpPr>
        <p:spPr>
          <a:xfrm>
            <a:off x="18555228" y="10088065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AchiveTable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[]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B0CEE8-34FD-B353-BFBB-685ACBF04495}"/>
              </a:ext>
            </a:extLst>
          </p:cNvPr>
          <p:cNvSpPr/>
          <p:nvPr/>
        </p:nvSpPr>
        <p:spPr>
          <a:xfrm>
            <a:off x="18555228" y="11404648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UseItemTable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[]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1C261F9-BEF6-4DEA-90CB-17B093F97F06}"/>
              </a:ext>
            </a:extLst>
          </p:cNvPr>
          <p:cNvSpPr/>
          <p:nvPr/>
        </p:nvSpPr>
        <p:spPr>
          <a:xfrm>
            <a:off x="18555228" y="11733794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DropItemTable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[]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A8DA0C9-A85D-E60D-CE63-D0FD67454783}"/>
              </a:ext>
            </a:extLst>
          </p:cNvPr>
          <p:cNvSpPr/>
          <p:nvPr/>
        </p:nvSpPr>
        <p:spPr>
          <a:xfrm>
            <a:off x="18555228" y="9426924"/>
            <a:ext cx="921608" cy="1974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EnemyData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94B3F60-7121-E60B-3643-BB41F5985F5F}"/>
              </a:ext>
            </a:extLst>
          </p:cNvPr>
          <p:cNvSpPr/>
          <p:nvPr/>
        </p:nvSpPr>
        <p:spPr>
          <a:xfrm>
            <a:off x="18555228" y="9756070"/>
            <a:ext cx="921608" cy="1974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FieldData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38A027E-0A92-C0D3-8078-A226CAB8B2FA}"/>
              </a:ext>
            </a:extLst>
          </p:cNvPr>
          <p:cNvSpPr/>
          <p:nvPr/>
        </p:nvSpPr>
        <p:spPr>
          <a:xfrm>
            <a:off x="19871810" y="8771482"/>
            <a:ext cx="921608" cy="1974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SoundPlayer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8160FB7-5587-D4E0-10FE-0887BB5838CB}"/>
              </a:ext>
            </a:extLst>
          </p:cNvPr>
          <p:cNvSpPr/>
          <p:nvPr/>
        </p:nvSpPr>
        <p:spPr>
          <a:xfrm>
            <a:off x="18555228" y="8770058"/>
            <a:ext cx="921608" cy="1974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BGM/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SFXClip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1CA061A-8C47-6F39-8382-5BEB90D922E1}"/>
              </a:ext>
            </a:extLst>
          </p:cNvPr>
          <p:cNvSpPr/>
          <p:nvPr/>
        </p:nvSpPr>
        <p:spPr>
          <a:xfrm>
            <a:off x="23821559" y="8442336"/>
            <a:ext cx="921608" cy="197487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Init (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TimingControl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7F4115-E946-A6D8-5B87-C0B3D058B90A}"/>
              </a:ext>
            </a:extLst>
          </p:cNvPr>
          <p:cNvSpPr/>
          <p:nvPr/>
        </p:nvSpPr>
        <p:spPr>
          <a:xfrm>
            <a:off x="23821559" y="10090158"/>
            <a:ext cx="921608" cy="197487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Update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F96DB3A-C472-7864-2FA5-ED18718BE63D}"/>
              </a:ext>
            </a:extLst>
          </p:cNvPr>
          <p:cNvSpPr/>
          <p:nvPr/>
        </p:nvSpPr>
        <p:spPr>
          <a:xfrm>
            <a:off x="23821559" y="9761013"/>
            <a:ext cx="921608" cy="1974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GameStart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A5CEF9F-A401-78AA-D224-BF90974B3503}"/>
              </a:ext>
            </a:extLst>
          </p:cNvPr>
          <p:cNvSpPr/>
          <p:nvPr/>
        </p:nvSpPr>
        <p:spPr>
          <a:xfrm>
            <a:off x="23821559" y="9099704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JsonLoad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42F7780-BB7C-5ECA-EA05-01D1D9EF9612}"/>
              </a:ext>
            </a:extLst>
          </p:cNvPr>
          <p:cNvSpPr/>
          <p:nvPr/>
        </p:nvSpPr>
        <p:spPr>
          <a:xfrm>
            <a:off x="23821559" y="9434717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JsonSave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CF7594E-D678-E0BB-4C83-5C01CE3C5AA9}"/>
              </a:ext>
            </a:extLst>
          </p:cNvPr>
          <p:cNvSpPr/>
          <p:nvPr/>
        </p:nvSpPr>
        <p:spPr>
          <a:xfrm>
            <a:off x="19871810" y="8444261"/>
            <a:ext cx="921608" cy="197487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TimingControl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90DF948-F355-8C66-D9E5-E86FBBCE1A0E}"/>
              </a:ext>
            </a:extLst>
          </p:cNvPr>
          <p:cNvSpPr/>
          <p:nvPr/>
        </p:nvSpPr>
        <p:spPr>
          <a:xfrm>
            <a:off x="23821559" y="8764692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Init (Setting)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58C58EE-7015-EF12-3B13-8D376C76AA5F}"/>
              </a:ext>
            </a:extLst>
          </p:cNvPr>
          <p:cNvSpPr/>
          <p:nvPr/>
        </p:nvSpPr>
        <p:spPr>
          <a:xfrm>
            <a:off x="22373318" y="8179022"/>
            <a:ext cx="1184925" cy="12479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Environment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525D13D1-8E8A-9EC6-67C0-AD1F4EDB8269}"/>
              </a:ext>
            </a:extLst>
          </p:cNvPr>
          <p:cNvSpPr/>
          <p:nvPr/>
        </p:nvSpPr>
        <p:spPr>
          <a:xfrm>
            <a:off x="22504977" y="8442336"/>
            <a:ext cx="921608" cy="197487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Camera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10B80FC-57B4-ACE1-F8EE-0981E7A25497}"/>
              </a:ext>
            </a:extLst>
          </p:cNvPr>
          <p:cNvSpPr/>
          <p:nvPr/>
        </p:nvSpPr>
        <p:spPr>
          <a:xfrm>
            <a:off x="22504977" y="8771482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Light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6325E8D-5ECC-5E5C-FC31-90F1C16F11BA}"/>
              </a:ext>
            </a:extLst>
          </p:cNvPr>
          <p:cNvSpPr/>
          <p:nvPr/>
        </p:nvSpPr>
        <p:spPr>
          <a:xfrm>
            <a:off x="22504977" y="9097778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Map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3079C37-52D7-2B2B-432E-562CE3090733}"/>
              </a:ext>
            </a:extLst>
          </p:cNvPr>
          <p:cNvSpPr/>
          <p:nvPr/>
        </p:nvSpPr>
        <p:spPr>
          <a:xfrm>
            <a:off x="25203971" y="7915703"/>
            <a:ext cx="1645729" cy="5266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System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271941A-07E1-60D3-134B-77D9CE8C2120}"/>
              </a:ext>
            </a:extLst>
          </p:cNvPr>
          <p:cNvSpPr/>
          <p:nvPr/>
        </p:nvSpPr>
        <p:spPr>
          <a:xfrm>
            <a:off x="25566033" y="8442336"/>
            <a:ext cx="921608" cy="197487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Player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6F352F2-3B2A-B4D3-C6AF-72C3485D3C73}"/>
              </a:ext>
            </a:extLst>
          </p:cNvPr>
          <p:cNvSpPr/>
          <p:nvPr/>
        </p:nvSpPr>
        <p:spPr>
          <a:xfrm>
            <a:off x="25566033" y="8771482"/>
            <a:ext cx="921608" cy="1974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Enemy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DECB82C-0110-88FA-4F23-4FFCDB8CDD59}"/>
              </a:ext>
            </a:extLst>
          </p:cNvPr>
          <p:cNvSpPr/>
          <p:nvPr/>
        </p:nvSpPr>
        <p:spPr>
          <a:xfrm>
            <a:off x="25566033" y="9097778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DamageSystem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3EA2C03-8B37-F357-34D6-92275A002288}"/>
              </a:ext>
            </a:extLst>
          </p:cNvPr>
          <p:cNvSpPr/>
          <p:nvPr/>
        </p:nvSpPr>
        <p:spPr>
          <a:xfrm>
            <a:off x="25566033" y="9438115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ProjectileSystem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361B7F9-89BB-6E5A-F807-D441D86AFAAF}"/>
              </a:ext>
            </a:extLst>
          </p:cNvPr>
          <p:cNvSpPr/>
          <p:nvPr/>
        </p:nvSpPr>
        <p:spPr>
          <a:xfrm>
            <a:off x="25566033" y="9757419"/>
            <a:ext cx="921608" cy="19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FieldCtrlSystem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4E8D36E-390A-0FA9-94E6-FD95908B8113}"/>
              </a:ext>
            </a:extLst>
          </p:cNvPr>
          <p:cNvSpPr/>
          <p:nvPr/>
        </p:nvSpPr>
        <p:spPr>
          <a:xfrm>
            <a:off x="25566033" y="10088063"/>
            <a:ext cx="921608" cy="222448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/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TBD….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DA3025-5F2E-2B64-70F8-F82C364BE52E}"/>
              </a:ext>
            </a:extLst>
          </p:cNvPr>
          <p:cNvSpPr/>
          <p:nvPr/>
        </p:nvSpPr>
        <p:spPr>
          <a:xfrm>
            <a:off x="1003667" y="2688186"/>
            <a:ext cx="8932514" cy="56938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ECS Core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68B112-0680-DD83-7082-70D00A5C1410}"/>
              </a:ext>
            </a:extLst>
          </p:cNvPr>
          <p:cNvSpPr/>
          <p:nvPr/>
        </p:nvSpPr>
        <p:spPr>
          <a:xfrm>
            <a:off x="1291668" y="3024350"/>
            <a:ext cx="1944000" cy="41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Entriy</a:t>
            </a: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" name="직사각형 11">
            <a:extLst>
              <a:ext uri="{FF2B5EF4-FFF2-40B4-BE49-F238E27FC236}">
                <a16:creationId xmlns:a16="http://schemas.microsoft.com/office/drawing/2014/main" id="{2E29D2D8-5D6F-A753-CBB0-8F09B9476F26}"/>
              </a:ext>
            </a:extLst>
          </p:cNvPr>
          <p:cNvSpPr/>
          <p:nvPr/>
        </p:nvSpPr>
        <p:spPr>
          <a:xfrm>
            <a:off x="3528181" y="3024350"/>
            <a:ext cx="1944000" cy="41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Component</a:t>
            </a:r>
          </a:p>
        </p:txBody>
      </p:sp>
      <p:sp>
        <p:nvSpPr>
          <p:cNvPr id="3" name="직사각형 11">
            <a:extLst>
              <a:ext uri="{FF2B5EF4-FFF2-40B4-BE49-F238E27FC236}">
                <a16:creationId xmlns:a16="http://schemas.microsoft.com/office/drawing/2014/main" id="{63256327-21B8-CCBA-58A0-C9C75ECD3E27}"/>
              </a:ext>
            </a:extLst>
          </p:cNvPr>
          <p:cNvSpPr/>
          <p:nvPr/>
        </p:nvSpPr>
        <p:spPr>
          <a:xfrm>
            <a:off x="5760181" y="3024350"/>
            <a:ext cx="1944000" cy="417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algn="ctr"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68514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F55760-70B5-0417-E4AF-A01E19565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6C0DC6-8F80-0ECF-DB71-59A76C2FD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8013">
              <a:defRPr/>
            </a:pPr>
            <a:fld id="{6747F477-1FC8-4434-8FCD-351EFB41DA6F}" type="slidenum"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pPr defTabSz="418013">
                <a:defRPr/>
              </a:pPr>
              <a:t>3</a:t>
            </a:fld>
            <a:r>
              <a:rPr lang="ko-KR" altLang="en-US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>
                <a:solidFill>
                  <a:prstClr val="white">
                    <a:lumMod val="75000"/>
                  </a:prstClr>
                </a:solidFill>
                <a:latin typeface="Calibri" panose="020F0502020204030204"/>
                <a:ea typeface="맑은 고딕" panose="020B0503020000020004" pitchFamily="50" charset="-127"/>
              </a:rPr>
              <a:t>/ 24</a:t>
            </a:r>
            <a:endParaRPr lang="ko-KR" altLang="en-US" dirty="0">
              <a:solidFill>
                <a:prstClr val="white">
                  <a:lumMod val="75000"/>
                </a:prstClr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589482-A493-93E1-9DE4-853505E0DA7E}"/>
              </a:ext>
            </a:extLst>
          </p:cNvPr>
          <p:cNvSpPr/>
          <p:nvPr/>
        </p:nvSpPr>
        <p:spPr>
          <a:xfrm>
            <a:off x="360181" y="3240350"/>
            <a:ext cx="5760000" cy="122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defTabSz="418013">
              <a:defRPr/>
            </a:pP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FTrackedActivity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GetEngineActivity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().Update(TEXT("Starting"),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FTrackedActivity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ELight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::Yellow);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FTaskTagScope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Scope(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ETaskTag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EGameThread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#if !(UE_BUILD_SHIPPING)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If "-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waitforattach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" or "-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WaitForDebugger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" was specified, halt startup and wait for a debugger to attach before continuing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if (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FParse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::Param(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CmdLine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TEXT("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waitforattach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")) ||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FParse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::Param(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CmdLine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TEXT("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WaitForDebugger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")))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while (!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FPlatformMisc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IsDebuggerPresent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FPlatformProcess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::Sleep(0.1f);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}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UE_DEBUG_BREAK();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}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#endif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BootTimingPoint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("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DefaultMain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");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Super early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init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code. DO NOT MOVE THIS ANYWHERE ELSE!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FCoreDelegates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GetPreMainInitDelegate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().Broadcast();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make sure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GEngineLoop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::Exit() is always called.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struct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EngineLoopCleanupGuard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{ 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~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EngineLoopCleanupGuard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// Don't shut down the engine on scope exit when we are running embedded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// because the outer application will take care of that.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if (!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GUELibraryOverrideSettings.bIsEmbedded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EngineExit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}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}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}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CleanupGuard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Set up minidump filename. We cannot do this directly inside main as we use an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FString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that requires 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destruction and main uses SEH.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These names will be updated as soon as the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Filemanager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is set up so we can write to the log file.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That will also use the user folder for installed builds so we don't write into program files or whatever.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#if PLATFORM_WINDOWS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FCString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Strcpy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MiniDumpFilenameW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*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FString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Printf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(TEXT("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unreal-v%i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-%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s.dmp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"),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FEngineVersion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::Current().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GetChangelist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(), *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FDateTime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::Now().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ToString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()));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#endif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FTrackedActivity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GetEngineActivity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().Update(TEXT("Initializing"));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int32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ErrorLevel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=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EnginePreInit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CmdLine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exit if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PreInit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failed.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if (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ErrorLevel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!= 0 ||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IsEngineExitRequested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 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return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ErrorLevel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}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FScopedSlowTask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SlowTask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(100, NSLOCTEXT("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EngineInit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", "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EngineInit_Loading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", "Loading..."));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//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EnginePreInit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leaves 20% unused in its slow task.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// Here we consume 80% immediately so that the percentage value on the splash screen doesn't change from one slow task to the next.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// (Note, we can't include the call to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EnginePreInit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in this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ScopedSlowTask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because the engine isn't fully initialized at that point)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SlowTask.EnterProgressFrame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(80);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SlowTask.EnterProgressFrame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(20);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#if WITH_EDITOR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if (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GIsEditor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ErrorLevel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=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EditorInit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GEngineLoop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}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else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#endif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ErrorLevel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=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EngineInit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}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}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double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EngineInitializationTime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=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FPlatformTime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::Seconds() -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GStartTime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UE_LOG(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LogLoad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, Log, TEXT("(Engine Initialization) Total time: %.2f seconds"),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EngineInitializationTime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ACCUM_LOADTIME(TEXT("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EngineInitialization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"),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EngineInitializationTime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BootTimingPoint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("Tick loop starting");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DumpBootTiming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FTrackedActivity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GetEngineActivity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().Update(TEXT("Ticking loop"),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FTrackedActivity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ELight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::Green);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Don't tick if we're running an embedded engine - we rely on the outer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// application ticking us instead.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if (!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GUELibraryOverrideSettings.bIsEmbedded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while( !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IsEngineExitRequested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 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EngineTick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}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}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TRACE_BOOKMARK(TEXT("Tick loop end"));</a:t>
            </a:r>
          </a:p>
          <a:p>
            <a:pPr defTabSz="418013">
              <a:defRPr/>
            </a:pPr>
            <a:endParaRPr lang="en-US" altLang="ko-KR" sz="731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#if WITH_EDITOR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if(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GIsEditor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)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{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 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EditorExit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();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}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#endif</a:t>
            </a:r>
          </a:p>
          <a:p>
            <a:pPr defTabSz="418013">
              <a:defRPr/>
            </a:pP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return </a:t>
            </a:r>
            <a:r>
              <a:rPr lang="en-US" altLang="ko-KR" sz="731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ErrorLevel</a:t>
            </a:r>
            <a:r>
              <a:rPr lang="en-US" altLang="ko-KR" sz="731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;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BA9A80F-47E7-9F9C-FD1A-BAA42873C64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181" y="2880350"/>
            <a:ext cx="11880000" cy="1080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591C613-1ABB-E01E-D114-98A8918DEC35}"/>
              </a:ext>
            </a:extLst>
          </p:cNvPr>
          <p:cNvSpPr/>
          <p:nvPr/>
        </p:nvSpPr>
        <p:spPr>
          <a:xfrm>
            <a:off x="360181" y="360350"/>
            <a:ext cx="5760000" cy="14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defTabSz="418013">
              <a:defRPr/>
            </a:pPr>
            <a:r>
              <a:rPr lang="en-US" altLang="ko-KR" sz="80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Unreal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4EB59FA-BE44-37FD-BCEA-9812C10AB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8762" y="2880350"/>
            <a:ext cx="8373644" cy="81926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6A07F58-889F-8825-389D-ECC4BBC227A0}"/>
              </a:ext>
            </a:extLst>
          </p:cNvPr>
          <p:cNvSpPr/>
          <p:nvPr/>
        </p:nvSpPr>
        <p:spPr>
          <a:xfrm>
            <a:off x="6480181" y="3240350"/>
            <a:ext cx="288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16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FTrackedActivity.GetEngineActiveity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().Update()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FC03C75-6535-81B1-6249-36EA302F3BD8}"/>
              </a:ext>
            </a:extLst>
          </p:cNvPr>
          <p:cNvSpPr/>
          <p:nvPr/>
        </p:nvSpPr>
        <p:spPr>
          <a:xfrm>
            <a:off x="6480181" y="4320350"/>
            <a:ext cx="288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16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ErrorLevel</a:t>
            </a: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72C92AA-4AE6-E77A-0843-CEC935EE1B2A}"/>
              </a:ext>
            </a:extLst>
          </p:cNvPr>
          <p:cNvSpPr/>
          <p:nvPr/>
        </p:nvSpPr>
        <p:spPr>
          <a:xfrm>
            <a:off x="9360181" y="5400350"/>
            <a:ext cx="288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16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PreInit</a:t>
            </a: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6D1CBC-8F51-7E18-BECC-72DE39FA6725}"/>
              </a:ext>
            </a:extLst>
          </p:cNvPr>
          <p:cNvSpPr/>
          <p:nvPr/>
        </p:nvSpPr>
        <p:spPr>
          <a:xfrm>
            <a:off x="6480181" y="2520350"/>
            <a:ext cx="28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Launch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246FF22-4EDD-7876-CF92-B3DE80691544}"/>
              </a:ext>
            </a:extLst>
          </p:cNvPr>
          <p:cNvSpPr/>
          <p:nvPr/>
        </p:nvSpPr>
        <p:spPr>
          <a:xfrm>
            <a:off x="9360181" y="2520350"/>
            <a:ext cx="2880000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16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FEngineLoop</a:t>
            </a: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485CC3B-E283-538C-270F-AF31649FD14F}"/>
              </a:ext>
            </a:extLst>
          </p:cNvPr>
          <p:cNvSpPr/>
          <p:nvPr/>
        </p:nvSpPr>
        <p:spPr>
          <a:xfrm>
            <a:off x="12600181" y="5400350"/>
            <a:ext cx="288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16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PreInitPreStartupScreen</a:t>
            </a: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3CE7577-1349-FCA4-F1B5-2F3F99FD8CC7}"/>
              </a:ext>
            </a:extLst>
          </p:cNvPr>
          <p:cNvSpPr/>
          <p:nvPr/>
        </p:nvSpPr>
        <p:spPr>
          <a:xfrm>
            <a:off x="12600181" y="8280350"/>
            <a:ext cx="2880000" cy="72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ctr"/>
          <a:lstStyle/>
          <a:p>
            <a:pPr algn="ctr" defTabSz="418013">
              <a:defRPr/>
            </a:pPr>
            <a:r>
              <a:rPr lang="en-US" altLang="ko-KR" sz="16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PreInitPreStartupScreen</a:t>
            </a: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31B2B8-7E63-4379-0A5E-B7B2626D14D7}"/>
              </a:ext>
            </a:extLst>
          </p:cNvPr>
          <p:cNvSpPr/>
          <p:nvPr/>
        </p:nvSpPr>
        <p:spPr>
          <a:xfrm>
            <a:off x="15840181" y="5400350"/>
            <a:ext cx="3960000" cy="32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802" rIns="41802" rtlCol="0" anchor="t"/>
          <a:lstStyle/>
          <a:p>
            <a:pPr marL="342900" indent="-342900" defTabSz="418013">
              <a:buAutoNum type="arabicPeriod"/>
              <a:defRPr/>
            </a:pPr>
            <a:r>
              <a:rPr lang="en-US" altLang="ko-KR" sz="16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FDelayedAutoRegisterHelper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에서 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Phase </a:t>
            </a:r>
            <a:r>
              <a: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단계 설정</a:t>
            </a:r>
            <a:b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-&gt; </a:t>
            </a:r>
            <a:r>
              <a: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단계 설정 후 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Broadcast </a:t>
            </a:r>
            <a:r>
              <a: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및 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clear </a:t>
            </a:r>
            <a:r>
              <a: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수행</a:t>
            </a:r>
            <a:b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</a:b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-&gt; </a:t>
            </a:r>
            <a:r>
              <a:rPr lang="en-US" altLang="ko-KR" sz="16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Tset</a:t>
            </a:r>
            <a:r>
              <a: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에 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Phase </a:t>
            </a:r>
            <a:r>
              <a:rPr lang="ko-KR" altLang="en-US" sz="160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추가</a:t>
            </a: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342900" indent="-342900" defTabSz="418013">
              <a:buAutoNum type="arabicPeriod"/>
              <a:defRPr/>
            </a:pP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342900" indent="-342900" defTabSz="418013">
              <a:buAutoNum type="arabicPeriod"/>
              <a:defRPr/>
            </a:pP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E76E8A22-DF52-1EDB-5703-A92A003ECDF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181" y="4680350"/>
            <a:ext cx="7920000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2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06A6C5-C857-9306-3B28-567402C43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제목 1">
            <a:extLst>
              <a:ext uri="{FF2B5EF4-FFF2-40B4-BE49-F238E27FC236}">
                <a16:creationId xmlns:a16="http://schemas.microsoft.com/office/drawing/2014/main" id="{63EE8B36-B192-0777-2930-A3039A03ED0C}"/>
              </a:ext>
            </a:extLst>
          </p:cNvPr>
          <p:cNvSpPr txBox="1">
            <a:spLocks/>
          </p:cNvSpPr>
          <p:nvPr/>
        </p:nvSpPr>
        <p:spPr>
          <a:xfrm>
            <a:off x="200840" y="228613"/>
            <a:ext cx="3312000" cy="286809"/>
          </a:xfrm>
          <a:prstGeom prst="rect">
            <a:avLst/>
          </a:prstGeom>
        </p:spPr>
        <p:txBody>
          <a:bodyPr vert="horz" wrap="none" lIns="91440" tIns="46800" rIns="91440" bIns="46800" rtlCol="0" anchor="ctr">
            <a:noAutofit/>
          </a:bodyPr>
          <a:lstStyle>
            <a:lvl1pPr algn="l" defTabSz="91433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800" b="1" kern="1200" baseline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defRPr>
            </a:lvl1pPr>
          </a:lstStyle>
          <a:p>
            <a:pPr marL="0" marR="0" lvl="0" indent="0" algn="l" defTabSz="914331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rPr>
              <a:t>DX12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rPr>
              <a:t>엔진 개발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rPr>
              <a:t>| 1. </a:t>
            </a:r>
            <a:r>
              <a:rPr lang="en-US" altLang="ko-KR" dirty="0">
                <a:solidFill>
                  <a:sysClr val="windowText" lastClr="000000"/>
                </a:solidFill>
              </a:rPr>
              <a:t>Block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Diagram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에스코어 드림 7 ExtraBold" panose="020B0803030302020204" pitchFamily="34" charset="-127"/>
              <a:ea typeface="에스코어 드림 7 ExtraBold" panose="020B0803030302020204" pitchFamily="34" charset="-127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2F208C-AA11-87C8-DD1E-D3AAF4CBA61D}"/>
              </a:ext>
            </a:extLst>
          </p:cNvPr>
          <p:cNvGrpSpPr/>
          <p:nvPr/>
        </p:nvGrpSpPr>
        <p:grpSpPr>
          <a:xfrm>
            <a:off x="6480181" y="936350"/>
            <a:ext cx="33408000" cy="24479999"/>
            <a:chOff x="6480181" y="936350"/>
            <a:chExt cx="33408000" cy="24479999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8F87CBC3-9B87-099A-D675-B8AF8808D0BB}"/>
                </a:ext>
              </a:extLst>
            </p:cNvPr>
            <p:cNvSpPr/>
            <p:nvPr/>
          </p:nvSpPr>
          <p:spPr>
            <a:xfrm>
              <a:off x="31248181" y="937579"/>
              <a:ext cx="8640000" cy="662276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Engine</a:t>
              </a: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Core</a:t>
              </a: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3E87C275-7776-497C-9E40-0FCDF422C226}"/>
                </a:ext>
              </a:extLst>
            </p:cNvPr>
            <p:cNvSpPr/>
            <p:nvPr/>
          </p:nvSpPr>
          <p:spPr>
            <a:xfrm>
              <a:off x="31248181" y="13538047"/>
              <a:ext cx="8640000" cy="11878301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ImGui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Core</a:t>
              </a: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6454439D-4405-3F50-C66C-80522CCE8F7D}"/>
                </a:ext>
              </a:extLst>
            </p:cNvPr>
            <p:cNvSpPr/>
            <p:nvPr/>
          </p:nvSpPr>
          <p:spPr>
            <a:xfrm>
              <a:off x="6480181" y="936350"/>
              <a:ext cx="9216000" cy="9143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AppBase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671C096A-F470-50DC-3BA9-E0F42EF95F8F}"/>
                </a:ext>
              </a:extLst>
            </p:cNvPr>
            <p:cNvSpPr/>
            <p:nvPr/>
          </p:nvSpPr>
          <p:spPr>
            <a:xfrm>
              <a:off x="15984181" y="937578"/>
              <a:ext cx="14976000" cy="24478771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MyApp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::</a:t>
              </a: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AppBase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6D453843-A664-DF88-8806-EE10E4F982F5}"/>
                </a:ext>
              </a:extLst>
            </p:cNvPr>
            <p:cNvSpPr/>
            <p:nvPr/>
          </p:nvSpPr>
          <p:spPr>
            <a:xfrm>
              <a:off x="9864181" y="1512349"/>
              <a:ext cx="2376000" cy="1584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Initialize()</a:t>
              </a:r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3952C1A0-7F8E-82B0-E129-80DC8A6126DB}"/>
                </a:ext>
              </a:extLst>
            </p:cNvPr>
            <p:cNvSpPr/>
            <p:nvPr/>
          </p:nvSpPr>
          <p:spPr>
            <a:xfrm>
              <a:off x="6984181" y="2304349"/>
              <a:ext cx="2376000" cy="2880000"/>
            </a:xfrm>
            <a:prstGeom prst="rect">
              <a:avLst/>
            </a:prstGeom>
            <a:noFill/>
            <a:ln w="12700" cap="flat" cmpd="sng" algn="ctr">
              <a:solidFill>
                <a:srgbClr val="0000FF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While loop</a:t>
              </a:r>
            </a:p>
          </p:txBody>
        </p:sp>
        <p:sp>
          <p:nvSpPr>
            <p:cNvPr id="116" name="직사각형 115">
              <a:extLst>
                <a:ext uri="{FF2B5EF4-FFF2-40B4-BE49-F238E27FC236}">
                  <a16:creationId xmlns:a16="http://schemas.microsoft.com/office/drawing/2014/main" id="{FECE9B89-5C49-CB70-7F17-C8D93D75085C}"/>
                </a:ext>
              </a:extLst>
            </p:cNvPr>
            <p:cNvSpPr/>
            <p:nvPr/>
          </p:nvSpPr>
          <p:spPr>
            <a:xfrm>
              <a:off x="7128181" y="3888348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Set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imgui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data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for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r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endering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F4D39768-6176-C17A-F4B6-308268ACDA8F}"/>
                </a:ext>
              </a:extLst>
            </p:cNvPr>
            <p:cNvSpPr/>
            <p:nvPr/>
          </p:nvSpPr>
          <p:spPr>
            <a:xfrm>
              <a:off x="10008181" y="4968348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OnMouseDown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3F603F4A-CFD2-FBA4-0C5A-D5DAF6C2B17D}"/>
                </a:ext>
              </a:extLst>
            </p:cNvPr>
            <p:cNvSpPr/>
            <p:nvPr/>
          </p:nvSpPr>
          <p:spPr>
            <a:xfrm>
              <a:off x="7128181" y="3456348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Set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data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for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r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endering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1845F4D0-C0B7-49F9-EEA0-98D990C640B3}"/>
                </a:ext>
              </a:extLst>
            </p:cNvPr>
            <p:cNvSpPr/>
            <p:nvPr/>
          </p:nvSpPr>
          <p:spPr>
            <a:xfrm>
              <a:off x="7128181" y="4320348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Execute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CommandList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8B62F5EA-7AD0-C171-B7BC-804A6E0FDD9B}"/>
                </a:ext>
              </a:extLst>
            </p:cNvPr>
            <p:cNvSpPr/>
            <p:nvPr/>
          </p:nvSpPr>
          <p:spPr>
            <a:xfrm>
              <a:off x="7128181" y="4752348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Swap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BackBuffer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4B8CFEBA-4C1C-7335-E056-1E19CA6A5722}"/>
                </a:ext>
              </a:extLst>
            </p:cNvPr>
            <p:cNvSpPr/>
            <p:nvPr/>
          </p:nvSpPr>
          <p:spPr>
            <a:xfrm>
              <a:off x="7128181" y="3024348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Update All Logic</a:t>
              </a: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3F1B10B7-B77D-0DC4-8A17-BD605BA0BD33}"/>
                </a:ext>
              </a:extLst>
            </p:cNvPr>
            <p:cNvSpPr/>
            <p:nvPr/>
          </p:nvSpPr>
          <p:spPr>
            <a:xfrm>
              <a:off x="9864181" y="3816349"/>
              <a:ext cx="2376000" cy="2448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MsgProc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0A164261-89A3-F42C-86C3-C805212D661D}"/>
                </a:ext>
              </a:extLst>
            </p:cNvPr>
            <p:cNvSpPr/>
            <p:nvPr/>
          </p:nvSpPr>
          <p:spPr>
            <a:xfrm>
              <a:off x="7128181" y="2594047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PeekMessage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FB6D9D32-8B15-E26E-D2FC-F126B14F7623}"/>
                </a:ext>
              </a:extLst>
            </p:cNvPr>
            <p:cNvSpPr/>
            <p:nvPr/>
          </p:nvSpPr>
          <p:spPr>
            <a:xfrm>
              <a:off x="10008181" y="4104348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ImGui_WndProcHandler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E0DE0B4F-7861-AA3B-48B6-18948340BC0A}"/>
                </a:ext>
              </a:extLst>
            </p:cNvPr>
            <p:cNvSpPr/>
            <p:nvPr/>
          </p:nvSpPr>
          <p:spPr>
            <a:xfrm>
              <a:off x="10008181" y="4536348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OnResize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87FF098B-1EF1-6458-9163-8539A3A9EDE0}"/>
                </a:ext>
              </a:extLst>
            </p:cNvPr>
            <p:cNvSpPr/>
            <p:nvPr/>
          </p:nvSpPr>
          <p:spPr>
            <a:xfrm>
              <a:off x="10008181" y="5400348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OnMouseUp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458E7DA5-1A06-2964-CF36-D62227E399B6}"/>
                </a:ext>
              </a:extLst>
            </p:cNvPr>
            <p:cNvSpPr/>
            <p:nvPr/>
          </p:nvSpPr>
          <p:spPr>
            <a:xfrm>
              <a:off x="10008181" y="5832348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OnMouseMove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C3C48367-3E27-3113-55BA-0AC94727ED2F}"/>
                </a:ext>
              </a:extLst>
            </p:cNvPr>
            <p:cNvSpPr/>
            <p:nvPr/>
          </p:nvSpPr>
          <p:spPr>
            <a:xfrm>
              <a:off x="12895035" y="6552349"/>
              <a:ext cx="2376000" cy="331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OnResize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E4CBC392-ABA2-768F-4839-98B3980F954C}"/>
                </a:ext>
              </a:extLst>
            </p:cNvPr>
            <p:cNvSpPr/>
            <p:nvPr/>
          </p:nvSpPr>
          <p:spPr>
            <a:xfrm>
              <a:off x="13032181" y="7274048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Reset Back &amp; SRV Buffer</a:t>
              </a:r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B7DDE9C7-86DB-A70C-AC92-935E22E3149A}"/>
                </a:ext>
              </a:extLst>
            </p:cNvPr>
            <p:cNvSpPr/>
            <p:nvPr/>
          </p:nvSpPr>
          <p:spPr>
            <a:xfrm>
              <a:off x="13032181" y="7706048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Resize Swap Chain</a:t>
              </a:r>
            </a:p>
          </p:txBody>
        </p:sp>
        <p:sp>
          <p:nvSpPr>
            <p:cNvPr id="132" name="직사각형 131">
              <a:extLst>
                <a:ext uri="{FF2B5EF4-FFF2-40B4-BE49-F238E27FC236}">
                  <a16:creationId xmlns:a16="http://schemas.microsoft.com/office/drawing/2014/main" id="{4BE341DA-C606-1E96-4288-653E25D64673}"/>
                </a:ext>
              </a:extLst>
            </p:cNvPr>
            <p:cNvSpPr/>
            <p:nvPr/>
          </p:nvSpPr>
          <p:spPr>
            <a:xfrm>
              <a:off x="13032181" y="8138048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Back &amp; SRV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RenderTargetView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F331A284-5A54-0A37-97C4-129CC1859A93}"/>
                </a:ext>
              </a:extLst>
            </p:cNvPr>
            <p:cNvSpPr/>
            <p:nvPr/>
          </p:nvSpPr>
          <p:spPr>
            <a:xfrm>
              <a:off x="13032181" y="8570048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Back &amp; SRV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RenderTargetView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B0A915B4-2D3D-8634-5C05-C0EF6A5EE4EA}"/>
                </a:ext>
              </a:extLst>
            </p:cNvPr>
            <p:cNvSpPr/>
            <p:nvPr/>
          </p:nvSpPr>
          <p:spPr>
            <a:xfrm>
              <a:off x="13032181" y="9002048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Depth Stencil buffer</a:t>
              </a: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EE6F49B9-9583-DA18-DC6C-31028B589E40}"/>
                </a:ext>
              </a:extLst>
            </p:cNvPr>
            <p:cNvSpPr/>
            <p:nvPr/>
          </p:nvSpPr>
          <p:spPr>
            <a:xfrm>
              <a:off x="12888181" y="1512349"/>
              <a:ext cx="2376000" cy="115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InitMainWindow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9F69F24F-B81A-E343-F422-F0579237D39B}"/>
                </a:ext>
              </a:extLst>
            </p:cNvPr>
            <p:cNvSpPr/>
            <p:nvPr/>
          </p:nvSpPr>
          <p:spPr>
            <a:xfrm>
              <a:off x="13032181" y="1800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RegisterWindowClass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7" name="직사각형 136">
              <a:extLst>
                <a:ext uri="{FF2B5EF4-FFF2-40B4-BE49-F238E27FC236}">
                  <a16:creationId xmlns:a16="http://schemas.microsoft.com/office/drawing/2014/main" id="{E31B2B95-49FB-C052-6C33-93897C75FCC9}"/>
                </a:ext>
              </a:extLst>
            </p:cNvPr>
            <p:cNvSpPr/>
            <p:nvPr/>
          </p:nvSpPr>
          <p:spPr>
            <a:xfrm>
              <a:off x="13032181" y="2232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MakeWindowHandle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C9925854-6205-52F2-0D7F-51B7BB08EC6E}"/>
                </a:ext>
              </a:extLst>
            </p:cNvPr>
            <p:cNvSpPr/>
            <p:nvPr/>
          </p:nvSpPr>
          <p:spPr>
            <a:xfrm>
              <a:off x="10008181" y="2655518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OnResize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0CAFF03F-9C58-403E-2840-4A6DF3C4F489}"/>
                </a:ext>
              </a:extLst>
            </p:cNvPr>
            <p:cNvSpPr/>
            <p:nvPr/>
          </p:nvSpPr>
          <p:spPr>
            <a:xfrm>
              <a:off x="10008181" y="1796521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InitMainWindow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2909831F-A9A6-3C29-00C4-7A8222D18DF7}"/>
                </a:ext>
              </a:extLst>
            </p:cNvPr>
            <p:cNvSpPr/>
            <p:nvPr/>
          </p:nvSpPr>
          <p:spPr>
            <a:xfrm>
              <a:off x="12888181" y="3816349"/>
              <a:ext cx="2376000" cy="2448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InitDirect3D()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4BCC4CAB-A201-AB14-FBAE-C21072450BB2}"/>
                </a:ext>
              </a:extLst>
            </p:cNvPr>
            <p:cNvSpPr/>
            <p:nvPr/>
          </p:nvSpPr>
          <p:spPr>
            <a:xfrm>
              <a:off x="13032181" y="4104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InitDebugLayer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AAFF4FFB-BB90-E470-6589-92DCB7B1ACBF}"/>
                </a:ext>
              </a:extLst>
            </p:cNvPr>
            <p:cNvSpPr/>
            <p:nvPr/>
          </p:nvSpPr>
          <p:spPr>
            <a:xfrm>
              <a:off x="13032181" y="4536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Fence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48ECE33D-BBB8-C9CF-9B6B-30484942CB9D}"/>
                </a:ext>
              </a:extLst>
            </p:cNvPr>
            <p:cNvSpPr/>
            <p:nvPr/>
          </p:nvSpPr>
          <p:spPr>
            <a:xfrm>
              <a:off x="13032181" y="5400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CreateRtvAndDsvDescriptorHeaps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5303AE18-DDCD-2C6A-5E98-943FC8604344}"/>
                </a:ext>
              </a:extLst>
            </p:cNvPr>
            <p:cNvSpPr/>
            <p:nvPr/>
          </p:nvSpPr>
          <p:spPr>
            <a:xfrm>
              <a:off x="13032181" y="4968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CreateCommandObjects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CMDQueue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CMDAllocator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,</a:t>
              </a:r>
              <a:r>
                <a: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CMDList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)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DB874221-7D61-AE65-D427-C570E2BDECA7}"/>
                </a:ext>
              </a:extLst>
            </p:cNvPr>
            <p:cNvSpPr/>
            <p:nvPr/>
          </p:nvSpPr>
          <p:spPr>
            <a:xfrm>
              <a:off x="13032181" y="5832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CreateSwapChain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(Create Swap Chain &amp; RTV)</a:t>
              </a: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E31AE312-4C50-7DE5-69DB-5635695D12C8}"/>
                </a:ext>
              </a:extLst>
            </p:cNvPr>
            <p:cNvSpPr/>
            <p:nvPr/>
          </p:nvSpPr>
          <p:spPr>
            <a:xfrm>
              <a:off x="10008181" y="2226014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InitDirect3D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CA61BF82-6ADA-5FA1-C2ED-15E30E397D6B}"/>
                </a:ext>
              </a:extLst>
            </p:cNvPr>
            <p:cNvSpPr/>
            <p:nvPr/>
          </p:nvSpPr>
          <p:spPr>
            <a:xfrm>
              <a:off x="13032181" y="6842048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Flush Command Queue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1BCFC629-CC26-4F3C-E58B-7A0CDF559FA4}"/>
                </a:ext>
              </a:extLst>
            </p:cNvPr>
            <p:cNvSpPr/>
            <p:nvPr/>
          </p:nvSpPr>
          <p:spPr>
            <a:xfrm>
              <a:off x="13032181" y="9434048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Flush Command Queue</a:t>
              </a:r>
            </a:p>
          </p:txBody>
        </p:sp>
        <p:cxnSp>
          <p:nvCxnSpPr>
            <p:cNvPr id="149" name="직선 화살표 연결선 148">
              <a:extLst>
                <a:ext uri="{FF2B5EF4-FFF2-40B4-BE49-F238E27FC236}">
                  <a16:creationId xmlns:a16="http://schemas.microsoft.com/office/drawing/2014/main" id="{16232E0B-28ED-1550-800E-9513F35F4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96181" y="1938599"/>
              <a:ext cx="792000" cy="1034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직선 화살표 연결선 149">
              <a:extLst>
                <a:ext uri="{FF2B5EF4-FFF2-40B4-BE49-F238E27FC236}">
                  <a16:creationId xmlns:a16="http://schemas.microsoft.com/office/drawing/2014/main" id="{BAE3EEF3-BD98-CAF4-CF91-F7BD8B7002EF}"/>
                </a:ext>
              </a:extLst>
            </p:cNvPr>
            <p:cNvCxnSpPr>
              <a:cxnSpLocks/>
            </p:cNvCxnSpPr>
            <p:nvPr/>
          </p:nvCxnSpPr>
          <p:spPr>
            <a:xfrm>
              <a:off x="12095490" y="2376349"/>
              <a:ext cx="504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직선 화살표 연결선 154">
              <a:extLst>
                <a:ext uri="{FF2B5EF4-FFF2-40B4-BE49-F238E27FC236}">
                  <a16:creationId xmlns:a16="http://schemas.microsoft.com/office/drawing/2014/main" id="{4F685B04-C07A-DDA1-E704-DED5356B31E6}"/>
                </a:ext>
              </a:extLst>
            </p:cNvPr>
            <p:cNvCxnSpPr>
              <a:cxnSpLocks/>
            </p:cNvCxnSpPr>
            <p:nvPr/>
          </p:nvCxnSpPr>
          <p:spPr>
            <a:xfrm>
              <a:off x="12240181" y="2940735"/>
              <a:ext cx="4032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직선 화살표 연결선 187">
              <a:extLst>
                <a:ext uri="{FF2B5EF4-FFF2-40B4-BE49-F238E27FC236}">
                  <a16:creationId xmlns:a16="http://schemas.microsoft.com/office/drawing/2014/main" id="{ABEE9330-BB9C-5EB9-ACA1-B4BE2C085F73}"/>
                </a:ext>
              </a:extLst>
            </p:cNvPr>
            <p:cNvCxnSpPr>
              <a:cxnSpLocks/>
            </p:cNvCxnSpPr>
            <p:nvPr/>
          </p:nvCxnSpPr>
          <p:spPr>
            <a:xfrm>
              <a:off x="22104181" y="1944349"/>
              <a:ext cx="957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AE399472-D28F-3F67-5032-9C37CA94A3CE}"/>
                </a:ext>
              </a:extLst>
            </p:cNvPr>
            <p:cNvGrpSpPr/>
            <p:nvPr/>
          </p:nvGrpSpPr>
          <p:grpSpPr>
            <a:xfrm>
              <a:off x="31680181" y="1800349"/>
              <a:ext cx="2376000" cy="720000"/>
              <a:chOff x="31968181" y="1080350"/>
              <a:chExt cx="2376000" cy="720000"/>
            </a:xfrm>
          </p:grpSpPr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F01C6F20-441A-8E2F-691A-CD121D6C2691}"/>
                  </a:ext>
                </a:extLst>
              </p:cNvPr>
              <p:cNvSpPr/>
              <p:nvPr/>
            </p:nvSpPr>
            <p:spPr>
              <a:xfrm>
                <a:off x="31968181" y="1080350"/>
                <a:ext cx="2376000" cy="720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CreateBox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/…/</a:t>
                </a: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etc</a:t>
                </a:r>
                <a:endPara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89" name="직사각형 188">
                <a:extLst>
                  <a:ext uri="{FF2B5EF4-FFF2-40B4-BE49-F238E27FC236}">
                    <a16:creationId xmlns:a16="http://schemas.microsoft.com/office/drawing/2014/main" id="{995B26CD-6509-5DF7-F145-19B4484BDBD1}"/>
                  </a:ext>
                </a:extLst>
              </p:cNvPr>
              <p:cNvSpPr/>
              <p:nvPr/>
            </p:nvSpPr>
            <p:spPr>
              <a:xfrm>
                <a:off x="32112181" y="1370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Create vertices &amp; indices</a:t>
                </a:r>
              </a:p>
            </p:txBody>
          </p:sp>
        </p:grpSp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937DEA29-2967-D71D-61CF-6D9538994E4A}"/>
                </a:ext>
              </a:extLst>
            </p:cNvPr>
            <p:cNvGrpSpPr/>
            <p:nvPr/>
          </p:nvGrpSpPr>
          <p:grpSpPr>
            <a:xfrm>
              <a:off x="31680181" y="2664349"/>
              <a:ext cx="2376000" cy="1584000"/>
              <a:chOff x="31968181" y="2160350"/>
              <a:chExt cx="2376000" cy="1584000"/>
            </a:xfrm>
          </p:grpSpPr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CDFBCDE6-32A4-4ECE-5E2C-329B7056D716}"/>
                  </a:ext>
                </a:extLst>
              </p:cNvPr>
              <p:cNvSpPr/>
              <p:nvPr/>
            </p:nvSpPr>
            <p:spPr>
              <a:xfrm>
                <a:off x="31968181" y="2160350"/>
                <a:ext cx="2376000" cy="1584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FindBounding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D3FB6074-5102-B374-595E-1F13B4E81944}"/>
                  </a:ext>
                </a:extLst>
              </p:cNvPr>
              <p:cNvSpPr/>
              <p:nvPr/>
            </p:nvSpPr>
            <p:spPr>
              <a:xfrm>
                <a:off x="32112181" y="2882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Assign center and extents</a:t>
                </a:r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8ABA3CF1-6429-12B1-7303-9E7F8E385126}"/>
                  </a:ext>
                </a:extLst>
              </p:cNvPr>
              <p:cNvSpPr/>
              <p:nvPr/>
            </p:nvSpPr>
            <p:spPr>
              <a:xfrm>
                <a:off x="32112181" y="2450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Find space diagonal of polyhedron</a:t>
                </a:r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25BB9B18-95DE-1C63-7048-0298827A2AE2}"/>
                  </a:ext>
                </a:extLst>
              </p:cNvPr>
              <p:cNvSpPr/>
              <p:nvPr/>
            </p:nvSpPr>
            <p:spPr>
              <a:xfrm>
                <a:off x="32112181" y="3314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Find sphere radius</a:t>
                </a:r>
              </a:p>
            </p:txBody>
          </p:sp>
        </p:grp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22B22175-8558-CC9D-9387-C25517BA4482}"/>
                </a:ext>
              </a:extLst>
            </p:cNvPr>
            <p:cNvSpPr/>
            <p:nvPr/>
          </p:nvSpPr>
          <p:spPr>
            <a:xfrm>
              <a:off x="31464181" y="1512349"/>
              <a:ext cx="2808000" cy="2880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GeometryGenerator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34" name="직선 화살표 연결선 233">
              <a:extLst>
                <a:ext uri="{FF2B5EF4-FFF2-40B4-BE49-F238E27FC236}">
                  <a16:creationId xmlns:a16="http://schemas.microsoft.com/office/drawing/2014/main" id="{8C8949C1-FAD7-610A-C048-D24257A1729E}"/>
                </a:ext>
              </a:extLst>
            </p:cNvPr>
            <p:cNvCxnSpPr>
              <a:cxnSpLocks/>
            </p:cNvCxnSpPr>
            <p:nvPr/>
          </p:nvCxnSpPr>
          <p:spPr>
            <a:xfrm>
              <a:off x="12600181" y="4104349"/>
              <a:ext cx="28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직선 화살표 연결선 238">
              <a:extLst>
                <a:ext uri="{FF2B5EF4-FFF2-40B4-BE49-F238E27FC236}">
                  <a16:creationId xmlns:a16="http://schemas.microsoft.com/office/drawing/2014/main" id="{5A3FFA7C-B1A6-072E-2AB5-CEB0E3D8C8D8}"/>
                </a:ext>
              </a:extLst>
            </p:cNvPr>
            <p:cNvCxnSpPr>
              <a:cxnSpLocks/>
            </p:cNvCxnSpPr>
            <p:nvPr/>
          </p:nvCxnSpPr>
          <p:spPr>
            <a:xfrm>
              <a:off x="12384181" y="2808349"/>
              <a:ext cx="0" cy="4032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직선 화살표 연결선 242">
              <a:extLst>
                <a:ext uri="{FF2B5EF4-FFF2-40B4-BE49-F238E27FC236}">
                  <a16:creationId xmlns:a16="http://schemas.microsoft.com/office/drawing/2014/main" id="{9B13B657-4D34-1898-8B0B-11B19EDD6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384181" y="6840349"/>
              <a:ext cx="504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직선 화살표 연결선 243">
              <a:extLst>
                <a:ext uri="{FF2B5EF4-FFF2-40B4-BE49-F238E27FC236}">
                  <a16:creationId xmlns:a16="http://schemas.microsoft.com/office/drawing/2014/main" id="{0917D603-F748-B7FC-ECBA-03B8570B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96180" y="2808349"/>
              <a:ext cx="28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직선 화살표 연결선 247">
              <a:extLst>
                <a:ext uri="{FF2B5EF4-FFF2-40B4-BE49-F238E27FC236}">
                  <a16:creationId xmlns:a16="http://schemas.microsoft.com/office/drawing/2014/main" id="{5C6552D5-D5C2-B788-B7BF-A2DAC591E7C9}"/>
                </a:ext>
              </a:extLst>
            </p:cNvPr>
            <p:cNvCxnSpPr>
              <a:cxnSpLocks/>
            </p:cNvCxnSpPr>
            <p:nvPr/>
          </p:nvCxnSpPr>
          <p:spPr>
            <a:xfrm>
              <a:off x="12600181" y="2376349"/>
              <a:ext cx="0" cy="1727999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직선 화살표 연결선 253">
              <a:extLst>
                <a:ext uri="{FF2B5EF4-FFF2-40B4-BE49-F238E27FC236}">
                  <a16:creationId xmlns:a16="http://schemas.microsoft.com/office/drawing/2014/main" id="{C21A6D44-1F6D-3D78-B483-ECB2CF7CB391}"/>
                </a:ext>
              </a:extLst>
            </p:cNvPr>
            <p:cNvCxnSpPr>
              <a:cxnSpLocks/>
            </p:cNvCxnSpPr>
            <p:nvPr/>
          </p:nvCxnSpPr>
          <p:spPr>
            <a:xfrm>
              <a:off x="9216181" y="2736349"/>
              <a:ext cx="43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화살표 연결선 255">
              <a:extLst>
                <a:ext uri="{FF2B5EF4-FFF2-40B4-BE49-F238E27FC236}">
                  <a16:creationId xmlns:a16="http://schemas.microsoft.com/office/drawing/2014/main" id="{5425E64F-F5BE-5168-D708-6908F8CD39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48180" y="2736349"/>
              <a:ext cx="0" cy="1367999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직선 화살표 연결선 257">
              <a:extLst>
                <a:ext uri="{FF2B5EF4-FFF2-40B4-BE49-F238E27FC236}">
                  <a16:creationId xmlns:a16="http://schemas.microsoft.com/office/drawing/2014/main" id="{CC3E70ED-94A8-40F0-163F-20484FCCC678}"/>
                </a:ext>
              </a:extLst>
            </p:cNvPr>
            <p:cNvCxnSpPr>
              <a:cxnSpLocks/>
            </p:cNvCxnSpPr>
            <p:nvPr/>
          </p:nvCxnSpPr>
          <p:spPr>
            <a:xfrm>
              <a:off x="9648180" y="4104349"/>
              <a:ext cx="21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1" name="직사각형 260">
              <a:extLst>
                <a:ext uri="{FF2B5EF4-FFF2-40B4-BE49-F238E27FC236}">
                  <a16:creationId xmlns:a16="http://schemas.microsoft.com/office/drawing/2014/main" id="{B7753B9B-3031-8017-6D41-2B4109BC385A}"/>
                </a:ext>
              </a:extLst>
            </p:cNvPr>
            <p:cNvSpPr/>
            <p:nvPr/>
          </p:nvSpPr>
          <p:spPr>
            <a:xfrm>
              <a:off x="7128181" y="1802013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Initialize All Logic</a:t>
              </a:r>
            </a:p>
          </p:txBody>
        </p:sp>
        <p:sp>
          <p:nvSpPr>
            <p:cNvPr id="265" name="직사각형 264">
              <a:extLst>
                <a:ext uri="{FF2B5EF4-FFF2-40B4-BE49-F238E27FC236}">
                  <a16:creationId xmlns:a16="http://schemas.microsoft.com/office/drawing/2014/main" id="{2C213897-274A-7422-E38A-D95CF96D424A}"/>
                </a:ext>
              </a:extLst>
            </p:cNvPr>
            <p:cNvSpPr/>
            <p:nvPr/>
          </p:nvSpPr>
          <p:spPr>
            <a:xfrm>
              <a:off x="7128181" y="5330047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Flush Command Queue</a:t>
              </a:r>
            </a:p>
          </p:txBody>
        </p:sp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9D8F49EB-0C85-8D60-3DE6-B3F09ED627DF}"/>
                </a:ext>
              </a:extLst>
            </p:cNvPr>
            <p:cNvSpPr/>
            <p:nvPr/>
          </p:nvSpPr>
          <p:spPr>
            <a:xfrm>
              <a:off x="7128181" y="5762047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Clean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Datas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67" name="직선 화살표 연결선 266">
              <a:extLst>
                <a:ext uri="{FF2B5EF4-FFF2-40B4-BE49-F238E27FC236}">
                  <a16:creationId xmlns:a16="http://schemas.microsoft.com/office/drawing/2014/main" id="{9057D426-6FEA-D441-9DBF-DEC018D998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6181" y="1938599"/>
              <a:ext cx="648000" cy="1034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화살표 연결선 279">
              <a:extLst>
                <a:ext uri="{FF2B5EF4-FFF2-40B4-BE49-F238E27FC236}">
                  <a16:creationId xmlns:a16="http://schemas.microsoft.com/office/drawing/2014/main" id="{1BDC27AC-BFCD-AF64-AB60-C046A47271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5489" y="3599342"/>
              <a:ext cx="13176000" cy="1007"/>
            </a:xfrm>
            <a:prstGeom prst="straightConnector1">
              <a:avLst/>
            </a:prstGeom>
            <a:ln>
              <a:solidFill>
                <a:srgbClr val="FF0000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화살표 연결선 282">
              <a:extLst>
                <a:ext uri="{FF2B5EF4-FFF2-40B4-BE49-F238E27FC236}">
                  <a16:creationId xmlns:a16="http://schemas.microsoft.com/office/drawing/2014/main" id="{35669A1E-71A5-18D1-D5B2-C3F1A0106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5488" y="3168349"/>
              <a:ext cx="13320000" cy="960"/>
            </a:xfrm>
            <a:prstGeom prst="straightConnector1">
              <a:avLst/>
            </a:prstGeom>
            <a:ln>
              <a:solidFill>
                <a:srgbClr val="FF0000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5069786D-3E68-5149-BCC6-39A0466409AA}"/>
                </a:ext>
              </a:extLst>
            </p:cNvPr>
            <p:cNvSpPr/>
            <p:nvPr/>
          </p:nvSpPr>
          <p:spPr>
            <a:xfrm>
              <a:off x="16272181" y="1512349"/>
              <a:ext cx="2376000" cy="7200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Initialize() (Override)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7A3D4F6B-8D7A-AF71-77E9-5231B104EC62}"/>
                </a:ext>
              </a:extLst>
            </p:cNvPr>
            <p:cNvSpPr/>
            <p:nvPr/>
          </p:nvSpPr>
          <p:spPr>
            <a:xfrm>
              <a:off x="16416873" y="1800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AppBase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::Initialize</a:t>
              </a: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C172487F-E58E-E91F-0AD5-B39A351C2225}"/>
                </a:ext>
              </a:extLst>
            </p:cNvPr>
            <p:cNvSpPr/>
            <p:nvPr/>
          </p:nvSpPr>
          <p:spPr>
            <a:xfrm>
              <a:off x="16416873" y="3096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Make Blur Filter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D74AE1D0-FA0D-F843-264F-563267F73083}"/>
                </a:ext>
              </a:extLst>
            </p:cNvPr>
            <p:cNvSpPr/>
            <p:nvPr/>
          </p:nvSpPr>
          <p:spPr>
            <a:xfrm>
              <a:off x="16416873" y="2664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Set Camera</a:t>
              </a:r>
            </a:p>
          </p:txBody>
        </p:sp>
        <p:sp>
          <p:nvSpPr>
            <p:cNvPr id="160" name="직사각형 159">
              <a:extLst>
                <a:ext uri="{FF2B5EF4-FFF2-40B4-BE49-F238E27FC236}">
                  <a16:creationId xmlns:a16="http://schemas.microsoft.com/office/drawing/2014/main" id="{4BD92177-61AD-0BBB-37EA-728177FCEE6F}"/>
                </a:ext>
              </a:extLst>
            </p:cNvPr>
            <p:cNvSpPr/>
            <p:nvPr/>
          </p:nvSpPr>
          <p:spPr>
            <a:xfrm>
              <a:off x="16416873" y="3528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Make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GpuWaves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E8242053-A2B5-AD88-BF05-EF48D43D4361}"/>
                </a:ext>
              </a:extLst>
            </p:cNvPr>
            <p:cNvSpPr/>
            <p:nvPr/>
          </p:nvSpPr>
          <p:spPr>
            <a:xfrm>
              <a:off x="16416873" y="3960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Make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ShadowMap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C4F53671-E084-82BC-EE3D-EA57F132B43B}"/>
                </a:ext>
              </a:extLst>
            </p:cNvPr>
            <p:cNvSpPr/>
            <p:nvPr/>
          </p:nvSpPr>
          <p:spPr>
            <a:xfrm>
              <a:off x="16416873" y="4392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 Meshes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CB1D60EF-C99B-7184-28E4-728FCEA29473}"/>
                </a:ext>
              </a:extLst>
            </p:cNvPr>
            <p:cNvSpPr/>
            <p:nvPr/>
          </p:nvSpPr>
          <p:spPr>
            <a:xfrm>
              <a:off x="16416873" y="4824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Load Textures</a:t>
              </a:r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B29C2C3A-055F-5C14-F5D0-3FDCA377603A}"/>
                </a:ext>
              </a:extLst>
            </p:cNvPr>
            <p:cNvSpPr/>
            <p:nvPr/>
          </p:nvSpPr>
          <p:spPr>
            <a:xfrm>
              <a:off x="16416873" y="5256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 Materials()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AEC25A03-E640-E3D9-A0FB-C2C7A4C2C10D}"/>
                </a:ext>
              </a:extLst>
            </p:cNvPr>
            <p:cNvSpPr/>
            <p:nvPr/>
          </p:nvSpPr>
          <p:spPr>
            <a:xfrm>
              <a:off x="16416873" y="6120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DescriptorHeaps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DC0B1273-3120-E1EE-F651-F347678F64D9}"/>
                </a:ext>
              </a:extLst>
            </p:cNvPr>
            <p:cNvSpPr/>
            <p:nvPr/>
          </p:nvSpPr>
          <p:spPr>
            <a:xfrm>
              <a:off x="16416873" y="6552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 Shaders &amp; Input Layout</a:t>
              </a: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7CA0FA44-1237-5026-3A56-3124B15BD06E}"/>
                </a:ext>
              </a:extLst>
            </p:cNvPr>
            <p:cNvSpPr/>
            <p:nvPr/>
          </p:nvSpPr>
          <p:spPr>
            <a:xfrm>
              <a:off x="16416873" y="6984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 Render Items</a:t>
              </a: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2C8101F6-5B07-B62F-36DB-B5C9FD33E4C0}"/>
                </a:ext>
              </a:extLst>
            </p:cNvPr>
            <p:cNvSpPr/>
            <p:nvPr/>
          </p:nvSpPr>
          <p:spPr>
            <a:xfrm>
              <a:off x="16416873" y="7416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 PSOs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CED98BB3-64CA-861D-55A9-B27AFC9536EE}"/>
                </a:ext>
              </a:extLst>
            </p:cNvPr>
            <p:cNvSpPr/>
            <p:nvPr/>
          </p:nvSpPr>
          <p:spPr>
            <a:xfrm>
              <a:off x="16416873" y="7848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Imgui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D3EFB436-EDEF-A93B-AF0B-323A073DA86B}"/>
                </a:ext>
              </a:extLst>
            </p:cNvPr>
            <p:cNvSpPr/>
            <p:nvPr/>
          </p:nvSpPr>
          <p:spPr>
            <a:xfrm>
              <a:off x="16416873" y="8280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Flush Command Queue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B5CD8B7D-4609-02F3-1ABA-1B3EC7325EEF}"/>
                </a:ext>
              </a:extLst>
            </p:cNvPr>
            <p:cNvSpPr/>
            <p:nvPr/>
          </p:nvSpPr>
          <p:spPr>
            <a:xfrm>
              <a:off x="16416873" y="2232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Reset CMD List</a:t>
              </a:r>
            </a:p>
          </p:txBody>
        </p: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82C455FC-A1F7-743E-B1D5-9CE36CB83A80}"/>
                </a:ext>
              </a:extLst>
            </p:cNvPr>
            <p:cNvCxnSpPr>
              <a:cxnSpLocks/>
            </p:cNvCxnSpPr>
            <p:nvPr/>
          </p:nvCxnSpPr>
          <p:spPr>
            <a:xfrm>
              <a:off x="22098718" y="3240349"/>
              <a:ext cx="57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직선 화살표 연결선 184">
              <a:extLst>
                <a:ext uri="{FF2B5EF4-FFF2-40B4-BE49-F238E27FC236}">
                  <a16:creationId xmlns:a16="http://schemas.microsoft.com/office/drawing/2014/main" id="{735D20D0-DDB7-071F-8EA3-D060868A40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5962" y="4176348"/>
              <a:ext cx="6754219" cy="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직선 화살표 연결선 193">
              <a:extLst>
                <a:ext uri="{FF2B5EF4-FFF2-40B4-BE49-F238E27FC236}">
                  <a16:creationId xmlns:a16="http://schemas.microsoft.com/office/drawing/2014/main" id="{1C1BDF1E-0AAD-394C-37FE-6F337A2649BF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181" y="4968349"/>
              <a:ext cx="136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2" name="그룹 241">
              <a:extLst>
                <a:ext uri="{FF2B5EF4-FFF2-40B4-BE49-F238E27FC236}">
                  <a16:creationId xmlns:a16="http://schemas.microsoft.com/office/drawing/2014/main" id="{2883DD2C-8C0C-A4F8-276A-5B4F2B804A0E}"/>
                </a:ext>
              </a:extLst>
            </p:cNvPr>
            <p:cNvGrpSpPr/>
            <p:nvPr/>
          </p:nvGrpSpPr>
          <p:grpSpPr>
            <a:xfrm>
              <a:off x="19872181" y="3672349"/>
              <a:ext cx="2376000" cy="2016000"/>
              <a:chOff x="19872181" y="2664350"/>
              <a:chExt cx="2376000" cy="2016000"/>
            </a:xfrm>
          </p:grpSpPr>
          <p:sp>
            <p:nvSpPr>
              <p:cNvPr id="195" name="직사각형 194">
                <a:extLst>
                  <a:ext uri="{FF2B5EF4-FFF2-40B4-BE49-F238E27FC236}">
                    <a16:creationId xmlns:a16="http://schemas.microsoft.com/office/drawing/2014/main" id="{0CA4D70B-B891-EDC9-11D1-1E4AF8E8088C}"/>
                  </a:ext>
                </a:extLst>
              </p:cNvPr>
              <p:cNvSpPr/>
              <p:nvPr/>
            </p:nvSpPr>
            <p:spPr>
              <a:xfrm>
                <a:off x="19872181" y="2664350"/>
                <a:ext cx="2376000" cy="2016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LoadTextures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196" name="직사각형 195">
                <a:extLst>
                  <a:ext uri="{FF2B5EF4-FFF2-40B4-BE49-F238E27FC236}">
                    <a16:creationId xmlns:a16="http://schemas.microsoft.com/office/drawing/2014/main" id="{7A10770D-19F5-524F-887F-354A88F6223F}"/>
                  </a:ext>
                </a:extLst>
              </p:cNvPr>
              <p:cNvSpPr/>
              <p:nvPr/>
            </p:nvSpPr>
            <p:spPr>
              <a:xfrm>
                <a:off x="20016181" y="3386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Load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NormalMap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Texture</a:t>
                </a:r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2F36D2CB-8F43-B548-3805-599479C7A6F4}"/>
                  </a:ext>
                </a:extLst>
              </p:cNvPr>
              <p:cNvSpPr/>
              <p:nvPr/>
            </p:nvSpPr>
            <p:spPr>
              <a:xfrm>
                <a:off x="20016181" y="2954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Load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DiffuseMap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Texture</a:t>
                </a:r>
              </a:p>
            </p:txBody>
          </p:sp>
          <p:sp>
            <p:nvSpPr>
              <p:cNvPr id="198" name="직사각형 197">
                <a:extLst>
                  <a:ext uri="{FF2B5EF4-FFF2-40B4-BE49-F238E27FC236}">
                    <a16:creationId xmlns:a16="http://schemas.microsoft.com/office/drawing/2014/main" id="{7D657741-451F-5407-1D84-EE21552066A3}"/>
                  </a:ext>
                </a:extLst>
              </p:cNvPr>
              <p:cNvSpPr/>
              <p:nvPr/>
            </p:nvSpPr>
            <p:spPr>
              <a:xfrm>
                <a:off x="20016181" y="3818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Load 2DArray Texture</a:t>
                </a:r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0CAECFC4-B000-DFFE-7041-83747989CAC4}"/>
                  </a:ext>
                </a:extLst>
              </p:cNvPr>
              <p:cNvSpPr/>
              <p:nvPr/>
            </p:nvSpPr>
            <p:spPr>
              <a:xfrm>
                <a:off x="20016181" y="4250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Load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CubeMap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Texture</a:t>
                </a:r>
              </a:p>
            </p:txBody>
          </p:sp>
        </p:grpSp>
        <p:cxnSp>
          <p:nvCxnSpPr>
            <p:cNvPr id="285" name="직선 화살표 연결선 284">
              <a:extLst>
                <a:ext uri="{FF2B5EF4-FFF2-40B4-BE49-F238E27FC236}">
                  <a16:creationId xmlns:a16="http://schemas.microsoft.com/office/drawing/2014/main" id="{93EB386B-5F68-FD2E-72C8-3EA57150677B}"/>
                </a:ext>
              </a:extLst>
            </p:cNvPr>
            <p:cNvCxnSpPr>
              <a:cxnSpLocks/>
            </p:cNvCxnSpPr>
            <p:nvPr/>
          </p:nvCxnSpPr>
          <p:spPr>
            <a:xfrm>
              <a:off x="19584181" y="1800349"/>
              <a:ext cx="28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화살표 연결선 287">
              <a:extLst>
                <a:ext uri="{FF2B5EF4-FFF2-40B4-BE49-F238E27FC236}">
                  <a16:creationId xmlns:a16="http://schemas.microsoft.com/office/drawing/2014/main" id="{F6AE74C1-0072-8B9A-0A2E-F742DF8C7C11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181" y="5832349"/>
              <a:ext cx="93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288">
              <a:extLst>
                <a:ext uri="{FF2B5EF4-FFF2-40B4-BE49-F238E27FC236}">
                  <a16:creationId xmlns:a16="http://schemas.microsoft.com/office/drawing/2014/main" id="{2B0832A6-E6DA-58A0-3E3D-207618D9B1BA}"/>
                </a:ext>
              </a:extLst>
            </p:cNvPr>
            <p:cNvCxnSpPr>
              <a:cxnSpLocks/>
            </p:cNvCxnSpPr>
            <p:nvPr/>
          </p:nvCxnSpPr>
          <p:spPr>
            <a:xfrm>
              <a:off x="19584181" y="1800349"/>
              <a:ext cx="0" cy="2736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직선 화살표 연결선 292">
              <a:extLst>
                <a:ext uri="{FF2B5EF4-FFF2-40B4-BE49-F238E27FC236}">
                  <a16:creationId xmlns:a16="http://schemas.microsoft.com/office/drawing/2014/main" id="{F13E1DF2-A672-68D5-605D-FA3AD5ECDE87}"/>
                </a:ext>
              </a:extLst>
            </p:cNvPr>
            <p:cNvCxnSpPr>
              <a:cxnSpLocks/>
            </p:cNvCxnSpPr>
            <p:nvPr/>
          </p:nvCxnSpPr>
          <p:spPr>
            <a:xfrm>
              <a:off x="19584181" y="5400349"/>
              <a:ext cx="0" cy="720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직선 화살표 연결선 294">
              <a:extLst>
                <a:ext uri="{FF2B5EF4-FFF2-40B4-BE49-F238E27FC236}">
                  <a16:creationId xmlns:a16="http://schemas.microsoft.com/office/drawing/2014/main" id="{20F26299-A562-0C81-B767-ECB51651AAE1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181" y="4536349"/>
              <a:ext cx="108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화살표 연결선 295">
              <a:extLst>
                <a:ext uri="{FF2B5EF4-FFF2-40B4-BE49-F238E27FC236}">
                  <a16:creationId xmlns:a16="http://schemas.microsoft.com/office/drawing/2014/main" id="{8AB4C1EB-3C42-261A-045B-6F22323C60DD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181" y="5400349"/>
              <a:ext cx="108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직선 화살표 연결선 301">
              <a:extLst>
                <a:ext uri="{FF2B5EF4-FFF2-40B4-BE49-F238E27FC236}">
                  <a16:creationId xmlns:a16="http://schemas.microsoft.com/office/drawing/2014/main" id="{EEFB2052-A61B-00D7-1A3E-CEC4708E8775}"/>
                </a:ext>
              </a:extLst>
            </p:cNvPr>
            <p:cNvCxnSpPr>
              <a:cxnSpLocks/>
            </p:cNvCxnSpPr>
            <p:nvPr/>
          </p:nvCxnSpPr>
          <p:spPr>
            <a:xfrm>
              <a:off x="19440181" y="5832349"/>
              <a:ext cx="0" cy="2880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5" name="그룹 254">
              <a:extLst>
                <a:ext uri="{FF2B5EF4-FFF2-40B4-BE49-F238E27FC236}">
                  <a16:creationId xmlns:a16="http://schemas.microsoft.com/office/drawing/2014/main" id="{E02C0677-849C-5BD1-B316-F38BFFD0D399}"/>
                </a:ext>
              </a:extLst>
            </p:cNvPr>
            <p:cNvGrpSpPr/>
            <p:nvPr/>
          </p:nvGrpSpPr>
          <p:grpSpPr>
            <a:xfrm>
              <a:off x="19872181" y="8424349"/>
              <a:ext cx="2376000" cy="5328000"/>
              <a:chOff x="19872181" y="7632350"/>
              <a:chExt cx="2376000" cy="5328000"/>
            </a:xfrm>
          </p:grpSpPr>
          <p:sp>
            <p:nvSpPr>
              <p:cNvPr id="201" name="직사각형 200">
                <a:extLst>
                  <a:ext uri="{FF2B5EF4-FFF2-40B4-BE49-F238E27FC236}">
                    <a16:creationId xmlns:a16="http://schemas.microsoft.com/office/drawing/2014/main" id="{06946820-1A54-B2A5-2D28-354B61621BEE}"/>
                  </a:ext>
                </a:extLst>
              </p:cNvPr>
              <p:cNvSpPr/>
              <p:nvPr/>
            </p:nvSpPr>
            <p:spPr>
              <a:xfrm>
                <a:off x="19872181" y="7632350"/>
                <a:ext cx="2376000" cy="5328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BuildRootSignature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202" name="직사각형 201">
                <a:extLst>
                  <a:ext uri="{FF2B5EF4-FFF2-40B4-BE49-F238E27FC236}">
                    <a16:creationId xmlns:a16="http://schemas.microsoft.com/office/drawing/2014/main" id="{0DA2A265-EA52-BC41-1BDE-529285EA3A45}"/>
                  </a:ext>
                </a:extLst>
              </p:cNvPr>
              <p:cNvSpPr/>
              <p:nvPr/>
            </p:nvSpPr>
            <p:spPr>
              <a:xfrm>
                <a:off x="20016181" y="7920349"/>
                <a:ext cx="2088000" cy="720000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36000" tIns="0" rIns="3600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Constant Buffer View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1.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cbInstance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b0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2.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cbPass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b1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3.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cbSkinned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b2</a:t>
                </a:r>
              </a:p>
            </p:txBody>
          </p:sp>
          <p:sp>
            <p:nvSpPr>
              <p:cNvPr id="203" name="직사각형 202">
                <a:extLst>
                  <a:ext uri="{FF2B5EF4-FFF2-40B4-BE49-F238E27FC236}">
                    <a16:creationId xmlns:a16="http://schemas.microsoft.com/office/drawing/2014/main" id="{11A43156-5022-8AC0-B4A1-3AC2FC75CCB1}"/>
                  </a:ext>
                </a:extLst>
              </p:cNvPr>
              <p:cNvSpPr/>
              <p:nvPr/>
            </p:nvSpPr>
            <p:spPr>
              <a:xfrm>
                <a:off x="20016181" y="8784349"/>
                <a:ext cx="2088000" cy="576000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36000" tIns="0" rIns="3600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Shader Resource View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1.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gInstanceData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t0, Space0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2.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gMaterialData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t1, Space0</a:t>
                </a:r>
              </a:p>
            </p:txBody>
          </p: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8E30EF2D-8DBE-D04E-A562-98C059E78E4D}"/>
                  </a:ext>
                </a:extLst>
              </p:cNvPr>
              <p:cNvSpPr/>
              <p:nvPr/>
            </p:nvSpPr>
            <p:spPr>
              <a:xfrm>
                <a:off x="20016181" y="9504350"/>
                <a:ext cx="2088000" cy="1872000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36000" tIns="0" rIns="3600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Descriptor Table</a:t>
                </a:r>
              </a:p>
              <a:p>
                <a:pPr defTabSz="457122"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1.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gDiffuseMap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Space1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2.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gDisplacementMap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Space2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3.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gNormalMap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Space3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4.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gAOMap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Space4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5.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gMetallicMap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Space5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6.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gRoughnessMap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Space6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7.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gEmissiveMap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Space7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8.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gShadowMap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Space8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9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gSsaoMap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Space9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10.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gTreeMapArray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Space10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11.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gCubeMap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[], t0, Space11</a:t>
                </a:r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41C9B65D-8078-95DA-CBBA-3609BDADF6D2}"/>
                  </a:ext>
                </a:extLst>
              </p:cNvPr>
              <p:cNvSpPr/>
              <p:nvPr/>
            </p:nvSpPr>
            <p:spPr>
              <a:xfrm>
                <a:off x="20016181" y="11520350"/>
                <a:ext cx="2088000" cy="1296000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36000" tIns="0" rIns="3600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Sampler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1.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gsamPointWarp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s0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2.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gsamPointClamp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s1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3.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gsamLinearWarp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s2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4.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gsamLinearClamp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s3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5.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gsamAnisotropicWarp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s4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6.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gsamAnisotropicClamp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s5</a:t>
                </a:r>
              </a:p>
              <a:p>
                <a:pPr marL="0" marR="0" lvl="0" indent="0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7.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gsamShadow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, s6</a:t>
                </a:r>
              </a:p>
            </p:txBody>
          </p:sp>
        </p:grpSp>
        <p:cxnSp>
          <p:nvCxnSpPr>
            <p:cNvPr id="304" name="직선 화살표 연결선 303">
              <a:extLst>
                <a:ext uri="{FF2B5EF4-FFF2-40B4-BE49-F238E27FC236}">
                  <a16:creationId xmlns:a16="http://schemas.microsoft.com/office/drawing/2014/main" id="{966568BA-AB99-29AC-E95C-D2FF7A14644A}"/>
                </a:ext>
              </a:extLst>
            </p:cNvPr>
            <p:cNvCxnSpPr>
              <a:cxnSpLocks/>
            </p:cNvCxnSpPr>
            <p:nvPr/>
          </p:nvCxnSpPr>
          <p:spPr>
            <a:xfrm>
              <a:off x="19440181" y="8712349"/>
              <a:ext cx="43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1B28AD51-858B-E712-E964-7B5147E8A419}"/>
                </a:ext>
              </a:extLst>
            </p:cNvPr>
            <p:cNvSpPr/>
            <p:nvPr/>
          </p:nvSpPr>
          <p:spPr>
            <a:xfrm>
              <a:off x="19872181" y="13964292"/>
              <a:ext cx="2376000" cy="3168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BuildDescriptorHeaps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FA54F0FE-A4D6-F958-C3CC-6E56179FC042}"/>
                </a:ext>
              </a:extLst>
            </p:cNvPr>
            <p:cNvSpPr/>
            <p:nvPr/>
          </p:nvSpPr>
          <p:spPr>
            <a:xfrm>
              <a:off x="20016181" y="14258014"/>
              <a:ext cx="2088000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SRV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DescriptorHeap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006F1CB7-A6D6-73F7-4C4F-9B9EFF739399}"/>
                </a:ext>
              </a:extLst>
            </p:cNvPr>
            <p:cNvSpPr/>
            <p:nvPr/>
          </p:nvSpPr>
          <p:spPr>
            <a:xfrm>
              <a:off x="20016181" y="14688348"/>
              <a:ext cx="2088000" cy="2304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ctr"/>
            <a:lstStyle/>
            <a:p>
              <a:pPr algn="ctr" defTabSz="457122"/>
              <a:r>
                <a:rPr lang="en-US" altLang="ko-KR" sz="105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Create </a:t>
              </a:r>
              <a:r>
                <a:rPr lang="en-US" altLang="ko-KR" sz="105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ShaderResourceView</a:t>
              </a:r>
              <a:endParaRPr lang="en-US" altLang="ko-KR" sz="105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DiffuseMap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2.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DisplacementMap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3.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NormalMap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4.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AOMap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5.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MetallicMap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6.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RoughnessMap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7.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EmissiveMap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8.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TreeMapMap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9.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CubeMapMap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10.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ShadowMap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11.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SsaoMap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12. 2D Array Map</a:t>
              </a: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13.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CubeMap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/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14. for Compute Shader SRV</a:t>
              </a:r>
            </a:p>
          </p:txBody>
        </p:sp>
        <p:cxnSp>
          <p:nvCxnSpPr>
            <p:cNvPr id="306" name="직선 화살표 연결선 305">
              <a:extLst>
                <a:ext uri="{FF2B5EF4-FFF2-40B4-BE49-F238E27FC236}">
                  <a16:creationId xmlns:a16="http://schemas.microsoft.com/office/drawing/2014/main" id="{E82FD685-63C1-523D-5F46-D702DCF0732F}"/>
                </a:ext>
              </a:extLst>
            </p:cNvPr>
            <p:cNvCxnSpPr>
              <a:cxnSpLocks/>
            </p:cNvCxnSpPr>
            <p:nvPr/>
          </p:nvCxnSpPr>
          <p:spPr>
            <a:xfrm>
              <a:off x="19296181" y="14256349"/>
              <a:ext cx="57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화살표 연결선 307">
              <a:extLst>
                <a:ext uri="{FF2B5EF4-FFF2-40B4-BE49-F238E27FC236}">
                  <a16:creationId xmlns:a16="http://schemas.microsoft.com/office/drawing/2014/main" id="{8EF6FCA7-18D6-8940-8363-A9D512BB3467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180" y="6264349"/>
              <a:ext cx="79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직선 화살표 연결선 309">
              <a:extLst>
                <a:ext uri="{FF2B5EF4-FFF2-40B4-BE49-F238E27FC236}">
                  <a16:creationId xmlns:a16="http://schemas.microsoft.com/office/drawing/2014/main" id="{BC0E3DAA-F210-F935-3ABD-43E8E0738603}"/>
                </a:ext>
              </a:extLst>
            </p:cNvPr>
            <p:cNvCxnSpPr>
              <a:cxnSpLocks/>
            </p:cNvCxnSpPr>
            <p:nvPr/>
          </p:nvCxnSpPr>
          <p:spPr>
            <a:xfrm>
              <a:off x="19296181" y="6264349"/>
              <a:ext cx="0" cy="7992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직선 화살표 연결선 312">
              <a:extLst>
                <a:ext uri="{FF2B5EF4-FFF2-40B4-BE49-F238E27FC236}">
                  <a16:creationId xmlns:a16="http://schemas.microsoft.com/office/drawing/2014/main" id="{BBA6D582-9619-2E2B-9F20-3B1B6654D96C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181" y="6696349"/>
              <a:ext cx="64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직선 화살표 연결선 314">
              <a:extLst>
                <a:ext uri="{FF2B5EF4-FFF2-40B4-BE49-F238E27FC236}">
                  <a16:creationId xmlns:a16="http://schemas.microsoft.com/office/drawing/2014/main" id="{180F7059-8A18-1DD7-A705-328E70730584}"/>
                </a:ext>
              </a:extLst>
            </p:cNvPr>
            <p:cNvCxnSpPr>
              <a:cxnSpLocks/>
            </p:cNvCxnSpPr>
            <p:nvPr/>
          </p:nvCxnSpPr>
          <p:spPr>
            <a:xfrm>
              <a:off x="19152181" y="6696349"/>
              <a:ext cx="0" cy="11016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직선 화살표 연결선 318">
              <a:extLst>
                <a:ext uri="{FF2B5EF4-FFF2-40B4-BE49-F238E27FC236}">
                  <a16:creationId xmlns:a16="http://schemas.microsoft.com/office/drawing/2014/main" id="{C320FB24-0A3E-D5F0-792A-93F430ABD38A}"/>
                </a:ext>
              </a:extLst>
            </p:cNvPr>
            <p:cNvCxnSpPr>
              <a:cxnSpLocks/>
            </p:cNvCxnSpPr>
            <p:nvPr/>
          </p:nvCxnSpPr>
          <p:spPr>
            <a:xfrm>
              <a:off x="19152181" y="17712349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직선 화살표 연결선 322">
              <a:extLst>
                <a:ext uri="{FF2B5EF4-FFF2-40B4-BE49-F238E27FC236}">
                  <a16:creationId xmlns:a16="http://schemas.microsoft.com/office/drawing/2014/main" id="{17EBF17E-6F13-8DE0-5F54-A1EA10018A6D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181" y="7128349"/>
              <a:ext cx="504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41E8E22-C3B7-DE8F-D388-BD76DB6F2FB8}"/>
                </a:ext>
              </a:extLst>
            </p:cNvPr>
            <p:cNvSpPr/>
            <p:nvPr/>
          </p:nvSpPr>
          <p:spPr>
            <a:xfrm>
              <a:off x="16416873" y="5688349"/>
              <a:ext cx="2087308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 Root Signature</a:t>
              </a:r>
            </a:p>
          </p:txBody>
        </p:sp>
        <p:cxnSp>
          <p:nvCxnSpPr>
            <p:cNvPr id="292" name="직선 화살표 연결선 291">
              <a:extLst>
                <a:ext uri="{FF2B5EF4-FFF2-40B4-BE49-F238E27FC236}">
                  <a16:creationId xmlns:a16="http://schemas.microsoft.com/office/drawing/2014/main" id="{A07D94DE-244C-88EF-141C-A6ACDA80CD56}"/>
                </a:ext>
              </a:extLst>
            </p:cNvPr>
            <p:cNvCxnSpPr>
              <a:cxnSpLocks/>
            </p:cNvCxnSpPr>
            <p:nvPr/>
          </p:nvCxnSpPr>
          <p:spPr>
            <a:xfrm>
              <a:off x="19584181" y="6120349"/>
              <a:ext cx="28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04D130C8-838C-B0D0-3B85-E875B4EC2DEE}"/>
                </a:ext>
              </a:extLst>
            </p:cNvPr>
            <p:cNvGrpSpPr/>
            <p:nvPr/>
          </p:nvGrpSpPr>
          <p:grpSpPr>
            <a:xfrm>
              <a:off x="19872181" y="5832349"/>
              <a:ext cx="2376000" cy="2448000"/>
              <a:chOff x="19872181" y="4968349"/>
              <a:chExt cx="2376000" cy="2448000"/>
            </a:xfrm>
          </p:grpSpPr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632B61F2-9D93-3D22-87E7-32103F43FCC0}"/>
                  </a:ext>
                </a:extLst>
              </p:cNvPr>
              <p:cNvSpPr/>
              <p:nvPr/>
            </p:nvSpPr>
            <p:spPr>
              <a:xfrm>
                <a:off x="19872181" y="4968349"/>
                <a:ext cx="2376000" cy="2448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BuildMaterials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FF2559BA-3EEF-ACE3-C331-7B47F5954C05}"/>
                  </a:ext>
                </a:extLst>
              </p:cNvPr>
              <p:cNvSpPr/>
              <p:nvPr/>
            </p:nvSpPr>
            <p:spPr>
              <a:xfrm>
                <a:off x="20016181" y="6986049"/>
                <a:ext cx="2088000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Set Texture Map Index</a:t>
                </a: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97FC900-E96C-13F8-47D8-3186A8C6A475}"/>
                  </a:ext>
                </a:extLst>
              </p:cNvPr>
              <p:cNvSpPr/>
              <p:nvPr/>
            </p:nvSpPr>
            <p:spPr>
              <a:xfrm>
                <a:off x="20016181" y="5258049"/>
                <a:ext cx="2088000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Set albedo factor</a:t>
                </a: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F1DAC592-9EA2-5E66-1B08-C048D5D597C5}"/>
                  </a:ext>
                </a:extLst>
              </p:cNvPr>
              <p:cNvSpPr/>
              <p:nvPr/>
            </p:nvSpPr>
            <p:spPr>
              <a:xfrm>
                <a:off x="20016181" y="5690049"/>
                <a:ext cx="2088000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Set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fresnel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factor</a:t>
                </a: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5FCC34C-E325-B66D-BC8F-3942D5338E20}"/>
                  </a:ext>
                </a:extLst>
              </p:cNvPr>
              <p:cNvSpPr/>
              <p:nvPr/>
            </p:nvSpPr>
            <p:spPr>
              <a:xfrm>
                <a:off x="20016181" y="6122049"/>
                <a:ext cx="2088000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Set roughness factor</a:t>
                </a: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A89825D6-75A7-DB3D-6EE4-303B3E2B4A65}"/>
                  </a:ext>
                </a:extLst>
              </p:cNvPr>
              <p:cNvSpPr/>
              <p:nvPr/>
            </p:nvSpPr>
            <p:spPr>
              <a:xfrm>
                <a:off x="20016181" y="6554049"/>
                <a:ext cx="2088000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Set metallic factor</a:t>
                </a:r>
              </a:p>
            </p:txBody>
          </p:sp>
        </p:grp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FDDF8F88-38D0-BDBC-7B9F-63692F25D724}"/>
                </a:ext>
              </a:extLst>
            </p:cNvPr>
            <p:cNvCxnSpPr>
              <a:cxnSpLocks/>
            </p:cNvCxnSpPr>
            <p:nvPr/>
          </p:nvCxnSpPr>
          <p:spPr>
            <a:xfrm>
              <a:off x="19008181" y="7127689"/>
              <a:ext cx="0" cy="1202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6B2F7646-4AC5-3D44-FDA0-930F459C7F52}"/>
                </a:ext>
              </a:extLst>
            </p:cNvPr>
            <p:cNvCxnSpPr>
              <a:cxnSpLocks/>
            </p:cNvCxnSpPr>
            <p:nvPr/>
          </p:nvCxnSpPr>
          <p:spPr>
            <a:xfrm>
              <a:off x="19008181" y="19152349"/>
              <a:ext cx="864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A6A4CC1B-BF1B-67E7-98D1-66772782E47D}"/>
                </a:ext>
              </a:extLst>
            </p:cNvPr>
            <p:cNvCxnSpPr>
              <a:cxnSpLocks/>
            </p:cNvCxnSpPr>
            <p:nvPr/>
          </p:nvCxnSpPr>
          <p:spPr>
            <a:xfrm>
              <a:off x="18864181" y="7560349"/>
              <a:ext cx="0" cy="14688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22D0019D-E71B-C556-28F9-B385D5BCB59C}"/>
                </a:ext>
              </a:extLst>
            </p:cNvPr>
            <p:cNvCxnSpPr>
              <a:cxnSpLocks/>
            </p:cNvCxnSpPr>
            <p:nvPr/>
          </p:nvCxnSpPr>
          <p:spPr>
            <a:xfrm>
              <a:off x="18504180" y="7560349"/>
              <a:ext cx="36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9C60E0FA-825D-6087-8B12-838D0769023D}"/>
                </a:ext>
              </a:extLst>
            </p:cNvPr>
            <p:cNvSpPr/>
            <p:nvPr/>
          </p:nvSpPr>
          <p:spPr>
            <a:xfrm>
              <a:off x="19872181" y="17424349"/>
              <a:ext cx="2376000" cy="115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BuildShadersAndInputLayout</a:t>
              </a:r>
              <a:r>
                <a: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895885D8-1F85-D7DB-DC2C-C9FC202019CC}"/>
                </a:ext>
              </a:extLst>
            </p:cNvPr>
            <p:cNvSpPr/>
            <p:nvPr/>
          </p:nvSpPr>
          <p:spPr>
            <a:xfrm>
              <a:off x="20016181" y="17714014"/>
              <a:ext cx="2088000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Compile Shaders with defines</a:t>
              </a: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0EEE2FF6-84C8-0014-140A-40402F1E5390}"/>
                </a:ext>
              </a:extLst>
            </p:cNvPr>
            <p:cNvSpPr/>
            <p:nvPr/>
          </p:nvSpPr>
          <p:spPr>
            <a:xfrm>
              <a:off x="20016181" y="18146014"/>
              <a:ext cx="2088000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Describe the input elements for input-assembler stage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FF1578B-2DBA-55D0-9543-1F8967F3685E}"/>
                </a:ext>
              </a:extLst>
            </p:cNvPr>
            <p:cNvSpPr/>
            <p:nvPr/>
          </p:nvSpPr>
          <p:spPr>
            <a:xfrm>
              <a:off x="19872181" y="21960349"/>
              <a:ext cx="2376000" cy="3168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BuildPSOs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5FE8207-CBD0-7012-57CE-94DFC641CCF7}"/>
                </a:ext>
              </a:extLst>
            </p:cNvPr>
            <p:cNvSpPr/>
            <p:nvPr/>
          </p:nvSpPr>
          <p:spPr>
            <a:xfrm>
              <a:off x="20016181" y="22248348"/>
              <a:ext cx="2088000" cy="2736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0" rIns="3600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Pipeline States</a:t>
              </a:r>
            </a:p>
            <a:p>
              <a:pPr marL="0" marR="0" lvl="0" indent="0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1. Opaque (VS/PS)</a:t>
              </a:r>
            </a:p>
            <a:p>
              <a:pPr marL="0" marR="0" lvl="0" indent="0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2. Skinned Opaque (VS/PS)</a:t>
              </a:r>
            </a:p>
            <a:p>
              <a:pPr marL="0" marR="0" lvl="0" indent="0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3. Mirror (VS/PS)</a:t>
              </a:r>
            </a:p>
            <a:p>
              <a:pPr marL="0" marR="0" lvl="0" indent="0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4. Reflection (VS/PS)</a:t>
              </a:r>
            </a:p>
            <a:p>
              <a:pPr marL="0" marR="0" lvl="0" indent="0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5. Transparent (VS/PS)</a:t>
              </a:r>
            </a:p>
            <a:p>
              <a:pPr marL="0" marR="0" lvl="0" indent="0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6.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AlphaTested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(VS/PS)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7. Subdivision (VS/GS/PS)</a:t>
              </a:r>
            </a:p>
            <a:p>
              <a:pPr marL="0" marR="0" lvl="0" indent="0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8. Normal (VS/GS/PS)</a:t>
              </a:r>
            </a:p>
            <a:p>
              <a:pPr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9.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TreeSprite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(VS/GS/PS)</a:t>
              </a:r>
            </a:p>
            <a:p>
              <a:pPr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10.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Tesselation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(VS/HS/DS/PS)</a:t>
              </a:r>
            </a:p>
            <a:p>
              <a:pPr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11.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BoundingBox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(VS/PS)</a:t>
              </a:r>
            </a:p>
            <a:p>
              <a:pPr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12. 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CubeMap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(VS/PS)</a:t>
              </a:r>
            </a:p>
            <a:p>
              <a:pPr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13.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ShadowMap</a:t>
              </a:r>
              <a:b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(VS/PS, DSV Only)</a:t>
              </a:r>
            </a:p>
            <a:p>
              <a:pPr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14. Skinned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ShadowMap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(VS/PS, DSV Only)</a:t>
              </a:r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E186E2B7-40BF-A0D3-9A5C-9634BD520CAA}"/>
                </a:ext>
              </a:extLst>
            </p:cNvPr>
            <p:cNvCxnSpPr>
              <a:cxnSpLocks/>
            </p:cNvCxnSpPr>
            <p:nvPr/>
          </p:nvCxnSpPr>
          <p:spPr>
            <a:xfrm>
              <a:off x="18864181" y="22248349"/>
              <a:ext cx="100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DB75A924-3727-991A-5A64-1DE8E9D0C763}"/>
                </a:ext>
              </a:extLst>
            </p:cNvPr>
            <p:cNvCxnSpPr>
              <a:cxnSpLocks/>
            </p:cNvCxnSpPr>
            <p:nvPr/>
          </p:nvCxnSpPr>
          <p:spPr>
            <a:xfrm>
              <a:off x="22536181" y="3168349"/>
              <a:ext cx="0" cy="1944000"/>
            </a:xfrm>
            <a:prstGeom prst="straightConnector1">
              <a:avLst/>
            </a:prstGeom>
            <a:ln>
              <a:solidFill>
                <a:srgbClr val="FF0000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BF6033CD-0C2C-A974-300E-0D8BAE57ABED}"/>
                </a:ext>
              </a:extLst>
            </p:cNvPr>
            <p:cNvCxnSpPr>
              <a:cxnSpLocks/>
            </p:cNvCxnSpPr>
            <p:nvPr/>
          </p:nvCxnSpPr>
          <p:spPr>
            <a:xfrm>
              <a:off x="22536181" y="5112349"/>
              <a:ext cx="2808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753AA87D-4D24-3B49-A370-D0556ABD3420}"/>
                </a:ext>
              </a:extLst>
            </p:cNvPr>
            <p:cNvSpPr/>
            <p:nvPr/>
          </p:nvSpPr>
          <p:spPr>
            <a:xfrm>
              <a:off x="31824181" y="5184349"/>
              <a:ext cx="2087308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Check End Time (Loop Animation)</a:t>
              </a: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D2982C98-F641-A560-4134-57F08E6B25D7}"/>
                </a:ext>
              </a:extLst>
            </p:cNvPr>
            <p:cNvSpPr/>
            <p:nvPr/>
          </p:nvSpPr>
          <p:spPr>
            <a:xfrm>
              <a:off x="31471254" y="4536349"/>
              <a:ext cx="8128928" cy="2736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SkinnedData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F673FDE0-DEA1-98F0-E064-14B5D5AA7DE1}"/>
                </a:ext>
              </a:extLst>
            </p:cNvPr>
            <p:cNvSpPr/>
            <p:nvPr/>
          </p:nvSpPr>
          <p:spPr>
            <a:xfrm>
              <a:off x="31680181" y="4896349"/>
              <a:ext cx="2376000" cy="115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UpdateSkinnedAnimation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4C307C83-F399-F9B5-6C41-08534CBDE748}"/>
                </a:ext>
              </a:extLst>
            </p:cNvPr>
            <p:cNvSpPr/>
            <p:nvPr/>
          </p:nvSpPr>
          <p:spPr>
            <a:xfrm>
              <a:off x="31824181" y="5616349"/>
              <a:ext cx="2087308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Compute final transforms</a:t>
              </a: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39ACACF6-A762-24B2-7DAE-A1D6E20FB95D}"/>
                </a:ext>
              </a:extLst>
            </p:cNvPr>
            <p:cNvSpPr/>
            <p:nvPr/>
          </p:nvSpPr>
          <p:spPr>
            <a:xfrm>
              <a:off x="34488181" y="5184349"/>
              <a:ext cx="2087308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Find Parent Transform</a:t>
              </a: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52CA81C5-18E5-EBE1-3A5F-35CA72D43EB4}"/>
                </a:ext>
              </a:extLst>
            </p:cNvPr>
            <p:cNvSpPr/>
            <p:nvPr/>
          </p:nvSpPr>
          <p:spPr>
            <a:xfrm>
              <a:off x="34344181" y="4896349"/>
              <a:ext cx="2376000" cy="1584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GetFinalTransforms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8BEC05AA-77DA-DC8E-1796-2A9E732BD5F7}"/>
                </a:ext>
              </a:extLst>
            </p:cNvPr>
            <p:cNvSpPr/>
            <p:nvPr/>
          </p:nvSpPr>
          <p:spPr>
            <a:xfrm>
              <a:off x="37008181" y="4896349"/>
              <a:ext cx="2376000" cy="2231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Interpolate()</a:t>
              </a: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A38D4D07-16CE-4097-A235-DC1B4E9CF5FB}"/>
                </a:ext>
              </a:extLst>
            </p:cNvPr>
            <p:cNvSpPr/>
            <p:nvPr/>
          </p:nvSpPr>
          <p:spPr>
            <a:xfrm>
              <a:off x="34488181" y="6048349"/>
              <a:ext cx="2087308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Apply Offset &amp; Root Transform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84D8FB3C-30AA-8D4B-A114-68B337EC65B6}"/>
                </a:ext>
              </a:extLst>
            </p:cNvPr>
            <p:cNvSpPr/>
            <p:nvPr/>
          </p:nvSpPr>
          <p:spPr>
            <a:xfrm>
              <a:off x="37152181" y="5400349"/>
              <a:ext cx="2087308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Root Scale/Translation/Rotation 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== front Keyframe </a:t>
              </a: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8E852B7F-8809-6883-DBAA-0D81906DB989}"/>
                </a:ext>
              </a:extLst>
            </p:cNvPr>
            <p:cNvSpPr/>
            <p:nvPr/>
          </p:nvSpPr>
          <p:spPr>
            <a:xfrm>
              <a:off x="37008181" y="5184349"/>
              <a:ext cx="2376000" cy="64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algn="ctr" defTabSz="457122"/>
              <a:r>
                <a:rPr lang="en-US" altLang="ko-KR" sz="1100" b="1" kern="0" dirty="0">
                  <a:solidFill>
                    <a:srgbClr val="0000FF"/>
                  </a:solidFill>
                  <a:latin typeface="Calibri" panose="020F0502020204030204"/>
                  <a:ea typeface="맑은 고딕" panose="020B0503020000020004" pitchFamily="50" charset="-127"/>
                </a:rPr>
                <a:t>If t &lt;= front keyframe time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3DED04B8-EF44-0896-D776-E1B41B36367C}"/>
                </a:ext>
              </a:extLst>
            </p:cNvPr>
            <p:cNvSpPr/>
            <p:nvPr/>
          </p:nvSpPr>
          <p:spPr>
            <a:xfrm>
              <a:off x="37008181" y="5832349"/>
              <a:ext cx="2376000" cy="64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algn="ctr" defTabSz="457122"/>
              <a:r>
                <a:rPr lang="en-US" altLang="ko-KR" sz="1100" b="1" kern="0" dirty="0">
                  <a:solidFill>
                    <a:srgbClr val="0000FF"/>
                  </a:solidFill>
                  <a:latin typeface="Calibri" panose="020F0502020204030204"/>
                  <a:ea typeface="맑은 고딕" panose="020B0503020000020004" pitchFamily="50" charset="-127"/>
                </a:rPr>
                <a:t>Else if t &gt;= back keyframe time</a:t>
              </a: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4A552633-DF97-BE8E-A110-59D0BBB11E39}"/>
                </a:ext>
              </a:extLst>
            </p:cNvPr>
            <p:cNvSpPr/>
            <p:nvPr/>
          </p:nvSpPr>
          <p:spPr>
            <a:xfrm>
              <a:off x="37152181" y="6048349"/>
              <a:ext cx="2087308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Root Scale/Translation/Rotation 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== back Keyframe </a:t>
              </a:r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263EF80E-843F-5EC8-B472-3C133ED71FE3}"/>
                </a:ext>
              </a:extLst>
            </p:cNvPr>
            <p:cNvSpPr/>
            <p:nvPr/>
          </p:nvSpPr>
          <p:spPr>
            <a:xfrm>
              <a:off x="37008181" y="6480348"/>
              <a:ext cx="2376000" cy="647999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algn="ctr" defTabSz="457122"/>
              <a:r>
                <a:rPr lang="en-US" altLang="ko-KR" sz="1100" b="1" kern="0" dirty="0">
                  <a:solidFill>
                    <a:srgbClr val="0000FF"/>
                  </a:solidFill>
                  <a:latin typeface="Calibri" panose="020F0502020204030204"/>
                  <a:ea typeface="맑은 고딕" panose="020B0503020000020004" pitchFamily="50" charset="-127"/>
                </a:rPr>
                <a:t>Else</a:t>
              </a:r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28720251-1DFC-03BF-E6C5-805A8D08BDA2}"/>
                </a:ext>
              </a:extLst>
            </p:cNvPr>
            <p:cNvSpPr/>
            <p:nvPr/>
          </p:nvSpPr>
          <p:spPr>
            <a:xfrm>
              <a:off x="37152181" y="6696349"/>
              <a:ext cx="2087308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Root Scale/Translation/Rotation 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== Lerp front &amp; back Keyframe</a:t>
              </a:r>
            </a:p>
          </p:txBody>
        </p:sp>
        <p:cxnSp>
          <p:nvCxnSpPr>
            <p:cNvPr id="212" name="직선 화살표 연결선 211">
              <a:extLst>
                <a:ext uri="{FF2B5EF4-FFF2-40B4-BE49-F238E27FC236}">
                  <a16:creationId xmlns:a16="http://schemas.microsoft.com/office/drawing/2014/main" id="{C470B298-56A0-8574-AAE9-20D72B4D8F0F}"/>
                </a:ext>
              </a:extLst>
            </p:cNvPr>
            <p:cNvCxnSpPr>
              <a:cxnSpLocks/>
            </p:cNvCxnSpPr>
            <p:nvPr/>
          </p:nvCxnSpPr>
          <p:spPr>
            <a:xfrm>
              <a:off x="36576181" y="5328349"/>
              <a:ext cx="43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화살표 연결선 212">
              <a:extLst>
                <a:ext uri="{FF2B5EF4-FFF2-40B4-BE49-F238E27FC236}">
                  <a16:creationId xmlns:a16="http://schemas.microsoft.com/office/drawing/2014/main" id="{5E32BE5F-F587-6080-989F-5F7749685448}"/>
                </a:ext>
              </a:extLst>
            </p:cNvPr>
            <p:cNvCxnSpPr>
              <a:cxnSpLocks/>
            </p:cNvCxnSpPr>
            <p:nvPr/>
          </p:nvCxnSpPr>
          <p:spPr>
            <a:xfrm>
              <a:off x="33912181" y="5760349"/>
              <a:ext cx="43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5F92462A-FC2A-1AAE-8BB2-2214806E1161}"/>
                </a:ext>
              </a:extLst>
            </p:cNvPr>
            <p:cNvSpPr/>
            <p:nvPr/>
          </p:nvSpPr>
          <p:spPr>
            <a:xfrm>
              <a:off x="34488181" y="5616349"/>
              <a:ext cx="2087308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Find Root Transform</a:t>
              </a:r>
            </a:p>
          </p:txBody>
        </p:sp>
        <p:cxnSp>
          <p:nvCxnSpPr>
            <p:cNvPr id="219" name="직선 화살표 연결선 218">
              <a:extLst>
                <a:ext uri="{FF2B5EF4-FFF2-40B4-BE49-F238E27FC236}">
                  <a16:creationId xmlns:a16="http://schemas.microsoft.com/office/drawing/2014/main" id="{F6AF3371-94C6-4B99-C192-20B2288592BF}"/>
                </a:ext>
              </a:extLst>
            </p:cNvPr>
            <p:cNvCxnSpPr>
              <a:cxnSpLocks/>
            </p:cNvCxnSpPr>
            <p:nvPr/>
          </p:nvCxnSpPr>
          <p:spPr>
            <a:xfrm>
              <a:off x="27576180" y="5256349"/>
              <a:ext cx="79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화살표 연결선 222">
              <a:extLst>
                <a:ext uri="{FF2B5EF4-FFF2-40B4-BE49-F238E27FC236}">
                  <a16:creationId xmlns:a16="http://schemas.microsoft.com/office/drawing/2014/main" id="{5D522E6F-DA93-49AB-E4B4-CC85ADDC7005}"/>
                </a:ext>
              </a:extLst>
            </p:cNvPr>
            <p:cNvCxnSpPr>
              <a:cxnSpLocks/>
            </p:cNvCxnSpPr>
            <p:nvPr/>
          </p:nvCxnSpPr>
          <p:spPr>
            <a:xfrm>
              <a:off x="27576180" y="6552349"/>
              <a:ext cx="79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화살표 연결선 223">
              <a:extLst>
                <a:ext uri="{FF2B5EF4-FFF2-40B4-BE49-F238E27FC236}">
                  <a16:creationId xmlns:a16="http://schemas.microsoft.com/office/drawing/2014/main" id="{2A973AE1-896E-B820-4794-CEBDEEDB26DF}"/>
                </a:ext>
              </a:extLst>
            </p:cNvPr>
            <p:cNvCxnSpPr>
              <a:cxnSpLocks/>
            </p:cNvCxnSpPr>
            <p:nvPr/>
          </p:nvCxnSpPr>
          <p:spPr>
            <a:xfrm>
              <a:off x="28080181" y="9000349"/>
              <a:ext cx="28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화살표 연결선 225">
              <a:extLst>
                <a:ext uri="{FF2B5EF4-FFF2-40B4-BE49-F238E27FC236}">
                  <a16:creationId xmlns:a16="http://schemas.microsoft.com/office/drawing/2014/main" id="{64DD449F-5DEC-9D44-483D-2781AC29C23A}"/>
                </a:ext>
              </a:extLst>
            </p:cNvPr>
            <p:cNvCxnSpPr>
              <a:cxnSpLocks/>
            </p:cNvCxnSpPr>
            <p:nvPr/>
          </p:nvCxnSpPr>
          <p:spPr>
            <a:xfrm>
              <a:off x="28080181" y="7416349"/>
              <a:ext cx="0" cy="158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화살표 연결선 227">
              <a:extLst>
                <a:ext uri="{FF2B5EF4-FFF2-40B4-BE49-F238E27FC236}">
                  <a16:creationId xmlns:a16="http://schemas.microsoft.com/office/drawing/2014/main" id="{B667AF31-5341-ABA9-28C9-C23B586A3E92}"/>
                </a:ext>
              </a:extLst>
            </p:cNvPr>
            <p:cNvCxnSpPr>
              <a:cxnSpLocks/>
            </p:cNvCxnSpPr>
            <p:nvPr/>
          </p:nvCxnSpPr>
          <p:spPr>
            <a:xfrm>
              <a:off x="27576181" y="7416349"/>
              <a:ext cx="504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화살표 연결선 234">
              <a:extLst>
                <a:ext uri="{FF2B5EF4-FFF2-40B4-BE49-F238E27FC236}">
                  <a16:creationId xmlns:a16="http://schemas.microsoft.com/office/drawing/2014/main" id="{6D4A13FB-5FBE-8EDC-B881-5AA803D2F9D5}"/>
                </a:ext>
              </a:extLst>
            </p:cNvPr>
            <p:cNvCxnSpPr>
              <a:cxnSpLocks/>
            </p:cNvCxnSpPr>
            <p:nvPr/>
          </p:nvCxnSpPr>
          <p:spPr>
            <a:xfrm>
              <a:off x="27864180" y="10728349"/>
              <a:ext cx="504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화살표 연결선 235">
              <a:extLst>
                <a:ext uri="{FF2B5EF4-FFF2-40B4-BE49-F238E27FC236}">
                  <a16:creationId xmlns:a16="http://schemas.microsoft.com/office/drawing/2014/main" id="{3162C9F6-53E9-9650-8B24-0A904B7486D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6181" y="7848349"/>
              <a:ext cx="28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직선 화살표 연결선 237">
              <a:extLst>
                <a:ext uri="{FF2B5EF4-FFF2-40B4-BE49-F238E27FC236}">
                  <a16:creationId xmlns:a16="http://schemas.microsoft.com/office/drawing/2014/main" id="{A75850D4-1C4B-F6B2-CF77-B485E9986B4D}"/>
                </a:ext>
              </a:extLst>
            </p:cNvPr>
            <p:cNvCxnSpPr>
              <a:cxnSpLocks/>
            </p:cNvCxnSpPr>
            <p:nvPr/>
          </p:nvCxnSpPr>
          <p:spPr>
            <a:xfrm>
              <a:off x="27864181" y="7848349"/>
              <a:ext cx="0" cy="2880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직선 화살표 연결선 246">
              <a:extLst>
                <a:ext uri="{FF2B5EF4-FFF2-40B4-BE49-F238E27FC236}">
                  <a16:creationId xmlns:a16="http://schemas.microsoft.com/office/drawing/2014/main" id="{903F46C8-F1AC-4917-4D74-D5D1897E9A9B}"/>
                </a:ext>
              </a:extLst>
            </p:cNvPr>
            <p:cNvCxnSpPr>
              <a:cxnSpLocks/>
            </p:cNvCxnSpPr>
            <p:nvPr/>
          </p:nvCxnSpPr>
          <p:spPr>
            <a:xfrm>
              <a:off x="22394322" y="3600349"/>
              <a:ext cx="0" cy="9072000"/>
            </a:xfrm>
            <a:prstGeom prst="straightConnector1">
              <a:avLst/>
            </a:prstGeom>
            <a:ln>
              <a:solidFill>
                <a:srgbClr val="FF0000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직선 화살표 연결선 249">
              <a:extLst>
                <a:ext uri="{FF2B5EF4-FFF2-40B4-BE49-F238E27FC236}">
                  <a16:creationId xmlns:a16="http://schemas.microsoft.com/office/drawing/2014/main" id="{3BBF23C6-AA94-E71C-728E-3DCD5058E95D}"/>
                </a:ext>
              </a:extLst>
            </p:cNvPr>
            <p:cNvCxnSpPr>
              <a:cxnSpLocks/>
            </p:cNvCxnSpPr>
            <p:nvPr/>
          </p:nvCxnSpPr>
          <p:spPr>
            <a:xfrm>
              <a:off x="22394322" y="12675937"/>
              <a:ext cx="2952000" cy="0"/>
            </a:xfrm>
            <a:prstGeom prst="straightConnector1">
              <a:avLst/>
            </a:prstGeom>
            <a:ln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직사각형 283">
              <a:extLst>
                <a:ext uri="{FF2B5EF4-FFF2-40B4-BE49-F238E27FC236}">
                  <a16:creationId xmlns:a16="http://schemas.microsoft.com/office/drawing/2014/main" id="{EA636780-2497-54D5-FD55-AC6292E232CB}"/>
                </a:ext>
              </a:extLst>
            </p:cNvPr>
            <p:cNvSpPr/>
            <p:nvPr/>
          </p:nvSpPr>
          <p:spPr>
            <a:xfrm>
              <a:off x="6984181" y="1509067"/>
              <a:ext cx="2376000" cy="4683282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Run()</a:t>
              </a:r>
            </a:p>
          </p:txBody>
        </p:sp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3B772C11-54AD-4CAD-B338-CBDE25D4BB05}"/>
                </a:ext>
              </a:extLst>
            </p:cNvPr>
            <p:cNvGrpSpPr/>
            <p:nvPr/>
          </p:nvGrpSpPr>
          <p:grpSpPr>
            <a:xfrm>
              <a:off x="25344181" y="12389632"/>
              <a:ext cx="2376000" cy="8496000"/>
              <a:chOff x="25344181" y="11669633"/>
              <a:chExt cx="2376000" cy="8496000"/>
            </a:xfrm>
          </p:grpSpPr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31535D50-8FD8-4D75-DF2D-AA170B2D719F}"/>
                  </a:ext>
                </a:extLst>
              </p:cNvPr>
              <p:cNvSpPr/>
              <p:nvPr/>
            </p:nvSpPr>
            <p:spPr>
              <a:xfrm>
                <a:off x="25488873" y="11954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Reset Command Allocator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F82A4E24-546C-28D9-77F0-462470ABD8D9}"/>
                  </a:ext>
                </a:extLst>
              </p:cNvPr>
              <p:cNvSpPr/>
              <p:nvPr/>
            </p:nvSpPr>
            <p:spPr>
              <a:xfrm>
                <a:off x="25488181" y="12386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Bind constant Buffer View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59" name="직사각형 258">
                <a:extLst>
                  <a:ext uri="{FF2B5EF4-FFF2-40B4-BE49-F238E27FC236}">
                    <a16:creationId xmlns:a16="http://schemas.microsoft.com/office/drawing/2014/main" id="{603ACCCF-60CE-117D-0D1E-0BC8D4CA0545}"/>
                  </a:ext>
                </a:extLst>
              </p:cNvPr>
              <p:cNvSpPr/>
              <p:nvPr/>
            </p:nvSpPr>
            <p:spPr>
              <a:xfrm>
                <a:off x="25488181" y="12818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Bind Shader Resource View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6E32A3EE-CB88-D902-69EA-220C28E413BB}"/>
                  </a:ext>
                </a:extLst>
              </p:cNvPr>
              <p:cNvSpPr/>
              <p:nvPr/>
            </p:nvSpPr>
            <p:spPr>
              <a:xfrm>
                <a:off x="25488181" y="13250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Bind Root Descriptor Table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62" name="직사각형 261">
                <a:extLst>
                  <a:ext uri="{FF2B5EF4-FFF2-40B4-BE49-F238E27FC236}">
                    <a16:creationId xmlns:a16="http://schemas.microsoft.com/office/drawing/2014/main" id="{964DD3A6-C27E-03C4-A15C-FCF4398B739B}"/>
                  </a:ext>
                </a:extLst>
              </p:cNvPr>
              <p:cNvSpPr/>
              <p:nvPr/>
            </p:nvSpPr>
            <p:spPr>
              <a:xfrm>
                <a:off x="25488181" y="14114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Render DSV to Shadow Map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63" name="직사각형 262">
                <a:extLst>
                  <a:ext uri="{FF2B5EF4-FFF2-40B4-BE49-F238E27FC236}">
                    <a16:creationId xmlns:a16="http://schemas.microsoft.com/office/drawing/2014/main" id="{A58D4DE1-251D-1B79-92DA-90F0ECC59E67}"/>
                  </a:ext>
                </a:extLst>
              </p:cNvPr>
              <p:cNvSpPr/>
              <p:nvPr/>
            </p:nvSpPr>
            <p:spPr>
              <a:xfrm>
                <a:off x="25488181" y="14690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Set Viewport &amp; </a:t>
                </a:r>
                <a:r>
                  <a:rPr lang="en-US" altLang="ko-KR" sz="1000" kern="0" dirty="0" err="1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ScissorRect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55D3B7BF-3767-6AC0-5431-191BA5B109AC}"/>
                  </a:ext>
                </a:extLst>
              </p:cNvPr>
              <p:cNvSpPr/>
              <p:nvPr/>
            </p:nvSpPr>
            <p:spPr>
              <a:xfrm>
                <a:off x="25488181" y="15122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Change Resource state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(PRESENT -&gt; RENDER_TARGET)</a:t>
                </a:r>
              </a:p>
            </p:txBody>
          </p:sp>
          <p:sp>
            <p:nvSpPr>
              <p:cNvPr id="268" name="직사각형 267">
                <a:extLst>
                  <a:ext uri="{FF2B5EF4-FFF2-40B4-BE49-F238E27FC236}">
                    <a16:creationId xmlns:a16="http://schemas.microsoft.com/office/drawing/2014/main" id="{1636A80F-08EF-4A10-0C99-753D535272EC}"/>
                  </a:ext>
                </a:extLst>
              </p:cNvPr>
              <p:cNvSpPr/>
              <p:nvPr/>
            </p:nvSpPr>
            <p:spPr>
              <a:xfrm>
                <a:off x="25488181" y="15554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Set Render Target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(Back Buffer + SRV)</a:t>
                </a:r>
              </a:p>
            </p:txBody>
          </p:sp>
          <p:sp>
            <p:nvSpPr>
              <p:cNvPr id="269" name="직사각형 268">
                <a:extLst>
                  <a:ext uri="{FF2B5EF4-FFF2-40B4-BE49-F238E27FC236}">
                    <a16:creationId xmlns:a16="http://schemas.microsoft.com/office/drawing/2014/main" id="{D21099AB-8786-F92D-8857-4AA00A3512A5}"/>
                  </a:ext>
                </a:extLst>
              </p:cNvPr>
              <p:cNvSpPr/>
              <p:nvPr/>
            </p:nvSpPr>
            <p:spPr>
              <a:xfrm>
                <a:off x="25344181" y="15984350"/>
                <a:ext cx="2376000" cy="2160000"/>
              </a:xfrm>
              <a:prstGeom prst="rect">
                <a:avLst/>
              </a:prstGeom>
              <a:noFill/>
              <a:ln w="9525" cap="flat" cmpd="sng" algn="ctr">
                <a:solidFill>
                  <a:srgbClr val="0000FF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Repeat MAX_LAYER_DEPTH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srgbClr val="0000FF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(Main Render Layer)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0" name="직사각형 269">
                <a:extLst>
                  <a:ext uri="{FF2B5EF4-FFF2-40B4-BE49-F238E27FC236}">
                    <a16:creationId xmlns:a16="http://schemas.microsoft.com/office/drawing/2014/main" id="{F8BF3030-697E-AF4D-6A32-D0BEBA7C0DD6}"/>
                  </a:ext>
                </a:extLst>
              </p:cNvPr>
              <p:cNvSpPr/>
              <p:nvPr/>
            </p:nvSpPr>
            <p:spPr>
              <a:xfrm>
                <a:off x="25488181" y="16418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Set Pass CB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(0: Default, 1~3: Shadow</a:t>
                </a: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 Pass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)</a:t>
                </a:r>
              </a:p>
            </p:txBody>
          </p:sp>
          <p:sp>
            <p:nvSpPr>
              <p:cNvPr id="275" name="직사각형 274">
                <a:extLst>
                  <a:ext uri="{FF2B5EF4-FFF2-40B4-BE49-F238E27FC236}">
                    <a16:creationId xmlns:a16="http://schemas.microsoft.com/office/drawing/2014/main" id="{45B99973-7AD7-B12A-D1D5-E63C37F3459D}"/>
                  </a:ext>
                </a:extLst>
              </p:cNvPr>
              <p:cNvSpPr/>
              <p:nvPr/>
            </p:nvSpPr>
            <p:spPr>
              <a:xfrm>
                <a:off x="25488181" y="16850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Set Stencil Reference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6" name="직사각형 275">
                <a:extLst>
                  <a:ext uri="{FF2B5EF4-FFF2-40B4-BE49-F238E27FC236}">
                    <a16:creationId xmlns:a16="http://schemas.microsoft.com/office/drawing/2014/main" id="{56F2DE15-522A-F36E-9993-98C0B77BC93B}"/>
                  </a:ext>
                </a:extLst>
              </p:cNvPr>
              <p:cNvSpPr/>
              <p:nvPr/>
            </p:nvSpPr>
            <p:spPr>
              <a:xfrm>
                <a:off x="25488181" y="17282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Set Pipeline State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7" name="직사각형 276">
                <a:extLst>
                  <a:ext uri="{FF2B5EF4-FFF2-40B4-BE49-F238E27FC236}">
                    <a16:creationId xmlns:a16="http://schemas.microsoft.com/office/drawing/2014/main" id="{6B936F76-6385-9085-B042-32296B0365D4}"/>
                  </a:ext>
                </a:extLst>
              </p:cNvPr>
              <p:cNvSpPr/>
              <p:nvPr/>
            </p:nvSpPr>
            <p:spPr>
              <a:xfrm>
                <a:off x="25488181" y="17714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Draw Render Items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8" name="직사각형 277">
                <a:extLst>
                  <a:ext uri="{FF2B5EF4-FFF2-40B4-BE49-F238E27FC236}">
                    <a16:creationId xmlns:a16="http://schemas.microsoft.com/office/drawing/2014/main" id="{76D59B2A-564A-15F0-7A87-B865A080726B}"/>
                  </a:ext>
                </a:extLst>
              </p:cNvPr>
              <p:cNvSpPr/>
              <p:nvPr/>
            </p:nvSpPr>
            <p:spPr>
              <a:xfrm>
                <a:off x="25344181" y="18288350"/>
                <a:ext cx="2376000" cy="864000"/>
              </a:xfrm>
              <a:prstGeom prst="rect">
                <a:avLst/>
              </a:prstGeom>
              <a:noFill/>
              <a:ln w="9525" cap="flat" cmpd="sng" algn="ctr">
                <a:solidFill>
                  <a:srgbClr val="0000FF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algn="ctr" defTabSz="457122"/>
                <a:r>
                  <a:rPr lang="en-US" altLang="ko-KR" sz="1000" kern="0" dirty="0">
                    <a:solidFill>
                      <a:srgbClr val="0000FF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Repeat MAX_LAYER_DEPTH</a:t>
                </a:r>
              </a:p>
              <a:p>
                <a:pPr algn="ctr" defTabSz="457122"/>
                <a:r>
                  <a:rPr lang="en-US" altLang="ko-KR" sz="1000" kern="0" dirty="0">
                    <a:solidFill>
                      <a:srgbClr val="0000FF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(Post Process Layer)</a:t>
                </a:r>
              </a:p>
            </p:txBody>
          </p:sp>
          <p:sp>
            <p:nvSpPr>
              <p:cNvPr id="279" name="직사각형 278">
                <a:extLst>
                  <a:ext uri="{FF2B5EF4-FFF2-40B4-BE49-F238E27FC236}">
                    <a16:creationId xmlns:a16="http://schemas.microsoft.com/office/drawing/2014/main" id="{44CAEC05-4660-D364-A7A6-821C104E9789}"/>
                  </a:ext>
                </a:extLst>
              </p:cNvPr>
              <p:cNvSpPr/>
              <p:nvPr/>
            </p:nvSpPr>
            <p:spPr>
              <a:xfrm>
                <a:off x="25344181" y="13680350"/>
                <a:ext cx="2376000" cy="864000"/>
              </a:xfrm>
              <a:prstGeom prst="rect">
                <a:avLst/>
              </a:prstGeom>
              <a:noFill/>
              <a:ln w="9525" cap="flat" cmpd="sng" algn="ctr">
                <a:solidFill>
                  <a:srgbClr val="0000FF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Repeat MAX_LAYER_DEPTH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srgbClr val="0000FF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(Shadow Map Render Layer)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7" name="직사각형 286">
                <a:extLst>
                  <a:ext uri="{FF2B5EF4-FFF2-40B4-BE49-F238E27FC236}">
                    <a16:creationId xmlns:a16="http://schemas.microsoft.com/office/drawing/2014/main" id="{AB99B47D-2236-44CB-F796-2825745A1999}"/>
                  </a:ext>
                </a:extLst>
              </p:cNvPr>
              <p:cNvSpPr/>
              <p:nvPr/>
            </p:nvSpPr>
            <p:spPr>
              <a:xfrm>
                <a:off x="25344181" y="11669633"/>
                <a:ext cx="2376000" cy="8496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Render() (Override)</a:t>
                </a:r>
              </a:p>
            </p:txBody>
          </p:sp>
          <p:sp>
            <p:nvSpPr>
              <p:cNvPr id="290" name="직사각형 289">
                <a:extLst>
                  <a:ext uri="{FF2B5EF4-FFF2-40B4-BE49-F238E27FC236}">
                    <a16:creationId xmlns:a16="http://schemas.microsoft.com/office/drawing/2014/main" id="{319A6DCD-E1CE-B1FE-8318-2B333342595D}"/>
                  </a:ext>
                </a:extLst>
              </p:cNvPr>
              <p:cNvSpPr/>
              <p:nvPr/>
            </p:nvSpPr>
            <p:spPr>
              <a:xfrm>
                <a:off x="25488181" y="18722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Do Compute Shader Logics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(Blur,</a:t>
                </a: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 Update Displacement, Compute)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1" name="직사각형 290">
                <a:extLst>
                  <a:ext uri="{FF2B5EF4-FFF2-40B4-BE49-F238E27FC236}">
                    <a16:creationId xmlns:a16="http://schemas.microsoft.com/office/drawing/2014/main" id="{92FCCAF3-0EAD-13B7-E6E7-3C9DC01DD9DA}"/>
                  </a:ext>
                </a:extLst>
              </p:cNvPr>
              <p:cNvSpPr/>
              <p:nvPr/>
            </p:nvSpPr>
            <p:spPr>
              <a:xfrm>
                <a:off x="25488181" y="19298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Copy Back Buffer to SRV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94" name="직사각형 293">
                <a:extLst>
                  <a:ext uri="{FF2B5EF4-FFF2-40B4-BE49-F238E27FC236}">
                    <a16:creationId xmlns:a16="http://schemas.microsoft.com/office/drawing/2014/main" id="{B4E75F40-0F13-C5B7-F9CD-240371255E0C}"/>
                  </a:ext>
                </a:extLst>
              </p:cNvPr>
              <p:cNvSpPr/>
              <p:nvPr/>
            </p:nvSpPr>
            <p:spPr>
              <a:xfrm>
                <a:off x="25488181" y="19730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Change Resource state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(RENDER_-&gt; TARGET PRESENT)</a:t>
                </a:r>
              </a:p>
            </p:txBody>
          </p:sp>
        </p:grpSp>
        <p:sp>
          <p:nvSpPr>
            <p:cNvPr id="298" name="직사각형 297">
              <a:extLst>
                <a:ext uri="{FF2B5EF4-FFF2-40B4-BE49-F238E27FC236}">
                  <a16:creationId xmlns:a16="http://schemas.microsoft.com/office/drawing/2014/main" id="{2DEBD839-0F37-0B04-4EFE-98D5FEB49EDC}"/>
                </a:ext>
              </a:extLst>
            </p:cNvPr>
            <p:cNvSpPr/>
            <p:nvPr/>
          </p:nvSpPr>
          <p:spPr>
            <a:xfrm>
              <a:off x="28224873" y="17856349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Set Input Assembler Vertex Buffer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A16BFC17-193F-8746-66BC-EC45C57BCFD7}"/>
                </a:ext>
              </a:extLst>
            </p:cNvPr>
            <p:cNvSpPr/>
            <p:nvPr/>
          </p:nvSpPr>
          <p:spPr>
            <a:xfrm>
              <a:off x="28224873" y="18288349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Set Input Assembler Index Buffer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0" name="직사각형 299">
              <a:extLst>
                <a:ext uri="{FF2B5EF4-FFF2-40B4-BE49-F238E27FC236}">
                  <a16:creationId xmlns:a16="http://schemas.microsoft.com/office/drawing/2014/main" id="{F455F1DF-C15B-E01B-C61B-CD9AB17217A0}"/>
                </a:ext>
              </a:extLst>
            </p:cNvPr>
            <p:cNvSpPr/>
            <p:nvPr/>
          </p:nvSpPr>
          <p:spPr>
            <a:xfrm>
              <a:off x="28224873" y="18720349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Set Input Assembler Primitive Topology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1" name="직사각형 300">
              <a:extLst>
                <a:ext uri="{FF2B5EF4-FFF2-40B4-BE49-F238E27FC236}">
                  <a16:creationId xmlns:a16="http://schemas.microsoft.com/office/drawing/2014/main" id="{585917EF-C199-CF5F-76A4-38A6417A61F6}"/>
                </a:ext>
              </a:extLst>
            </p:cNvPr>
            <p:cNvSpPr/>
            <p:nvPr/>
          </p:nvSpPr>
          <p:spPr>
            <a:xfrm>
              <a:off x="28224873" y="17424349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Update Primitive Topology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Pointlist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, tri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anglelist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patchlist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3" name="직사각형 302">
              <a:extLst>
                <a:ext uri="{FF2B5EF4-FFF2-40B4-BE49-F238E27FC236}">
                  <a16:creationId xmlns:a16="http://schemas.microsoft.com/office/drawing/2014/main" id="{9C359EB4-AD6C-1518-CF35-D3B2382E0892}"/>
                </a:ext>
              </a:extLst>
            </p:cNvPr>
            <p:cNvSpPr/>
            <p:nvPr/>
          </p:nvSpPr>
          <p:spPr>
            <a:xfrm>
              <a:off x="28224181" y="19152349"/>
              <a:ext cx="2088000" cy="648000"/>
            </a:xfrm>
            <a:prstGeom prst="rect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algn="ctr" defTabSz="457122"/>
              <a:r>
                <a:rPr lang="en-US" altLang="ko-KR" sz="1000" kern="0" dirty="0">
                  <a:solidFill>
                    <a:srgbClr val="0000FF"/>
                  </a:solidFill>
                  <a:latin typeface="Calibri" panose="020F0502020204030204"/>
                  <a:ea typeface="맑은 고딕" panose="020B0503020000020004" pitchFamily="50" charset="-127"/>
                </a:rPr>
                <a:t>If Skinned Mesh</a:t>
              </a:r>
            </a:p>
          </p:txBody>
        </p:sp>
        <p:sp>
          <p:nvSpPr>
            <p:cNvPr id="305" name="직사각형 304">
              <a:extLst>
                <a:ext uri="{FF2B5EF4-FFF2-40B4-BE49-F238E27FC236}">
                  <a16:creationId xmlns:a16="http://schemas.microsoft.com/office/drawing/2014/main" id="{3AA02917-13DC-CD95-750D-DA286BFFAF6C}"/>
                </a:ext>
              </a:extLst>
            </p:cNvPr>
            <p:cNvSpPr/>
            <p:nvPr/>
          </p:nvSpPr>
          <p:spPr>
            <a:xfrm>
              <a:off x="28224873" y="19404349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Set Constant Buffer View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(Skinned CB)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F66F7E10-AFF9-BE0D-115D-F2741639D6A6}"/>
                </a:ext>
              </a:extLst>
            </p:cNvPr>
            <p:cNvSpPr/>
            <p:nvPr/>
          </p:nvSpPr>
          <p:spPr>
            <a:xfrm>
              <a:off x="28208967" y="19944349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Draw Indexed Instanced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(reuse geo to draw multiple objects)</a:t>
              </a:r>
            </a:p>
          </p:txBody>
        </p:sp>
        <p:sp>
          <p:nvSpPr>
            <p:cNvPr id="309" name="직사각형 308">
              <a:extLst>
                <a:ext uri="{FF2B5EF4-FFF2-40B4-BE49-F238E27FC236}">
                  <a16:creationId xmlns:a16="http://schemas.microsoft.com/office/drawing/2014/main" id="{0329A5C0-712C-3BBF-ADE9-BDBAF64A2E12}"/>
                </a:ext>
              </a:extLst>
            </p:cNvPr>
            <p:cNvSpPr/>
            <p:nvPr/>
          </p:nvSpPr>
          <p:spPr>
            <a:xfrm>
              <a:off x="28080181" y="17136349"/>
              <a:ext cx="2376000" cy="3239999"/>
            </a:xfrm>
            <a:prstGeom prst="rect">
              <a:avLst/>
            </a:prstGeom>
            <a:noFill/>
            <a:ln w="9525" cap="flat" cmpd="sng" algn="ctr">
              <a:solidFill>
                <a:srgbClr val="0000FF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algn="ctr" defTabSz="457122"/>
              <a:r>
                <a:rPr lang="en-US" altLang="ko-KR" sz="1000" b="1" kern="0" dirty="0">
                  <a:solidFill>
                    <a:srgbClr val="0000FF"/>
                  </a:solidFill>
                  <a:latin typeface="Calibri" panose="020F0502020204030204"/>
                  <a:ea typeface="맑은 고딕" panose="020B0503020000020004" pitchFamily="50" charset="-127"/>
                </a:rPr>
                <a:t>Repeat All Render Items</a:t>
              </a:r>
            </a:p>
          </p:txBody>
        </p: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359A032E-23FA-E49C-6EEC-E1737EE9E3A8}"/>
                </a:ext>
              </a:extLst>
            </p:cNvPr>
            <p:cNvSpPr/>
            <p:nvPr/>
          </p:nvSpPr>
          <p:spPr>
            <a:xfrm>
              <a:off x="28080181" y="16848349"/>
              <a:ext cx="2376000" cy="3671997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DrawRenderItems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cxnSp>
          <p:nvCxnSpPr>
            <p:cNvPr id="314" name="직선 화살표 연결선 313">
              <a:extLst>
                <a:ext uri="{FF2B5EF4-FFF2-40B4-BE49-F238E27FC236}">
                  <a16:creationId xmlns:a16="http://schemas.microsoft.com/office/drawing/2014/main" id="{6A8A4535-C118-1E96-ABEA-DA532D602058}"/>
                </a:ext>
              </a:extLst>
            </p:cNvPr>
            <p:cNvCxnSpPr>
              <a:cxnSpLocks/>
            </p:cNvCxnSpPr>
            <p:nvPr/>
          </p:nvCxnSpPr>
          <p:spPr>
            <a:xfrm>
              <a:off x="27576181" y="18576349"/>
              <a:ext cx="504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직선 화살표 연결선 315">
              <a:extLst>
                <a:ext uri="{FF2B5EF4-FFF2-40B4-BE49-F238E27FC236}">
                  <a16:creationId xmlns:a16="http://schemas.microsoft.com/office/drawing/2014/main" id="{EFA5B1B9-0B26-93EB-E60D-B8D88E74742E}"/>
                </a:ext>
              </a:extLst>
            </p:cNvPr>
            <p:cNvCxnSpPr>
              <a:cxnSpLocks/>
            </p:cNvCxnSpPr>
            <p:nvPr/>
          </p:nvCxnSpPr>
          <p:spPr>
            <a:xfrm>
              <a:off x="9504181" y="5472349"/>
              <a:ext cx="0" cy="1368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직선 화살표 연결선 319">
              <a:extLst>
                <a:ext uri="{FF2B5EF4-FFF2-40B4-BE49-F238E27FC236}">
                  <a16:creationId xmlns:a16="http://schemas.microsoft.com/office/drawing/2014/main" id="{A4E9D05F-1076-E311-8522-4DC93F1C4741}"/>
                </a:ext>
              </a:extLst>
            </p:cNvPr>
            <p:cNvCxnSpPr>
              <a:cxnSpLocks/>
            </p:cNvCxnSpPr>
            <p:nvPr/>
          </p:nvCxnSpPr>
          <p:spPr>
            <a:xfrm>
              <a:off x="9216181" y="5472349"/>
              <a:ext cx="28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직선 화살표 연결선 328">
              <a:extLst>
                <a:ext uri="{FF2B5EF4-FFF2-40B4-BE49-F238E27FC236}">
                  <a16:creationId xmlns:a16="http://schemas.microsoft.com/office/drawing/2014/main" id="{51852753-1DE4-845A-032D-3913952C7A6F}"/>
                </a:ext>
              </a:extLst>
            </p:cNvPr>
            <p:cNvCxnSpPr>
              <a:cxnSpLocks/>
            </p:cNvCxnSpPr>
            <p:nvPr/>
          </p:nvCxnSpPr>
          <p:spPr>
            <a:xfrm>
              <a:off x="9504181" y="6840349"/>
              <a:ext cx="36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FEE76574-8CA0-8701-F5FC-8E457712CA36}"/>
                </a:ext>
              </a:extLst>
            </p:cNvPr>
            <p:cNvSpPr/>
            <p:nvPr/>
          </p:nvSpPr>
          <p:spPr>
            <a:xfrm>
              <a:off x="9864181" y="6552349"/>
              <a:ext cx="2376000" cy="1584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FlushCommandQueue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333" name="직사각형 332">
              <a:extLst>
                <a:ext uri="{FF2B5EF4-FFF2-40B4-BE49-F238E27FC236}">
                  <a16:creationId xmlns:a16="http://schemas.microsoft.com/office/drawing/2014/main" id="{ABEAB739-0F7D-8B97-6BB4-60790026C74B}"/>
                </a:ext>
              </a:extLst>
            </p:cNvPr>
            <p:cNvSpPr/>
            <p:nvPr/>
          </p:nvSpPr>
          <p:spPr>
            <a:xfrm>
              <a:off x="10008181" y="6840348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Update Fence Point</a:t>
              </a:r>
            </a:p>
          </p:txBody>
        </p: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7BE88AA3-C5B9-B68F-7897-7EAE4E618183}"/>
                </a:ext>
              </a:extLst>
            </p:cNvPr>
            <p:cNvSpPr/>
            <p:nvPr/>
          </p:nvSpPr>
          <p:spPr>
            <a:xfrm>
              <a:off x="10008181" y="7272348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Set new fence point</a:t>
              </a:r>
            </a:p>
          </p:txBody>
        </p: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09A5775-FCB1-907E-7FBC-40C231BA380D}"/>
                </a:ext>
              </a:extLst>
            </p:cNvPr>
            <p:cNvSpPr/>
            <p:nvPr/>
          </p:nvSpPr>
          <p:spPr>
            <a:xfrm>
              <a:off x="10008181" y="7704348"/>
              <a:ext cx="2088000" cy="2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Wait GPU has completed commands up to fence point</a:t>
              </a: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88F3358B-62F5-1D30-21BD-F7D4F38BB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392181" y="13978450"/>
              <a:ext cx="8349234" cy="438190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52EB6D27-5A5C-E21F-A3E7-ECE096A89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18531553" y="18183859"/>
              <a:ext cx="11165757" cy="436212"/>
            </a:xfrm>
            <a:prstGeom prst="rect">
              <a:avLst/>
            </a:prstGeom>
          </p:spPr>
        </p:pic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F1E03626-E3EE-89F2-39B6-CFDEACC29D48}"/>
                </a:ext>
              </a:extLst>
            </p:cNvPr>
            <p:cNvCxnSpPr>
              <a:cxnSpLocks/>
            </p:cNvCxnSpPr>
            <p:nvPr/>
          </p:nvCxnSpPr>
          <p:spPr>
            <a:xfrm>
              <a:off x="24481630" y="14966314"/>
              <a:ext cx="894561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2" name="오른쪽 대괄호 41">
              <a:extLst>
                <a:ext uri="{FF2B5EF4-FFF2-40B4-BE49-F238E27FC236}">
                  <a16:creationId xmlns:a16="http://schemas.microsoft.com/office/drawing/2014/main" id="{9C4541CB-6204-F609-A3D1-5CBEA0CA8E84}"/>
                </a:ext>
              </a:extLst>
            </p:cNvPr>
            <p:cNvSpPr/>
            <p:nvPr/>
          </p:nvSpPr>
          <p:spPr>
            <a:xfrm>
              <a:off x="24332537" y="14107444"/>
              <a:ext cx="149093" cy="5010274"/>
            </a:xfrm>
            <a:prstGeom prst="righ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600"/>
            </a:p>
          </p:txBody>
        </p: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57BB8773-9E9C-0EBD-9962-C0104BAFFFEB}"/>
                </a:ext>
              </a:extLst>
            </p:cNvPr>
            <p:cNvCxnSpPr>
              <a:cxnSpLocks/>
              <a:stCxn id="51" idx="2"/>
            </p:cNvCxnSpPr>
            <p:nvPr/>
          </p:nvCxnSpPr>
          <p:spPr>
            <a:xfrm flipV="1">
              <a:off x="24481630" y="18401966"/>
              <a:ext cx="894561" cy="2719863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A25714BE-9486-B2A4-FA53-AD67A2BF2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81630" y="19404021"/>
              <a:ext cx="894561" cy="3865102"/>
            </a:xfrm>
            <a:prstGeom prst="straightConnector1">
              <a:avLst/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1" name="오른쪽 대괄호 50">
              <a:extLst>
                <a:ext uri="{FF2B5EF4-FFF2-40B4-BE49-F238E27FC236}">
                  <a16:creationId xmlns:a16="http://schemas.microsoft.com/office/drawing/2014/main" id="{812C63CC-1262-4325-FCDB-62A229274120}"/>
                </a:ext>
              </a:extLst>
            </p:cNvPr>
            <p:cNvSpPr/>
            <p:nvPr/>
          </p:nvSpPr>
          <p:spPr>
            <a:xfrm>
              <a:off x="24332537" y="19117719"/>
              <a:ext cx="149093" cy="4008219"/>
            </a:xfrm>
            <a:prstGeom prst="righ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600"/>
            </a:p>
          </p:txBody>
        </p:sp>
        <p:sp>
          <p:nvSpPr>
            <p:cNvPr id="54" name="오른쪽 대괄호 53">
              <a:extLst>
                <a:ext uri="{FF2B5EF4-FFF2-40B4-BE49-F238E27FC236}">
                  <a16:creationId xmlns:a16="http://schemas.microsoft.com/office/drawing/2014/main" id="{E4A650CE-F18F-55FC-76B1-39F5B4BB9B9F}"/>
                </a:ext>
              </a:extLst>
            </p:cNvPr>
            <p:cNvSpPr/>
            <p:nvPr/>
          </p:nvSpPr>
          <p:spPr>
            <a:xfrm>
              <a:off x="24332537" y="23125938"/>
              <a:ext cx="149093" cy="357877"/>
            </a:xfrm>
            <a:prstGeom prst="righ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600"/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909E96B8-ACC7-6597-7F93-64599AA79650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171866" y="1659498"/>
              <a:ext cx="2385495" cy="214726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68206861-18DC-9346-8648-1D3E8408DF54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488181" y="1672706"/>
              <a:ext cx="2385495" cy="2143644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pic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AE125334-139F-9081-E525-6000E799DD31}"/>
                </a:ext>
              </a:extLst>
            </p:cNvPr>
            <p:cNvCxnSpPr>
              <a:cxnSpLocks/>
              <a:stCxn id="261" idx="2"/>
              <a:endCxn id="115" idx="0"/>
            </p:cNvCxnSpPr>
            <p:nvPr/>
          </p:nvCxnSpPr>
          <p:spPr>
            <a:xfrm>
              <a:off x="8171835" y="2090013"/>
              <a:ext cx="346" cy="214336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07E1F1E-1CB7-97EE-41CE-F652339DF2AA}"/>
                </a:ext>
              </a:extLst>
            </p:cNvPr>
            <p:cNvCxnSpPr>
              <a:cxnSpLocks/>
              <a:stCxn id="123" idx="2"/>
              <a:endCxn id="121" idx="0"/>
            </p:cNvCxnSpPr>
            <p:nvPr/>
          </p:nvCxnSpPr>
          <p:spPr>
            <a:xfrm>
              <a:off x="8171835" y="2882047"/>
              <a:ext cx="0" cy="1423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C3882E45-D4E3-2028-E1C7-1F09FFF5747E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3742650"/>
              <a:ext cx="0" cy="145699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2B78E1E-6CEA-8726-06CF-C99F6C987755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4174650"/>
              <a:ext cx="0" cy="145699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54E528BD-429C-3280-1C8B-293226DDBAB1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4606650"/>
              <a:ext cx="0" cy="145699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A7397AA3-5202-C9BF-A7B0-C8A02F5C873F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3310650"/>
              <a:ext cx="0" cy="145699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0F2EEF79-51F8-2184-5616-E7C777402A3F}"/>
                </a:ext>
              </a:extLst>
            </p:cNvPr>
            <p:cNvCxnSpPr>
              <a:cxnSpLocks/>
              <a:stCxn id="146" idx="2"/>
              <a:endCxn id="138" idx="0"/>
            </p:cNvCxnSpPr>
            <p:nvPr/>
          </p:nvCxnSpPr>
          <p:spPr>
            <a:xfrm>
              <a:off x="11052181" y="2514014"/>
              <a:ext cx="0" cy="141504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B4705FE3-AB06-EF02-69D4-B1EEB7E9356E}"/>
                </a:ext>
              </a:extLst>
            </p:cNvPr>
            <p:cNvCxnSpPr>
              <a:cxnSpLocks/>
              <a:stCxn id="139" idx="2"/>
              <a:endCxn id="146" idx="0"/>
            </p:cNvCxnSpPr>
            <p:nvPr/>
          </p:nvCxnSpPr>
          <p:spPr>
            <a:xfrm>
              <a:off x="11052181" y="2084521"/>
              <a:ext cx="0" cy="141493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C2A04C61-B3C7-73D7-ABA6-712D9000324C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5616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85D10824-D4F7-FD26-7657-9D7449D3F3BB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5184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9C501379-B1DC-9251-11C9-7A8F8A1EFF74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2082857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C3A5EA70-CAC3-6398-6CC5-17543BA061EE}"/>
                </a:ext>
              </a:extLst>
            </p:cNvPr>
            <p:cNvCxnSpPr>
              <a:cxnSpLocks/>
            </p:cNvCxnSpPr>
            <p:nvPr/>
          </p:nvCxnSpPr>
          <p:spPr>
            <a:xfrm>
              <a:off x="11051835" y="7561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BFA31CAC-100B-66EB-2CCD-3A8595BC606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9289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242C9F81-E1F7-FD27-0F4C-2885B6DDF32A}"/>
                </a:ext>
              </a:extLst>
            </p:cNvPr>
            <p:cNvCxnSpPr>
              <a:cxnSpLocks/>
            </p:cNvCxnSpPr>
            <p:nvPr/>
          </p:nvCxnSpPr>
          <p:spPr>
            <a:xfrm>
              <a:off x="11051835" y="7129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7A6E5159-A51F-21C8-5C19-5B1C767F88D1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8857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A33DEB87-D0FE-E40C-DEE5-0605F6703AA0}"/>
                </a:ext>
              </a:extLst>
            </p:cNvPr>
            <p:cNvCxnSpPr>
              <a:cxnSpLocks/>
            </p:cNvCxnSpPr>
            <p:nvPr/>
          </p:nvCxnSpPr>
          <p:spPr>
            <a:xfrm>
              <a:off x="11051835" y="5689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025921AE-5B11-57AA-9563-DB0A54FB542E}"/>
                </a:ext>
              </a:extLst>
            </p:cNvPr>
            <p:cNvCxnSpPr>
              <a:cxnSpLocks/>
            </p:cNvCxnSpPr>
            <p:nvPr/>
          </p:nvCxnSpPr>
          <p:spPr>
            <a:xfrm>
              <a:off x="11051835" y="5257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18F0458F-930C-6186-C547-07F13B4F4402}"/>
                </a:ext>
              </a:extLst>
            </p:cNvPr>
            <p:cNvCxnSpPr>
              <a:cxnSpLocks/>
            </p:cNvCxnSpPr>
            <p:nvPr/>
          </p:nvCxnSpPr>
          <p:spPr>
            <a:xfrm>
              <a:off x="11051835" y="482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F9FEAFA4-5801-B2E2-6FB4-2E24529BB3CE}"/>
                </a:ext>
              </a:extLst>
            </p:cNvPr>
            <p:cNvCxnSpPr>
              <a:cxnSpLocks/>
            </p:cNvCxnSpPr>
            <p:nvPr/>
          </p:nvCxnSpPr>
          <p:spPr>
            <a:xfrm>
              <a:off x="11051835" y="439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>
              <a:extLst>
                <a:ext uri="{FF2B5EF4-FFF2-40B4-BE49-F238E27FC236}">
                  <a16:creationId xmlns:a16="http://schemas.microsoft.com/office/drawing/2014/main" id="{D2E3DB75-C4A7-D4D9-11EB-FC62B3526BE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7561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D75BB6DC-7144-A7C3-20B2-60BDE088AD9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7129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FEF5679B-92CF-B76C-5CD3-79FC7A185BED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5689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>
              <a:extLst>
                <a:ext uri="{FF2B5EF4-FFF2-40B4-BE49-F238E27FC236}">
                  <a16:creationId xmlns:a16="http://schemas.microsoft.com/office/drawing/2014/main" id="{9CE42E0A-845C-F5AC-C272-45C58C187FEF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5257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>
              <a:extLst>
                <a:ext uri="{FF2B5EF4-FFF2-40B4-BE49-F238E27FC236}">
                  <a16:creationId xmlns:a16="http://schemas.microsoft.com/office/drawing/2014/main" id="{9B104520-BAB8-40C2-5323-97DB46DA64E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482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>
              <a:extLst>
                <a:ext uri="{FF2B5EF4-FFF2-40B4-BE49-F238E27FC236}">
                  <a16:creationId xmlns:a16="http://schemas.microsoft.com/office/drawing/2014/main" id="{F35EEAD3-4E93-AD65-CD6A-5550A56A67C0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439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CD7FFA31-45CB-F46E-B839-86630EEAB640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842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FFE7F668-EAE5-F8F4-B70B-01E4497AEC20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10" y="799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직선 화살표 연결선 1">
              <a:extLst>
                <a:ext uri="{FF2B5EF4-FFF2-40B4-BE49-F238E27FC236}">
                  <a16:creationId xmlns:a16="http://schemas.microsoft.com/office/drawing/2014/main" id="{B3FDD516-B21E-95E3-9A3E-A108B9A3D8F1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769969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22D6E326-B0DA-46AB-6A68-8B6E37333A5E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8137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0F5E702F-4CCB-B044-7190-2EF57EE6FFBC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6834857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E9F4E0E4-9C31-6AC3-C843-C7E7BFFB3519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7272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352FB11E-A3B6-8851-751F-3DED85362352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597169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C0D6F939-4522-4D0F-3813-CA222588B576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6409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CDD55B53-CF45-8CF1-3ACD-87897BD37B3D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5106857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8FC5E863-9F4B-5F47-F11A-A306356CAF08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5544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98484135-34DF-ECEA-96EC-5602643FCD7B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424369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07EC3DDE-5E32-029C-7B7B-D11681FB744E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4681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36B854C7-BADF-9F48-09FB-43C72A0F5253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3378857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화살표 연결선 112">
              <a:extLst>
                <a:ext uri="{FF2B5EF4-FFF2-40B4-BE49-F238E27FC236}">
                  <a16:creationId xmlns:a16="http://schemas.microsoft.com/office/drawing/2014/main" id="{93CE34D3-D306-A471-EC7C-EC3F366A58D6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3816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화살표 연결선 151">
              <a:extLst>
                <a:ext uri="{FF2B5EF4-FFF2-40B4-BE49-F238E27FC236}">
                  <a16:creationId xmlns:a16="http://schemas.microsoft.com/office/drawing/2014/main" id="{70B610FF-5017-1181-30A3-1712790CF6AA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294769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직선 화살표 연결선 153">
              <a:extLst>
                <a:ext uri="{FF2B5EF4-FFF2-40B4-BE49-F238E27FC236}">
                  <a16:creationId xmlns:a16="http://schemas.microsoft.com/office/drawing/2014/main" id="{AD6E09AF-28AE-6A60-62CD-AF6A210A0DA2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2082857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직선 화살표 연결선 209">
              <a:extLst>
                <a:ext uri="{FF2B5EF4-FFF2-40B4-BE49-F238E27FC236}">
                  <a16:creationId xmlns:a16="http://schemas.microsoft.com/office/drawing/2014/main" id="{31F05770-32D6-6D61-4518-FCC4739AB915}"/>
                </a:ext>
              </a:extLst>
            </p:cNvPr>
            <p:cNvCxnSpPr>
              <a:cxnSpLocks/>
            </p:cNvCxnSpPr>
            <p:nvPr/>
          </p:nvCxnSpPr>
          <p:spPr>
            <a:xfrm>
              <a:off x="17460527" y="2520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663601E1-84F7-0FBB-42BC-D3F9CD6F55D4}"/>
                </a:ext>
              </a:extLst>
            </p:cNvPr>
            <p:cNvGrpSpPr/>
            <p:nvPr/>
          </p:nvGrpSpPr>
          <p:grpSpPr>
            <a:xfrm>
              <a:off x="22680181" y="2016349"/>
              <a:ext cx="2376000" cy="2448000"/>
              <a:chOff x="22680181" y="1368350"/>
              <a:chExt cx="2376000" cy="2448000"/>
            </a:xfrm>
          </p:grpSpPr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47F0ECA6-7C5B-AC04-1CAD-32E48C7353EB}"/>
                  </a:ext>
                </a:extLst>
              </p:cNvPr>
              <p:cNvSpPr/>
              <p:nvPr/>
            </p:nvSpPr>
            <p:spPr>
              <a:xfrm>
                <a:off x="22680181" y="1368350"/>
                <a:ext cx="2376000" cy="2448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BuildGeometry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485BB712-76E2-A314-6DDC-E86C1E0C398B}"/>
                  </a:ext>
                </a:extLst>
              </p:cNvPr>
              <p:cNvSpPr/>
              <p:nvPr/>
            </p:nvSpPr>
            <p:spPr>
              <a:xfrm>
                <a:off x="22824181" y="1658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Merge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Vertices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&amp;</a:t>
                </a:r>
                <a:r>
                  <a:rPr kumimoji="0" lang="ko-KR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</a:t>
                </a: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Indices</a:t>
                </a:r>
              </a:p>
            </p:txBody>
          </p:sp>
          <p:sp>
            <p:nvSpPr>
              <p:cNvPr id="179" name="직사각형 178">
                <a:extLst>
                  <a:ext uri="{FF2B5EF4-FFF2-40B4-BE49-F238E27FC236}">
                    <a16:creationId xmlns:a16="http://schemas.microsoft.com/office/drawing/2014/main" id="{515CD312-2DAE-7CF1-BE06-87221DA19D98}"/>
                  </a:ext>
                </a:extLst>
              </p:cNvPr>
              <p:cNvSpPr/>
              <p:nvPr/>
            </p:nvSpPr>
            <p:spPr>
              <a:xfrm>
                <a:off x="22824181" y="2954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Create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Submesh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Geometry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(Index Count, Index &amp; Vertex Location)</a:t>
                </a: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7ADD522D-F87E-C646-46D2-178D4A778BA5}"/>
                  </a:ext>
                </a:extLst>
              </p:cNvPr>
              <p:cNvSpPr/>
              <p:nvPr/>
            </p:nvSpPr>
            <p:spPr>
              <a:xfrm>
                <a:off x="22824181" y="2522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Create Index Buffer 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&amp; Copy Index Data</a:t>
                </a:r>
              </a:p>
            </p:txBody>
          </p:sp>
          <p:sp>
            <p:nvSpPr>
              <p:cNvPr id="183" name="직사각형 182">
                <a:extLst>
                  <a:ext uri="{FF2B5EF4-FFF2-40B4-BE49-F238E27FC236}">
                    <a16:creationId xmlns:a16="http://schemas.microsoft.com/office/drawing/2014/main" id="{DD0E0D5A-DDA0-EFED-0128-889C8065CB1B}"/>
                  </a:ext>
                </a:extLst>
              </p:cNvPr>
              <p:cNvSpPr/>
              <p:nvPr/>
            </p:nvSpPr>
            <p:spPr>
              <a:xfrm>
                <a:off x="22824181" y="2090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Create Vertex Buffer 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&amp; Copy Vertex Data</a:t>
                </a:r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9C084F5E-605B-DBC2-E105-BBCF596F90A5}"/>
                  </a:ext>
                </a:extLst>
              </p:cNvPr>
              <p:cNvSpPr/>
              <p:nvPr/>
            </p:nvSpPr>
            <p:spPr>
              <a:xfrm>
                <a:off x="22824181" y="3386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Create 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Submesh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Geometry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(Bounding Box &amp; Bounding Sphere)</a:t>
                </a:r>
              </a:p>
            </p:txBody>
          </p:sp>
          <p:cxnSp>
            <p:nvCxnSpPr>
              <p:cNvPr id="216" name="직선 화살표 연결선 215">
                <a:extLst>
                  <a:ext uri="{FF2B5EF4-FFF2-40B4-BE49-F238E27FC236}">
                    <a16:creationId xmlns:a16="http://schemas.microsoft.com/office/drawing/2014/main" id="{F71D2433-AC7B-E8C8-D507-7BE2C6E9D2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67835" y="2808350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직선 화살표 연결선 216">
                <a:extLst>
                  <a:ext uri="{FF2B5EF4-FFF2-40B4-BE49-F238E27FC236}">
                    <a16:creationId xmlns:a16="http://schemas.microsoft.com/office/drawing/2014/main" id="{F4F9C0B2-E5CC-E632-4818-4FC941394F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67835" y="3240350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직선 화살표 연결선 220">
                <a:extLst>
                  <a:ext uri="{FF2B5EF4-FFF2-40B4-BE49-F238E27FC236}">
                    <a16:creationId xmlns:a16="http://schemas.microsoft.com/office/drawing/2014/main" id="{1B9D9722-593C-2BD8-4779-BB9240D594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67835" y="1945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직선 화살표 연결선 221">
                <a:extLst>
                  <a:ext uri="{FF2B5EF4-FFF2-40B4-BE49-F238E27FC236}">
                    <a16:creationId xmlns:a16="http://schemas.microsoft.com/office/drawing/2014/main" id="{16DC9B0A-25B5-8BC8-F0A2-CA0B1EC9B4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67835" y="2376350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3" name="그룹 232">
              <a:extLst>
                <a:ext uri="{FF2B5EF4-FFF2-40B4-BE49-F238E27FC236}">
                  <a16:creationId xmlns:a16="http://schemas.microsoft.com/office/drawing/2014/main" id="{A56A35C4-23B3-3851-FF5D-6317E758B42B}"/>
                </a:ext>
              </a:extLst>
            </p:cNvPr>
            <p:cNvGrpSpPr/>
            <p:nvPr/>
          </p:nvGrpSpPr>
          <p:grpSpPr>
            <a:xfrm>
              <a:off x="25344181" y="4392349"/>
              <a:ext cx="2376000" cy="3744000"/>
              <a:chOff x="25344181" y="3528350"/>
              <a:chExt cx="2376000" cy="3744000"/>
            </a:xfrm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57AD9268-A4E4-2478-9BC9-870CEE2712E2}"/>
                  </a:ext>
                </a:extLst>
              </p:cNvPr>
              <p:cNvSpPr/>
              <p:nvPr/>
            </p:nvSpPr>
            <p:spPr>
              <a:xfrm>
                <a:off x="25344181" y="3528350"/>
                <a:ext cx="2376000" cy="3744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Update() (Override)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1B011DE5-8B8E-F784-1E33-D3F1837A1E8A}"/>
                  </a:ext>
                </a:extLst>
              </p:cNvPr>
              <p:cNvSpPr/>
              <p:nvPr/>
            </p:nvSpPr>
            <p:spPr>
              <a:xfrm>
                <a:off x="25488181" y="5114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Update Light Location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5EDAFDAA-B926-88EE-E457-2F5CE740F7F1}"/>
                  </a:ext>
                </a:extLst>
              </p:cNvPr>
              <p:cNvSpPr/>
              <p:nvPr/>
            </p:nvSpPr>
            <p:spPr>
              <a:xfrm>
                <a:off x="25488181" y="3818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Sync Frame Resource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0F38BFE4-1189-9580-AAE2-E4C98DF8C302}"/>
                  </a:ext>
                </a:extLst>
              </p:cNvPr>
              <p:cNvSpPr/>
              <p:nvPr/>
            </p:nvSpPr>
            <p:spPr>
              <a:xfrm>
                <a:off x="25488181" y="4250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Apply Keyboard Input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(Update Camera Location)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A971B03D-5575-57AC-C2E7-809BB45D7D18}"/>
                  </a:ext>
                </a:extLst>
              </p:cNvPr>
              <p:cNvSpPr/>
              <p:nvPr/>
            </p:nvSpPr>
            <p:spPr>
              <a:xfrm>
                <a:off x="25488181" y="4682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Update Materials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95A6E7F8-9603-D111-F033-D32FEE5A6078}"/>
                  </a:ext>
                </a:extLst>
              </p:cNvPr>
              <p:cNvSpPr/>
              <p:nvPr/>
            </p:nvSpPr>
            <p:spPr>
              <a:xfrm>
                <a:off x="25488181" y="5978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Update Material Buffer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0EBAC1B5-7F37-82F6-202E-CC0756419D19}"/>
                  </a:ext>
                </a:extLst>
              </p:cNvPr>
              <p:cNvSpPr/>
              <p:nvPr/>
            </p:nvSpPr>
            <p:spPr>
              <a:xfrm>
                <a:off x="25488181" y="6410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Update Pass CB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C7D55AF2-B825-A4B4-7956-D48E6A57A496}"/>
                  </a:ext>
                </a:extLst>
              </p:cNvPr>
              <p:cNvSpPr/>
              <p:nvPr/>
            </p:nvSpPr>
            <p:spPr>
              <a:xfrm>
                <a:off x="25488181" y="6842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Update Skinned CB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0ADF22A4-F83A-5146-370E-3D32C752796C}"/>
                  </a:ext>
                </a:extLst>
              </p:cNvPr>
              <p:cNvSpPr/>
              <p:nvPr/>
            </p:nvSpPr>
            <p:spPr>
              <a:xfrm>
                <a:off x="25488181" y="5546049"/>
                <a:ext cx="2087308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Update Instance Buffer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52" name="직선 화살표 연결선 51">
                <a:extLst>
                  <a:ext uri="{FF2B5EF4-FFF2-40B4-BE49-F238E27FC236}">
                    <a16:creationId xmlns:a16="http://schemas.microsoft.com/office/drawing/2014/main" id="{3626C89F-885A-094F-CA1F-06356A38BB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31835" y="5833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화살표 연결선 152">
                <a:extLst>
                  <a:ext uri="{FF2B5EF4-FFF2-40B4-BE49-F238E27FC236}">
                    <a16:creationId xmlns:a16="http://schemas.microsoft.com/office/drawing/2014/main" id="{FB36A739-707B-4753-4D90-767441FAD5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31835" y="5400350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직선 화살표 연결선 210">
                <a:extLst>
                  <a:ext uri="{FF2B5EF4-FFF2-40B4-BE49-F238E27FC236}">
                    <a16:creationId xmlns:a16="http://schemas.microsoft.com/office/drawing/2014/main" id="{011A354B-3CB1-A89D-5C12-17354DCEB4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31835" y="4537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화살표 연결선 224">
                <a:extLst>
                  <a:ext uri="{FF2B5EF4-FFF2-40B4-BE49-F238E27FC236}">
                    <a16:creationId xmlns:a16="http://schemas.microsoft.com/office/drawing/2014/main" id="{0EA0B68F-1EBF-9833-1CFC-807B9DCEB9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31835" y="4969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직선 화살표 연결선 226">
                <a:extLst>
                  <a:ext uri="{FF2B5EF4-FFF2-40B4-BE49-F238E27FC236}">
                    <a16:creationId xmlns:a16="http://schemas.microsoft.com/office/drawing/2014/main" id="{4200F0C8-F1AA-6001-429F-2407D4236D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31835" y="4104350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직선 화살표 연결선 229">
                <a:extLst>
                  <a:ext uri="{FF2B5EF4-FFF2-40B4-BE49-F238E27FC236}">
                    <a16:creationId xmlns:a16="http://schemas.microsoft.com/office/drawing/2014/main" id="{EB5EFEA1-4E2B-A0A9-8DDB-2FF26211F0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531835" y="6265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D9B4F78A-C0C2-5DD1-FC48-F62E77DFBF7B}"/>
                </a:ext>
              </a:extLst>
            </p:cNvPr>
            <p:cNvGrpSpPr/>
            <p:nvPr/>
          </p:nvGrpSpPr>
          <p:grpSpPr>
            <a:xfrm>
              <a:off x="19872181" y="1510181"/>
              <a:ext cx="2376000" cy="2015147"/>
              <a:chOff x="19872181" y="790182"/>
              <a:chExt cx="2376000" cy="2015147"/>
            </a:xfrm>
          </p:grpSpPr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4A5CB691-AA18-0779-EC11-B884D26201BE}"/>
                  </a:ext>
                </a:extLst>
              </p:cNvPr>
              <p:cNvSpPr/>
              <p:nvPr/>
            </p:nvSpPr>
            <p:spPr>
              <a:xfrm>
                <a:off x="19872181" y="790182"/>
                <a:ext cx="2376000" cy="2015147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BuildMeshes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CBA88448-AF93-9836-6FB1-1087042F3671}"/>
                  </a:ext>
                </a:extLst>
              </p:cNvPr>
              <p:cNvSpPr/>
              <p:nvPr/>
            </p:nvSpPr>
            <p:spPr>
              <a:xfrm>
                <a:off x="20016181" y="2378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 Geometry</a:t>
                </a:r>
              </a:p>
            </p:txBody>
          </p:sp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D8EE4135-165B-D39B-23FF-0D37EC8D61FB}"/>
                  </a:ext>
                </a:extLst>
              </p:cNvPr>
              <p:cNvSpPr/>
              <p:nvPr/>
            </p:nvSpPr>
            <p:spPr>
              <a:xfrm>
                <a:off x="20016181" y="1082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Create Default Meshes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(Vertices &amp; Indices)</a:t>
                </a:r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5AFFAAB4-443E-A57B-4BAE-F26D4B4B77E9}"/>
                  </a:ext>
                </a:extLst>
              </p:cNvPr>
              <p:cNvSpPr/>
              <p:nvPr/>
            </p:nvSpPr>
            <p:spPr>
              <a:xfrm>
                <a:off x="20016181" y="1514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Load Model Meshes</a:t>
                </a:r>
              </a:p>
            </p:txBody>
          </p:sp>
          <p:cxnSp>
            <p:nvCxnSpPr>
              <p:cNvPr id="218" name="직선 화살표 연결선 217">
                <a:extLst>
                  <a:ext uri="{FF2B5EF4-FFF2-40B4-BE49-F238E27FC236}">
                    <a16:creationId xmlns:a16="http://schemas.microsoft.com/office/drawing/2014/main" id="{E483A145-FD5D-A569-DFC7-280321D6FF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60181" y="1362858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직선 화살표 연결선 219">
                <a:extLst>
                  <a:ext uri="{FF2B5EF4-FFF2-40B4-BE49-F238E27FC236}">
                    <a16:creationId xmlns:a16="http://schemas.microsoft.com/office/drawing/2014/main" id="{FAE4D399-024C-DF9E-EEE2-93E0313C48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60181" y="2233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1712E953-3B3E-2555-6EC7-47A109E28DFB}"/>
                  </a:ext>
                </a:extLst>
              </p:cNvPr>
              <p:cNvSpPr/>
              <p:nvPr/>
            </p:nvSpPr>
            <p:spPr>
              <a:xfrm>
                <a:off x="20016181" y="1946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 Tangent Vector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249" name="직선 화살표 연결선 248">
                <a:extLst>
                  <a:ext uri="{FF2B5EF4-FFF2-40B4-BE49-F238E27FC236}">
                    <a16:creationId xmlns:a16="http://schemas.microsoft.com/office/drawing/2014/main" id="{A769FF18-7DB5-D5B3-D7F6-42DC68D5A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60181" y="1800350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4" name="그룹 323">
              <a:extLst>
                <a:ext uri="{FF2B5EF4-FFF2-40B4-BE49-F238E27FC236}">
                  <a16:creationId xmlns:a16="http://schemas.microsoft.com/office/drawing/2014/main" id="{F5373E2E-8679-D1FB-9593-77BB5C889FDF}"/>
                </a:ext>
              </a:extLst>
            </p:cNvPr>
            <p:cNvGrpSpPr/>
            <p:nvPr/>
          </p:nvGrpSpPr>
          <p:grpSpPr>
            <a:xfrm>
              <a:off x="28368181" y="4392349"/>
              <a:ext cx="2376000" cy="1584000"/>
              <a:chOff x="28368181" y="3672350"/>
              <a:chExt cx="2376000" cy="1584000"/>
            </a:xfrm>
          </p:grpSpPr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91EA3B5F-8EA0-3FA4-2A86-5648F6973AF0}"/>
                  </a:ext>
                </a:extLst>
              </p:cNvPr>
              <p:cNvSpPr/>
              <p:nvPr/>
            </p:nvSpPr>
            <p:spPr>
              <a:xfrm>
                <a:off x="28368181" y="3672350"/>
                <a:ext cx="2376000" cy="1584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OnKeyboardInput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322469BA-D090-9C05-847B-628D8F122B14}"/>
                  </a:ext>
                </a:extLst>
              </p:cNvPr>
              <p:cNvSpPr/>
              <p:nvPr/>
            </p:nvSpPr>
            <p:spPr>
              <a:xfrm>
                <a:off x="28506537" y="4394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 View Matrix</a:t>
                </a:r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A1D8B18B-454A-766B-9860-5D73813AC37C}"/>
                  </a:ext>
                </a:extLst>
              </p:cNvPr>
              <p:cNvSpPr/>
              <p:nvPr/>
            </p:nvSpPr>
            <p:spPr>
              <a:xfrm>
                <a:off x="28506537" y="3962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 Camera Location</a:t>
                </a:r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6FC2034D-0780-0699-ECB2-1CF8685BA96B}"/>
                  </a:ext>
                </a:extLst>
              </p:cNvPr>
              <p:cNvSpPr/>
              <p:nvPr/>
            </p:nvSpPr>
            <p:spPr>
              <a:xfrm>
                <a:off x="28506537" y="4826015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 Cam Frustum</a:t>
                </a:r>
              </a:p>
            </p:txBody>
          </p:sp>
          <p:cxnSp>
            <p:nvCxnSpPr>
              <p:cNvPr id="286" name="직선 화살표 연결선 285">
                <a:extLst>
                  <a:ext uri="{FF2B5EF4-FFF2-40B4-BE49-F238E27FC236}">
                    <a16:creationId xmlns:a16="http://schemas.microsoft.com/office/drawing/2014/main" id="{4200F0C8-F1AA-6001-429F-2407D4236D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50191" y="4681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직선 화살표 연결선 296">
                <a:extLst>
                  <a:ext uri="{FF2B5EF4-FFF2-40B4-BE49-F238E27FC236}">
                    <a16:creationId xmlns:a16="http://schemas.microsoft.com/office/drawing/2014/main" id="{A95B3B51-D2AF-361C-CED0-F9B3B3B872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50191" y="4248350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8" name="그룹 337">
              <a:extLst>
                <a:ext uri="{FF2B5EF4-FFF2-40B4-BE49-F238E27FC236}">
                  <a16:creationId xmlns:a16="http://schemas.microsoft.com/office/drawing/2014/main" id="{08FCB658-ABB5-E55E-65EC-DC2B612978AF}"/>
                </a:ext>
              </a:extLst>
            </p:cNvPr>
            <p:cNvGrpSpPr/>
            <p:nvPr/>
          </p:nvGrpSpPr>
          <p:grpSpPr>
            <a:xfrm>
              <a:off x="28368181" y="8712349"/>
              <a:ext cx="2376000" cy="1584000"/>
              <a:chOff x="28368181" y="8496350"/>
              <a:chExt cx="2376000" cy="1584000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08E06F11-DE40-99CE-A07F-EDABBDC8EA8D}"/>
                  </a:ext>
                </a:extLst>
              </p:cNvPr>
              <p:cNvSpPr/>
              <p:nvPr/>
            </p:nvSpPr>
            <p:spPr>
              <a:xfrm>
                <a:off x="28368181" y="8496350"/>
                <a:ext cx="2376000" cy="1584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UpdatePassCB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26F19554-E921-365C-8AD1-76A2209CCDE3}"/>
                  </a:ext>
                </a:extLst>
              </p:cNvPr>
              <p:cNvSpPr/>
              <p:nvPr/>
            </p:nvSpPr>
            <p:spPr>
              <a:xfrm>
                <a:off x="28512873" y="8784350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 View/</a:t>
                </a: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P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roj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/</a:t>
                </a:r>
                <a:r>
                  <a:rPr kumimoji="0" lang="en-US" altLang="ko-KR" sz="10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ViewProj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 Matrix</a:t>
                </a:r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53D49463-CE2A-2E64-E4E0-F7881174DEB3}"/>
                  </a:ext>
                </a:extLst>
              </p:cNvPr>
              <p:cNvSpPr/>
              <p:nvPr/>
            </p:nvSpPr>
            <p:spPr>
              <a:xfrm>
                <a:off x="28512873" y="9216350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 Eye Position</a:t>
                </a: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9F24EF03-E47F-0173-1862-20F137C1916A}"/>
                  </a:ext>
                </a:extLst>
              </p:cNvPr>
              <p:cNvSpPr/>
              <p:nvPr/>
            </p:nvSpPr>
            <p:spPr>
              <a:xfrm>
                <a:off x="28512873" y="9648350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 Light Factor</a:t>
                </a:r>
              </a:p>
            </p:txBody>
          </p:sp>
          <p:cxnSp>
            <p:nvCxnSpPr>
              <p:cNvPr id="330" name="직선 화살표 연결선 329">
                <a:extLst>
                  <a:ext uri="{FF2B5EF4-FFF2-40B4-BE49-F238E27FC236}">
                    <a16:creationId xmlns:a16="http://schemas.microsoft.com/office/drawing/2014/main" id="{298A1009-3C43-6BCF-5238-CC750D70F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50191" y="9505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직선 화살표 연결선 331">
                <a:extLst>
                  <a:ext uri="{FF2B5EF4-FFF2-40B4-BE49-F238E27FC236}">
                    <a16:creationId xmlns:a16="http://schemas.microsoft.com/office/drawing/2014/main" id="{C880880F-996E-145C-16B9-CD7A7F8D96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50191" y="9072350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587EE6C7-5012-4707-5E91-1A49284C23AF}"/>
                </a:ext>
              </a:extLst>
            </p:cNvPr>
            <p:cNvGrpSpPr/>
            <p:nvPr/>
          </p:nvGrpSpPr>
          <p:grpSpPr>
            <a:xfrm>
              <a:off x="28368181" y="10440349"/>
              <a:ext cx="2376000" cy="1152000"/>
              <a:chOff x="28368181" y="10296350"/>
              <a:chExt cx="2376000" cy="1152000"/>
            </a:xfrm>
          </p:grpSpPr>
          <p:grpSp>
            <p:nvGrpSpPr>
              <p:cNvPr id="282" name="그룹 281">
                <a:extLst>
                  <a:ext uri="{FF2B5EF4-FFF2-40B4-BE49-F238E27FC236}">
                    <a16:creationId xmlns:a16="http://schemas.microsoft.com/office/drawing/2014/main" id="{FA24050F-40F1-3E98-AF6F-D4E5FF1CF46D}"/>
                  </a:ext>
                </a:extLst>
              </p:cNvPr>
              <p:cNvGrpSpPr/>
              <p:nvPr/>
            </p:nvGrpSpPr>
            <p:grpSpPr>
              <a:xfrm>
                <a:off x="28368181" y="10296350"/>
                <a:ext cx="2376000" cy="1152000"/>
                <a:chOff x="28368181" y="10224350"/>
                <a:chExt cx="2376000" cy="1152000"/>
              </a:xfrm>
            </p:grpSpPr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3720A2C8-9910-28C5-536A-E0BEF5117EDA}"/>
                    </a:ext>
                  </a:extLst>
                </p:cNvPr>
                <p:cNvSpPr/>
                <p:nvPr/>
              </p:nvSpPr>
              <p:spPr>
                <a:xfrm>
                  <a:off x="28368181" y="10224350"/>
                  <a:ext cx="2376000" cy="115200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lIns="0" tIns="0" rIns="0" bIns="0" rtlCol="0" anchor="t"/>
                <a:lstStyle/>
                <a:p>
                  <a:pPr marL="0" marR="0" lvl="0" indent="0" algn="ctr" defTabSz="45712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200" b="1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UpdateSkinnedCB</a:t>
                  </a:r>
                  <a:r>
                    <a:rPr kumimoji="0" lang="en-US" altLang="ko-KR" sz="1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()</a:t>
                  </a:r>
                </a:p>
              </p:txBody>
            </p:sp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05987AC5-50B7-E8C2-5749-AADCC38CB832}"/>
                    </a:ext>
                  </a:extLst>
                </p:cNvPr>
                <p:cNvSpPr/>
                <p:nvPr/>
              </p:nvSpPr>
              <p:spPr>
                <a:xfrm>
                  <a:off x="28504946" y="10514015"/>
                  <a:ext cx="2087308" cy="286335"/>
                </a:xfrm>
                <a:prstGeom prst="rect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45712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Update Skinned Animation</a:t>
                  </a:r>
                </a:p>
              </p:txBody>
            </p:sp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660EAE79-53E5-EF65-28A0-CB3A68DB94B2}"/>
                    </a:ext>
                  </a:extLst>
                </p:cNvPr>
                <p:cNvSpPr/>
                <p:nvPr/>
              </p:nvSpPr>
              <p:spPr>
                <a:xfrm>
                  <a:off x="28504946" y="10944350"/>
                  <a:ext cx="2087308" cy="286335"/>
                </a:xfrm>
                <a:prstGeom prst="rect">
                  <a:avLst/>
                </a:prstGeom>
                <a:noFill/>
                <a:ln w="9525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45712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맑은 고딕" panose="020B0503020000020004" pitchFamily="50" charset="-127"/>
                      <a:cs typeface="+mn-cs"/>
                    </a:rPr>
                    <a:t>Update Skinned Constant Buffer</a:t>
                  </a:r>
                </a:p>
              </p:txBody>
            </p:sp>
          </p:grpSp>
          <p:cxnSp>
            <p:nvCxnSpPr>
              <p:cNvPr id="337" name="직선 화살표 연결선 336">
                <a:extLst>
                  <a:ext uri="{FF2B5EF4-FFF2-40B4-BE49-F238E27FC236}">
                    <a16:creationId xmlns:a16="http://schemas.microsoft.com/office/drawing/2014/main" id="{A996E033-7ED3-E1A6-1B51-698957460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550191" y="10872350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B2C3A21-733E-9E0C-487F-42CE787D09AA}"/>
                </a:ext>
              </a:extLst>
            </p:cNvPr>
            <p:cNvGrpSpPr/>
            <p:nvPr/>
          </p:nvGrpSpPr>
          <p:grpSpPr>
            <a:xfrm>
              <a:off x="28368181" y="6120349"/>
              <a:ext cx="2376000" cy="2448272"/>
              <a:chOff x="28368181" y="5328350"/>
              <a:chExt cx="2376000" cy="2448272"/>
            </a:xfrm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4559D26D-A47F-3C4B-B85A-0AC3B9728FC1}"/>
                  </a:ext>
                </a:extLst>
              </p:cNvPr>
              <p:cNvSpPr/>
              <p:nvPr/>
            </p:nvSpPr>
            <p:spPr>
              <a:xfrm>
                <a:off x="28368181" y="5328350"/>
                <a:ext cx="2376000" cy="2448271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UpdateInstanceBuffer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EF662A60-9B7F-CC83-E292-30C94E5644BB}"/>
                  </a:ext>
                </a:extLst>
              </p:cNvPr>
              <p:cNvSpPr/>
              <p:nvPr/>
            </p:nvSpPr>
            <p:spPr>
              <a:xfrm>
                <a:off x="28512181" y="5832406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Check object included in frustum</a:t>
                </a:r>
              </a:p>
            </p:txBody>
          </p:sp>
          <p:sp>
            <p:nvSpPr>
              <p:cNvPr id="253" name="직사각형 252">
                <a:extLst>
                  <a:ext uri="{FF2B5EF4-FFF2-40B4-BE49-F238E27FC236}">
                    <a16:creationId xmlns:a16="http://schemas.microsoft.com/office/drawing/2014/main" id="{985EA603-F4EC-343B-CE96-8E89C4933FB8}"/>
                  </a:ext>
                </a:extLst>
              </p:cNvPr>
              <p:cNvSpPr/>
              <p:nvPr/>
            </p:nvSpPr>
            <p:spPr>
              <a:xfrm>
                <a:off x="28368181" y="5616351"/>
                <a:ext cx="2376000" cy="1511672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If culling is enable</a:t>
                </a:r>
              </a:p>
            </p:txBody>
          </p:sp>
          <p:sp>
            <p:nvSpPr>
              <p:cNvPr id="272" name="직사각형 271">
                <a:extLst>
                  <a:ext uri="{FF2B5EF4-FFF2-40B4-BE49-F238E27FC236}">
                    <a16:creationId xmlns:a16="http://schemas.microsoft.com/office/drawing/2014/main" id="{EFADA7EA-58E8-36A3-A5AA-5BD9083FB6A4}"/>
                  </a:ext>
                </a:extLst>
              </p:cNvPr>
              <p:cNvSpPr/>
              <p:nvPr/>
            </p:nvSpPr>
            <p:spPr>
              <a:xfrm>
                <a:off x="28368181" y="7128550"/>
                <a:ext cx="2376000" cy="648072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100" b="1" kern="0" dirty="0">
                    <a:solidFill>
                      <a:srgbClr val="0000FF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Else if culling is disable</a:t>
                </a:r>
                <a:endParaRPr kumimoji="0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3" name="직사각형 272">
                <a:extLst>
                  <a:ext uri="{FF2B5EF4-FFF2-40B4-BE49-F238E27FC236}">
                    <a16:creationId xmlns:a16="http://schemas.microsoft.com/office/drawing/2014/main" id="{76E5E7DF-BA1E-595F-E8E3-214195987521}"/>
                  </a:ext>
                </a:extLst>
              </p:cNvPr>
              <p:cNvSpPr/>
              <p:nvPr/>
            </p:nvSpPr>
            <p:spPr>
              <a:xfrm>
                <a:off x="28512181" y="6696502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 Object Instance Count &amp; </a:t>
                </a:r>
              </a:p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Update </a:t>
                </a: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Instance CB for instance index</a:t>
                </a:r>
              </a:p>
            </p:txBody>
          </p:sp>
          <p:sp>
            <p:nvSpPr>
              <p:cNvPr id="274" name="직사각형 273">
                <a:extLst>
                  <a:ext uri="{FF2B5EF4-FFF2-40B4-BE49-F238E27FC236}">
                    <a16:creationId xmlns:a16="http://schemas.microsoft.com/office/drawing/2014/main" id="{F1F4622C-B7EB-661E-22C0-2733A2DBB1F6}"/>
                  </a:ext>
                </a:extLst>
              </p:cNvPr>
              <p:cNvSpPr/>
              <p:nvPr/>
            </p:nvSpPr>
            <p:spPr>
              <a:xfrm>
                <a:off x="28512181" y="6266151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Copy instance data</a:t>
                </a:r>
              </a:p>
            </p:txBody>
          </p: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C690DD7E-6950-A8A2-F761-62AFC2606865}"/>
                  </a:ext>
                </a:extLst>
              </p:cNvPr>
              <p:cNvSpPr/>
              <p:nvPr/>
            </p:nvSpPr>
            <p:spPr>
              <a:xfrm>
                <a:off x="28512181" y="7344574"/>
                <a:ext cx="2087308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Update objects with a dirty flag</a:t>
                </a:r>
              </a:p>
            </p:txBody>
          </p:sp>
        </p:grpSp>
        <p:cxnSp>
          <p:nvCxnSpPr>
            <p:cNvPr id="342" name="직선 화살표 연결선 341">
              <a:extLst>
                <a:ext uri="{FF2B5EF4-FFF2-40B4-BE49-F238E27FC236}">
                  <a16:creationId xmlns:a16="http://schemas.microsoft.com/office/drawing/2014/main" id="{3A52B0E8-177D-3CB7-1B8A-76E84D9EEA61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4257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직선 화살표 연결선 342">
              <a:extLst>
                <a:ext uri="{FF2B5EF4-FFF2-40B4-BE49-F238E27FC236}">
                  <a16:creationId xmlns:a16="http://schemas.microsoft.com/office/drawing/2014/main" id="{A57639CE-652E-3C5A-9C80-D85325D0756B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382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직선 화살표 연결선 343">
              <a:extLst>
                <a:ext uri="{FF2B5EF4-FFF2-40B4-BE49-F238E27FC236}">
                  <a16:creationId xmlns:a16="http://schemas.microsoft.com/office/drawing/2014/main" id="{5EC5E420-33E5-39C3-B4E4-78174C0A4143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339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직선 화살표 연결선 344">
              <a:extLst>
                <a:ext uri="{FF2B5EF4-FFF2-40B4-BE49-F238E27FC236}">
                  <a16:creationId xmlns:a16="http://schemas.microsoft.com/office/drawing/2014/main" id="{C1E0C59C-CB45-85D0-C571-0984C4ED641D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2961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직선 화살표 연결선 345">
              <a:extLst>
                <a:ext uri="{FF2B5EF4-FFF2-40B4-BE49-F238E27FC236}">
                  <a16:creationId xmlns:a16="http://schemas.microsoft.com/office/drawing/2014/main" id="{E9658AED-10AF-7A3B-6E17-667855CE4BF0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886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직선 화살표 연결선 346">
              <a:extLst>
                <a:ext uri="{FF2B5EF4-FFF2-40B4-BE49-F238E27FC236}">
                  <a16:creationId xmlns:a16="http://schemas.microsoft.com/office/drawing/2014/main" id="{2D1B0B8D-F356-095C-4BA5-2104050359F3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8289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직선 화살표 연결선 347">
              <a:extLst>
                <a:ext uri="{FF2B5EF4-FFF2-40B4-BE49-F238E27FC236}">
                  <a16:creationId xmlns:a16="http://schemas.microsoft.com/office/drawing/2014/main" id="{B80D19A6-C2E6-2BA7-3FFC-3769A9294893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7857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직선 화살표 연결선 348">
              <a:extLst>
                <a:ext uri="{FF2B5EF4-FFF2-40B4-BE49-F238E27FC236}">
                  <a16:creationId xmlns:a16="http://schemas.microsoft.com/office/drawing/2014/main" id="{AAA76DE1-AB62-60B2-9E71-2E394C48EFFB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742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직선 화살표 연결선 349">
              <a:extLst>
                <a:ext uri="{FF2B5EF4-FFF2-40B4-BE49-F238E27FC236}">
                  <a16:creationId xmlns:a16="http://schemas.microsoft.com/office/drawing/2014/main" id="{977B2EBF-5346-3507-88A1-7A3FA83613EF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6561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직선 화살표 연결선 350">
              <a:extLst>
                <a:ext uri="{FF2B5EF4-FFF2-40B4-BE49-F238E27FC236}">
                  <a16:creationId xmlns:a16="http://schemas.microsoft.com/office/drawing/2014/main" id="{E64F8BA7-9999-F154-6ECE-396F0D961495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6129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직선 화살표 연결선 351">
              <a:extLst>
                <a:ext uri="{FF2B5EF4-FFF2-40B4-BE49-F238E27FC236}">
                  <a16:creationId xmlns:a16="http://schemas.microsoft.com/office/drawing/2014/main" id="{C74D648B-E9A0-4E60-EA57-EE94BE209B3B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5697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직선 화살표 연결선 352">
              <a:extLst>
                <a:ext uri="{FF2B5EF4-FFF2-40B4-BE49-F238E27FC236}">
                  <a16:creationId xmlns:a16="http://schemas.microsoft.com/office/drawing/2014/main" id="{A1C78C2C-E6E9-09F6-2E07-4F9A1197C711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526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직선 화살표 연결선 353">
              <a:extLst>
                <a:ext uri="{FF2B5EF4-FFF2-40B4-BE49-F238E27FC236}">
                  <a16:creationId xmlns:a16="http://schemas.microsoft.com/office/drawing/2014/main" id="{CD58081F-0973-CA60-46C0-5194BE6185BE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2030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직선 화살표 연결선 355">
              <a:extLst>
                <a:ext uri="{FF2B5EF4-FFF2-40B4-BE49-F238E27FC236}">
                  <a16:creationId xmlns:a16="http://schemas.microsoft.com/office/drawing/2014/main" id="{6051A173-5CB7-75E4-7C9D-4EFD188313A1}"/>
                </a:ext>
              </a:extLst>
            </p:cNvPr>
            <p:cNvCxnSpPr>
              <a:cxnSpLocks/>
            </p:cNvCxnSpPr>
            <p:nvPr/>
          </p:nvCxnSpPr>
          <p:spPr>
            <a:xfrm>
              <a:off x="26531835" y="1987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직선 화살표 연결선 362">
              <a:extLst>
                <a:ext uri="{FF2B5EF4-FFF2-40B4-BE49-F238E27FC236}">
                  <a16:creationId xmlns:a16="http://schemas.microsoft.com/office/drawing/2014/main" id="{7AFF1692-B69F-5A56-40F7-3492478388C4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181" y="10872349"/>
              <a:ext cx="504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직선 화살표 연결선 363">
              <a:extLst>
                <a:ext uri="{FF2B5EF4-FFF2-40B4-BE49-F238E27FC236}">
                  <a16:creationId xmlns:a16="http://schemas.microsoft.com/office/drawing/2014/main" id="{AFA9723A-1B16-3621-0A64-1473C3BD41A8}"/>
                </a:ext>
              </a:extLst>
            </p:cNvPr>
            <p:cNvCxnSpPr>
              <a:cxnSpLocks/>
            </p:cNvCxnSpPr>
            <p:nvPr/>
          </p:nvCxnSpPr>
          <p:spPr>
            <a:xfrm>
              <a:off x="31104181" y="5184349"/>
              <a:ext cx="0" cy="5688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직선 화살표 연결선 365">
              <a:extLst>
                <a:ext uri="{FF2B5EF4-FFF2-40B4-BE49-F238E27FC236}">
                  <a16:creationId xmlns:a16="http://schemas.microsoft.com/office/drawing/2014/main" id="{8A23A8ED-6F30-730A-E81A-BD37FF9321F6}"/>
                </a:ext>
              </a:extLst>
            </p:cNvPr>
            <p:cNvCxnSpPr>
              <a:cxnSpLocks/>
            </p:cNvCxnSpPr>
            <p:nvPr/>
          </p:nvCxnSpPr>
          <p:spPr>
            <a:xfrm>
              <a:off x="31104181" y="5184349"/>
              <a:ext cx="57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0" name="직사각형 369">
              <a:extLst>
                <a:ext uri="{FF2B5EF4-FFF2-40B4-BE49-F238E27FC236}">
                  <a16:creationId xmlns:a16="http://schemas.microsoft.com/office/drawing/2014/main" id="{93E47E7B-C623-B2CA-68E7-A3DD05574C59}"/>
                </a:ext>
              </a:extLst>
            </p:cNvPr>
            <p:cNvSpPr/>
            <p:nvPr/>
          </p:nvSpPr>
          <p:spPr>
            <a:xfrm>
              <a:off x="31248181" y="7774649"/>
              <a:ext cx="5400000" cy="55457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Frame Resource</a:t>
              </a:r>
            </a:p>
          </p:txBody>
        </p:sp>
        <p:sp>
          <p:nvSpPr>
            <p:cNvPr id="399" name="직사각형 398">
              <a:extLst>
                <a:ext uri="{FF2B5EF4-FFF2-40B4-BE49-F238E27FC236}">
                  <a16:creationId xmlns:a16="http://schemas.microsoft.com/office/drawing/2014/main" id="{FC8DA3DB-4C39-2006-8244-4F398F40529D}"/>
                </a:ext>
              </a:extLst>
            </p:cNvPr>
            <p:cNvSpPr/>
            <p:nvPr/>
          </p:nvSpPr>
          <p:spPr>
            <a:xfrm>
              <a:off x="31464181" y="8208349"/>
              <a:ext cx="2376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LightData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0" name="직사각형 399">
              <a:extLst>
                <a:ext uri="{FF2B5EF4-FFF2-40B4-BE49-F238E27FC236}">
                  <a16:creationId xmlns:a16="http://schemas.microsoft.com/office/drawing/2014/main" id="{A77A5142-DD19-4EFA-589B-5EA93A14D718}"/>
                </a:ext>
              </a:extLst>
            </p:cNvPr>
            <p:cNvSpPr/>
            <p:nvPr/>
          </p:nvSpPr>
          <p:spPr>
            <a:xfrm>
              <a:off x="31464181" y="10728350"/>
              <a:ext cx="2376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InstanceConstants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1" name="직사각형 400">
              <a:extLst>
                <a:ext uri="{FF2B5EF4-FFF2-40B4-BE49-F238E27FC236}">
                  <a16:creationId xmlns:a16="http://schemas.microsoft.com/office/drawing/2014/main" id="{EAFBB3A2-6188-6C5D-9189-2222E8043A83}"/>
                </a:ext>
              </a:extLst>
            </p:cNvPr>
            <p:cNvSpPr/>
            <p:nvPr/>
          </p:nvSpPr>
          <p:spPr>
            <a:xfrm>
              <a:off x="31464181" y="9216350"/>
              <a:ext cx="2376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InstanceData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2" name="직사각형 401">
              <a:extLst>
                <a:ext uri="{FF2B5EF4-FFF2-40B4-BE49-F238E27FC236}">
                  <a16:creationId xmlns:a16="http://schemas.microsoft.com/office/drawing/2014/main" id="{97EF4F14-EC96-3A09-6120-83A83C276739}"/>
                </a:ext>
              </a:extLst>
            </p:cNvPr>
            <p:cNvSpPr/>
            <p:nvPr/>
          </p:nvSpPr>
          <p:spPr>
            <a:xfrm>
              <a:off x="31464181" y="8712349"/>
              <a:ext cx="2376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MaterialData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3" name="직사각형 402">
              <a:extLst>
                <a:ext uri="{FF2B5EF4-FFF2-40B4-BE49-F238E27FC236}">
                  <a16:creationId xmlns:a16="http://schemas.microsoft.com/office/drawing/2014/main" id="{6D4EF32D-67F5-CCFF-5DC5-22B3626C8852}"/>
                </a:ext>
              </a:extLst>
            </p:cNvPr>
            <p:cNvSpPr/>
            <p:nvPr/>
          </p:nvSpPr>
          <p:spPr>
            <a:xfrm>
              <a:off x="31464181" y="9720349"/>
              <a:ext cx="2376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SkinnedConstants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4" name="직사각형 403">
              <a:extLst>
                <a:ext uri="{FF2B5EF4-FFF2-40B4-BE49-F238E27FC236}">
                  <a16:creationId xmlns:a16="http://schemas.microsoft.com/office/drawing/2014/main" id="{1F5879E0-9BA3-A596-806F-1B32563D5D00}"/>
                </a:ext>
              </a:extLst>
            </p:cNvPr>
            <p:cNvSpPr/>
            <p:nvPr/>
          </p:nvSpPr>
          <p:spPr>
            <a:xfrm>
              <a:off x="31464181" y="10224350"/>
              <a:ext cx="2376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PassConstants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7" name="직사각형 406">
              <a:extLst>
                <a:ext uri="{FF2B5EF4-FFF2-40B4-BE49-F238E27FC236}">
                  <a16:creationId xmlns:a16="http://schemas.microsoft.com/office/drawing/2014/main" id="{E26B7C73-71B8-8518-94C6-7AF8C2C61A1B}"/>
                </a:ext>
              </a:extLst>
            </p:cNvPr>
            <p:cNvSpPr/>
            <p:nvPr/>
          </p:nvSpPr>
          <p:spPr>
            <a:xfrm>
              <a:off x="34056181" y="8208349"/>
              <a:ext cx="2376000" cy="2880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FrameResource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0" name="직사각형 409">
              <a:extLst>
                <a:ext uri="{FF2B5EF4-FFF2-40B4-BE49-F238E27FC236}">
                  <a16:creationId xmlns:a16="http://schemas.microsoft.com/office/drawing/2014/main" id="{926BC147-3DDB-758C-52E4-A999D7CA7139}"/>
                </a:ext>
              </a:extLst>
            </p:cNvPr>
            <p:cNvSpPr/>
            <p:nvPr/>
          </p:nvSpPr>
          <p:spPr>
            <a:xfrm>
              <a:off x="36936181" y="7775880"/>
              <a:ext cx="2952000" cy="554446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UploadBuffer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9" name="직사각형 418">
              <a:extLst>
                <a:ext uri="{FF2B5EF4-FFF2-40B4-BE49-F238E27FC236}">
                  <a16:creationId xmlns:a16="http://schemas.microsoft.com/office/drawing/2014/main" id="{A589430B-0DF1-9F8A-4D48-6931C748B262}"/>
                </a:ext>
              </a:extLst>
            </p:cNvPr>
            <p:cNvSpPr/>
            <p:nvPr/>
          </p:nvSpPr>
          <p:spPr>
            <a:xfrm>
              <a:off x="34200181" y="10584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UploadBuffer</a:t>
              </a: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</a:t>
              </a: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InstanceConstants</a:t>
              </a: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&gt;</a:t>
              </a:r>
            </a:p>
          </p:txBody>
        </p:sp>
        <p:sp>
          <p:nvSpPr>
            <p:cNvPr id="420" name="직사각형 419">
              <a:extLst>
                <a:ext uri="{FF2B5EF4-FFF2-40B4-BE49-F238E27FC236}">
                  <a16:creationId xmlns:a16="http://schemas.microsoft.com/office/drawing/2014/main" id="{ECF6F6E1-BDAF-829D-537D-577D8BEC2FA6}"/>
                </a:ext>
              </a:extLst>
            </p:cNvPr>
            <p:cNvSpPr/>
            <p:nvPr/>
          </p:nvSpPr>
          <p:spPr>
            <a:xfrm>
              <a:off x="34200181" y="9072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UploadBuffer</a:t>
              </a: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</a:t>
              </a: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InstanceData</a:t>
              </a: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&gt;</a:t>
              </a:r>
            </a:p>
          </p:txBody>
        </p:sp>
        <p:sp>
          <p:nvSpPr>
            <p:cNvPr id="421" name="직사각형 420">
              <a:extLst>
                <a:ext uri="{FF2B5EF4-FFF2-40B4-BE49-F238E27FC236}">
                  <a16:creationId xmlns:a16="http://schemas.microsoft.com/office/drawing/2014/main" id="{41229269-BDBA-3ED6-4867-95823B2410E8}"/>
                </a:ext>
              </a:extLst>
            </p:cNvPr>
            <p:cNvSpPr/>
            <p:nvPr/>
          </p:nvSpPr>
          <p:spPr>
            <a:xfrm>
              <a:off x="34200181" y="8568349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UploadBuffer</a:t>
              </a: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</a:t>
              </a: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MaterialData</a:t>
              </a: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&gt;</a:t>
              </a:r>
            </a:p>
          </p:txBody>
        </p:sp>
        <p:sp>
          <p:nvSpPr>
            <p:cNvPr id="422" name="직사각형 421">
              <a:extLst>
                <a:ext uri="{FF2B5EF4-FFF2-40B4-BE49-F238E27FC236}">
                  <a16:creationId xmlns:a16="http://schemas.microsoft.com/office/drawing/2014/main" id="{EA556EBE-0E4E-D527-3693-42136C2738D6}"/>
                </a:ext>
              </a:extLst>
            </p:cNvPr>
            <p:cNvSpPr/>
            <p:nvPr/>
          </p:nvSpPr>
          <p:spPr>
            <a:xfrm>
              <a:off x="34200181" y="9576349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UploadBuffer</a:t>
              </a: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</a:t>
              </a: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SkinnedConstants</a:t>
              </a: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&gt;</a:t>
              </a:r>
            </a:p>
          </p:txBody>
        </p:sp>
        <p:sp>
          <p:nvSpPr>
            <p:cNvPr id="423" name="직사각형 422">
              <a:extLst>
                <a:ext uri="{FF2B5EF4-FFF2-40B4-BE49-F238E27FC236}">
                  <a16:creationId xmlns:a16="http://schemas.microsoft.com/office/drawing/2014/main" id="{98200D6B-4A2B-CA1E-1F88-50A3E37A2631}"/>
                </a:ext>
              </a:extLst>
            </p:cNvPr>
            <p:cNvSpPr/>
            <p:nvPr/>
          </p:nvSpPr>
          <p:spPr>
            <a:xfrm>
              <a:off x="34200181" y="10080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UploadBuffer</a:t>
              </a:r>
              <a:r>
                <a:rPr lang="en-US" altLang="ko-KR" sz="105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PassConstants</a:t>
              </a: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&gt;</a:t>
              </a:r>
            </a:p>
          </p:txBody>
        </p:sp>
        <p:sp>
          <p:nvSpPr>
            <p:cNvPr id="424" name="직사각형 423">
              <a:extLst>
                <a:ext uri="{FF2B5EF4-FFF2-40B4-BE49-F238E27FC236}">
                  <a16:creationId xmlns:a16="http://schemas.microsoft.com/office/drawing/2014/main" id="{1CD43AC8-D6E7-5B1A-68F4-2FA93F249615}"/>
                </a:ext>
              </a:extLst>
            </p:cNvPr>
            <p:cNvSpPr/>
            <p:nvPr/>
          </p:nvSpPr>
          <p:spPr>
            <a:xfrm>
              <a:off x="37224181" y="8208348"/>
              <a:ext cx="2376000" cy="1296001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UploadBuffer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425" name="직사각형 424">
              <a:extLst>
                <a:ext uri="{FF2B5EF4-FFF2-40B4-BE49-F238E27FC236}">
                  <a16:creationId xmlns:a16="http://schemas.microsoft.com/office/drawing/2014/main" id="{D2BCB00A-27FA-EBB1-2617-F8CDEF52EF2B}"/>
                </a:ext>
              </a:extLst>
            </p:cNvPr>
            <p:cNvSpPr/>
            <p:nvPr/>
          </p:nvSpPr>
          <p:spPr>
            <a:xfrm>
              <a:off x="37224181" y="11088349"/>
              <a:ext cx="2376000" cy="79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Resource()</a:t>
              </a:r>
            </a:p>
          </p:txBody>
        </p:sp>
        <p:sp>
          <p:nvSpPr>
            <p:cNvPr id="427" name="직사각형 426">
              <a:extLst>
                <a:ext uri="{FF2B5EF4-FFF2-40B4-BE49-F238E27FC236}">
                  <a16:creationId xmlns:a16="http://schemas.microsoft.com/office/drawing/2014/main" id="{19E10637-9A76-367E-950F-50BE18F55DBA}"/>
                </a:ext>
              </a:extLst>
            </p:cNvPr>
            <p:cNvSpPr/>
            <p:nvPr/>
          </p:nvSpPr>
          <p:spPr>
            <a:xfrm>
              <a:off x="37224181" y="12240349"/>
              <a:ext cx="2376000" cy="79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CopyData</a:t>
              </a:r>
              <a:r>
                <a:rPr kumimoji="0" lang="en-US" altLang="ko-KR" sz="12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8" name="직사각형 427">
              <a:extLst>
                <a:ext uri="{FF2B5EF4-FFF2-40B4-BE49-F238E27FC236}">
                  <a16:creationId xmlns:a16="http://schemas.microsoft.com/office/drawing/2014/main" id="{D23831C8-7679-BD16-4051-AFD4C6E7AB93}"/>
                </a:ext>
              </a:extLst>
            </p:cNvPr>
            <p:cNvSpPr/>
            <p:nvPr/>
          </p:nvSpPr>
          <p:spPr>
            <a:xfrm>
              <a:off x="37224181" y="9936349"/>
              <a:ext cx="2376000" cy="79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~</a:t>
              </a: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UploadBuffer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429" name="직사각형 428">
              <a:extLst>
                <a:ext uri="{FF2B5EF4-FFF2-40B4-BE49-F238E27FC236}">
                  <a16:creationId xmlns:a16="http://schemas.microsoft.com/office/drawing/2014/main" id="{FB2FEDC3-9E92-6745-E6C3-F3E8A636BD64}"/>
                </a:ext>
              </a:extLst>
            </p:cNvPr>
            <p:cNvSpPr/>
            <p:nvPr/>
          </p:nvSpPr>
          <p:spPr>
            <a:xfrm>
              <a:off x="37368181" y="8496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Commit Resource</a:t>
              </a:r>
            </a:p>
          </p:txBody>
        </p:sp>
        <p:sp>
          <p:nvSpPr>
            <p:cNvPr id="430" name="직사각형 429">
              <a:extLst>
                <a:ext uri="{FF2B5EF4-FFF2-40B4-BE49-F238E27FC236}">
                  <a16:creationId xmlns:a16="http://schemas.microsoft.com/office/drawing/2014/main" id="{52BC5673-4CC5-F96D-D1FB-119BA305A2F0}"/>
                </a:ext>
              </a:extLst>
            </p:cNvPr>
            <p:cNvSpPr/>
            <p:nvPr/>
          </p:nvSpPr>
          <p:spPr>
            <a:xfrm>
              <a:off x="37368181" y="9000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Get a CPU pointer 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to the specified </a:t>
              </a: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subresource</a:t>
              </a:r>
              <a:endParaRPr kumimoji="0" lang="en-US" altLang="ko-KR" sz="105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1" name="직사각형 430">
              <a:extLst>
                <a:ext uri="{FF2B5EF4-FFF2-40B4-BE49-F238E27FC236}">
                  <a16:creationId xmlns:a16="http://schemas.microsoft.com/office/drawing/2014/main" id="{F2D049B8-239A-85FA-DEFB-41DC3C090256}"/>
                </a:ext>
              </a:extLst>
            </p:cNvPr>
            <p:cNvSpPr/>
            <p:nvPr/>
          </p:nvSpPr>
          <p:spPr>
            <a:xfrm>
              <a:off x="37368181" y="10224349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Release a CPU pointer 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to the specified </a:t>
              </a:r>
              <a:r>
                <a:rPr kumimoji="0" lang="en-US" altLang="ko-KR" sz="105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subresource</a:t>
              </a:r>
              <a:endParaRPr kumimoji="0" lang="en-US" altLang="ko-KR" sz="105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3" name="직사각형 432">
              <a:extLst>
                <a:ext uri="{FF2B5EF4-FFF2-40B4-BE49-F238E27FC236}">
                  <a16:creationId xmlns:a16="http://schemas.microsoft.com/office/drawing/2014/main" id="{CF86D268-8FA2-F579-1845-0AD747700D72}"/>
                </a:ext>
              </a:extLst>
            </p:cNvPr>
            <p:cNvSpPr/>
            <p:nvPr/>
          </p:nvSpPr>
          <p:spPr>
            <a:xfrm>
              <a:off x="37368181" y="11376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Return Buffer Pointer</a:t>
              </a:r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35D42CD-884E-6F50-1DB6-F3302B72F550}"/>
                </a:ext>
              </a:extLst>
            </p:cNvPr>
            <p:cNvSpPr/>
            <p:nvPr/>
          </p:nvSpPr>
          <p:spPr>
            <a:xfrm>
              <a:off x="37368181" y="12528349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Copy data to Buffer</a:t>
              </a:r>
            </a:p>
          </p:txBody>
        </p:sp>
        <p:sp>
          <p:nvSpPr>
            <p:cNvPr id="436" name="직사각형 435">
              <a:extLst>
                <a:ext uri="{FF2B5EF4-FFF2-40B4-BE49-F238E27FC236}">
                  <a16:creationId xmlns:a16="http://schemas.microsoft.com/office/drawing/2014/main" id="{39A6F1D0-7AFE-0B70-F338-F5B149476633}"/>
                </a:ext>
              </a:extLst>
            </p:cNvPr>
            <p:cNvSpPr/>
            <p:nvPr/>
          </p:nvSpPr>
          <p:spPr>
            <a:xfrm>
              <a:off x="31464181" y="11304349"/>
              <a:ext cx="4968000" cy="1800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EXInstanceData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37" name="직사각형 436">
              <a:extLst>
                <a:ext uri="{FF2B5EF4-FFF2-40B4-BE49-F238E27FC236}">
                  <a16:creationId xmlns:a16="http://schemas.microsoft.com/office/drawing/2014/main" id="{F92D6CAD-79BE-4344-A468-846D78C055F6}"/>
                </a:ext>
              </a:extLst>
            </p:cNvPr>
            <p:cNvSpPr/>
            <p:nvPr/>
          </p:nvSpPr>
          <p:spPr>
            <a:xfrm>
              <a:off x="31608181" y="11592348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defTabSz="457122"/>
              <a:r>
                <a:rPr lang="en-US" altLang="ko-KR" sz="105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InstanceData</a:t>
              </a:r>
              <a:endParaRPr lang="en-US" altLang="ko-KR" sz="105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A3731E92-ABDB-900A-90EB-A563D6C8A82B}"/>
                </a:ext>
              </a:extLst>
            </p:cNvPr>
            <p:cNvSpPr/>
            <p:nvPr/>
          </p:nvSpPr>
          <p:spPr>
            <a:xfrm>
              <a:off x="31608181" y="12096348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defTabSz="457122"/>
              <a:r>
                <a:rPr lang="en-US" altLang="ko-KR" sz="105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Bounding Box / Sphere</a:t>
              </a:r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872CF105-B38C-CDA2-5BE9-E705A8885287}"/>
                </a:ext>
              </a:extLst>
            </p:cNvPr>
            <p:cNvSpPr/>
            <p:nvPr/>
          </p:nvSpPr>
          <p:spPr>
            <a:xfrm>
              <a:off x="31608181" y="12600348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 defTabSz="457122"/>
              <a:r>
                <a:rPr lang="en-US" altLang="ko-KR" sz="105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Transform</a:t>
              </a:r>
            </a:p>
            <a:p>
              <a:pPr algn="ctr" defTabSz="457122"/>
              <a:r>
                <a:rPr lang="en-US" altLang="ko-KR" sz="105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(Position/Rotation/Scale)</a:t>
              </a:r>
            </a:p>
          </p:txBody>
        </p:sp>
        <p:sp>
          <p:nvSpPr>
            <p:cNvPr id="440" name="직사각형 439">
              <a:extLst>
                <a:ext uri="{FF2B5EF4-FFF2-40B4-BE49-F238E27FC236}">
                  <a16:creationId xmlns:a16="http://schemas.microsoft.com/office/drawing/2014/main" id="{BE5D63FA-0419-0081-3CA6-34CF21CAE49F}"/>
                </a:ext>
              </a:extLst>
            </p:cNvPr>
            <p:cNvSpPr/>
            <p:nvPr/>
          </p:nvSpPr>
          <p:spPr>
            <a:xfrm>
              <a:off x="33912181" y="11593197"/>
              <a:ext cx="2376000" cy="1367151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Update()</a:t>
              </a:r>
            </a:p>
          </p:txBody>
        </p:sp>
        <p:sp>
          <p:nvSpPr>
            <p:cNvPr id="441" name="직사각형 440">
              <a:extLst>
                <a:ext uri="{FF2B5EF4-FFF2-40B4-BE49-F238E27FC236}">
                  <a16:creationId xmlns:a16="http://schemas.microsoft.com/office/drawing/2014/main" id="{AFBBE086-635C-7ABD-92C8-7D3D5CE2A9D7}"/>
                </a:ext>
              </a:extLst>
            </p:cNvPr>
            <p:cNvSpPr/>
            <p:nvPr/>
          </p:nvSpPr>
          <p:spPr>
            <a:xfrm>
              <a:off x="34056181" y="11952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Update Bounding Box / Sphere</a:t>
              </a:r>
            </a:p>
          </p:txBody>
        </p:sp>
        <p:sp>
          <p:nvSpPr>
            <p:cNvPr id="442" name="직사각형 441">
              <a:extLst>
                <a:ext uri="{FF2B5EF4-FFF2-40B4-BE49-F238E27FC236}">
                  <a16:creationId xmlns:a16="http://schemas.microsoft.com/office/drawing/2014/main" id="{C83570EF-951B-6E48-E84E-6C4FA8DFC6E0}"/>
                </a:ext>
              </a:extLst>
            </p:cNvPr>
            <p:cNvSpPr/>
            <p:nvPr/>
          </p:nvSpPr>
          <p:spPr>
            <a:xfrm>
              <a:off x="34056181" y="12456349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Update Affine Transform Matrix</a:t>
              </a:r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F5A5A145-22EA-21B0-0880-CC541AF8455F}"/>
                </a:ext>
              </a:extLst>
            </p:cNvPr>
            <p:cNvSpPr/>
            <p:nvPr/>
          </p:nvSpPr>
          <p:spPr>
            <a:xfrm>
              <a:off x="6480181" y="10296350"/>
              <a:ext cx="9216000" cy="15119998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Compute Shader Management Class (GPU Wave, </a:t>
              </a: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BlurFilter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, …, </a:t>
              </a: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etc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)</a:t>
              </a:r>
            </a:p>
          </p:txBody>
        </p:sp>
        <p:sp>
          <p:nvSpPr>
            <p:cNvPr id="321" name="직사각형 320">
              <a:extLst>
                <a:ext uri="{FF2B5EF4-FFF2-40B4-BE49-F238E27FC236}">
                  <a16:creationId xmlns:a16="http://schemas.microsoft.com/office/drawing/2014/main" id="{C3F06CD5-1111-9101-4C1A-BF23DD95AE8E}"/>
                </a:ext>
              </a:extLst>
            </p:cNvPr>
            <p:cNvSpPr/>
            <p:nvPr/>
          </p:nvSpPr>
          <p:spPr>
            <a:xfrm>
              <a:off x="6984181" y="13104349"/>
              <a:ext cx="2376000" cy="720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Destructor()</a:t>
              </a:r>
            </a:p>
          </p:txBody>
        </p:sp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D1A661F9-8FAA-B9A5-7FCF-993FF6C9BA38}"/>
                </a:ext>
              </a:extLst>
            </p:cNvPr>
            <p:cNvSpPr/>
            <p:nvPr/>
          </p:nvSpPr>
          <p:spPr>
            <a:xfrm>
              <a:off x="6984181" y="14040349"/>
              <a:ext cx="2376000" cy="79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DescriptorCount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355" name="직사각형 354">
              <a:extLst>
                <a:ext uri="{FF2B5EF4-FFF2-40B4-BE49-F238E27FC236}">
                  <a16:creationId xmlns:a16="http://schemas.microsoft.com/office/drawing/2014/main" id="{E6BD3ADE-11E1-C8A7-A69B-7A98351D8E3B}"/>
                </a:ext>
              </a:extLst>
            </p:cNvPr>
            <p:cNvSpPr/>
            <p:nvPr/>
          </p:nvSpPr>
          <p:spPr>
            <a:xfrm>
              <a:off x="7128181" y="14400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Return SRV Size</a:t>
              </a:r>
            </a:p>
          </p:txBody>
        </p:sp>
        <p:sp>
          <p:nvSpPr>
            <p:cNvPr id="357" name="직사각형 356">
              <a:extLst>
                <a:ext uri="{FF2B5EF4-FFF2-40B4-BE49-F238E27FC236}">
                  <a16:creationId xmlns:a16="http://schemas.microsoft.com/office/drawing/2014/main" id="{42C4CE44-F6ED-4ED7-91CF-C29E89221770}"/>
                </a:ext>
              </a:extLst>
            </p:cNvPr>
            <p:cNvSpPr/>
            <p:nvPr/>
          </p:nvSpPr>
          <p:spPr>
            <a:xfrm>
              <a:off x="6984181" y="15048349"/>
              <a:ext cx="2376000" cy="2016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Execute()</a:t>
              </a:r>
            </a:p>
          </p:txBody>
        </p:sp>
        <p:sp>
          <p:nvSpPr>
            <p:cNvPr id="358" name="직사각형 357">
              <a:extLst>
                <a:ext uri="{FF2B5EF4-FFF2-40B4-BE49-F238E27FC236}">
                  <a16:creationId xmlns:a16="http://schemas.microsoft.com/office/drawing/2014/main" id="{298EA37D-F37C-2151-1132-89D0219CA4F7}"/>
                </a:ext>
              </a:extLst>
            </p:cNvPr>
            <p:cNvSpPr/>
            <p:nvPr/>
          </p:nvSpPr>
          <p:spPr>
            <a:xfrm>
              <a:off x="10008181" y="16272349"/>
              <a:ext cx="2376000" cy="79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BuildPSOs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359" name="직사각형 358">
              <a:extLst>
                <a:ext uri="{FF2B5EF4-FFF2-40B4-BE49-F238E27FC236}">
                  <a16:creationId xmlns:a16="http://schemas.microsoft.com/office/drawing/2014/main" id="{B0361E46-DB76-C439-C690-255E5704D0BE}"/>
                </a:ext>
              </a:extLst>
            </p:cNvPr>
            <p:cNvSpPr/>
            <p:nvPr/>
          </p:nvSpPr>
          <p:spPr>
            <a:xfrm>
              <a:off x="10008181" y="13248349"/>
              <a:ext cx="2376000" cy="2808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BuildRootSignature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360" name="직사각형 359">
              <a:extLst>
                <a:ext uri="{FF2B5EF4-FFF2-40B4-BE49-F238E27FC236}">
                  <a16:creationId xmlns:a16="http://schemas.microsoft.com/office/drawing/2014/main" id="{61519833-5961-2297-E045-69A960563D3B}"/>
                </a:ext>
              </a:extLst>
            </p:cNvPr>
            <p:cNvSpPr/>
            <p:nvPr/>
          </p:nvSpPr>
          <p:spPr>
            <a:xfrm>
              <a:off x="6984181" y="17280349"/>
              <a:ext cx="2376000" cy="1584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OnResize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 (Optional)</a:t>
              </a:r>
            </a:p>
          </p:txBody>
        </p:sp>
        <p:sp>
          <p:nvSpPr>
            <p:cNvPr id="361" name="직사각형 360">
              <a:extLst>
                <a:ext uri="{FF2B5EF4-FFF2-40B4-BE49-F238E27FC236}">
                  <a16:creationId xmlns:a16="http://schemas.microsoft.com/office/drawing/2014/main" id="{74956D1B-E379-FD36-BEBE-15B399C0669F}"/>
                </a:ext>
              </a:extLst>
            </p:cNvPr>
            <p:cNvSpPr/>
            <p:nvPr/>
          </p:nvSpPr>
          <p:spPr>
            <a:xfrm>
              <a:off x="10008181" y="17280349"/>
              <a:ext cx="2376000" cy="1584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BuildDescriptors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(CPU Handle, GPU Handle)</a:t>
              </a:r>
            </a:p>
          </p:txBody>
        </p:sp>
        <p:sp>
          <p:nvSpPr>
            <p:cNvPr id="362" name="직사각형 361">
              <a:extLst>
                <a:ext uri="{FF2B5EF4-FFF2-40B4-BE49-F238E27FC236}">
                  <a16:creationId xmlns:a16="http://schemas.microsoft.com/office/drawing/2014/main" id="{A6446FB5-98DC-FB0C-ED92-932F808C3468}"/>
                </a:ext>
              </a:extLst>
            </p:cNvPr>
            <p:cNvSpPr/>
            <p:nvPr/>
          </p:nvSpPr>
          <p:spPr>
            <a:xfrm>
              <a:off x="10008181" y="10872349"/>
              <a:ext cx="2376000" cy="115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BuildShader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365" name="직사각형 364">
              <a:extLst>
                <a:ext uri="{FF2B5EF4-FFF2-40B4-BE49-F238E27FC236}">
                  <a16:creationId xmlns:a16="http://schemas.microsoft.com/office/drawing/2014/main" id="{BE31BCBB-6A17-2A01-A89F-B84090F21F9C}"/>
                </a:ext>
              </a:extLst>
            </p:cNvPr>
            <p:cNvSpPr/>
            <p:nvPr/>
          </p:nvSpPr>
          <p:spPr>
            <a:xfrm>
              <a:off x="10008181" y="12240349"/>
              <a:ext cx="2376000" cy="792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BuildResources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372" name="직사각형 371">
              <a:extLst>
                <a:ext uri="{FF2B5EF4-FFF2-40B4-BE49-F238E27FC236}">
                  <a16:creationId xmlns:a16="http://schemas.microsoft.com/office/drawing/2014/main" id="{03A694EE-2EBE-982E-9485-2B3BE19C2CB6}"/>
                </a:ext>
              </a:extLst>
            </p:cNvPr>
            <p:cNvSpPr/>
            <p:nvPr/>
          </p:nvSpPr>
          <p:spPr>
            <a:xfrm>
              <a:off x="12888181" y="17280349"/>
              <a:ext cx="2376000" cy="1584000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BuildDescriptors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373" name="직사각형 372">
              <a:extLst>
                <a:ext uri="{FF2B5EF4-FFF2-40B4-BE49-F238E27FC236}">
                  <a16:creationId xmlns:a16="http://schemas.microsoft.com/office/drawing/2014/main" id="{946D1AE4-C513-75EB-810C-274FD8E9448A}"/>
                </a:ext>
              </a:extLst>
            </p:cNvPr>
            <p:cNvSpPr/>
            <p:nvPr/>
          </p:nvSpPr>
          <p:spPr>
            <a:xfrm>
              <a:off x="7128181" y="13392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Default Destructor</a:t>
              </a:r>
            </a:p>
          </p:txBody>
        </p:sp>
        <p:pic>
          <p:nvPicPr>
            <p:cNvPr id="377" name="그림 376">
              <a:extLst>
                <a:ext uri="{FF2B5EF4-FFF2-40B4-BE49-F238E27FC236}">
                  <a16:creationId xmlns:a16="http://schemas.microsoft.com/office/drawing/2014/main" id="{5E92F162-91CB-5E9E-82A3-CF7DE4F20AEB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24181" y="19512349"/>
              <a:ext cx="8928000" cy="5688000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pic>
        <p:sp>
          <p:nvSpPr>
            <p:cNvPr id="379" name="직사각형 378">
              <a:extLst>
                <a:ext uri="{FF2B5EF4-FFF2-40B4-BE49-F238E27FC236}">
                  <a16:creationId xmlns:a16="http://schemas.microsoft.com/office/drawing/2014/main" id="{D0885DE8-C0B0-EFA3-C137-75FDBA4A4571}"/>
                </a:ext>
              </a:extLst>
            </p:cNvPr>
            <p:cNvSpPr/>
            <p:nvPr/>
          </p:nvSpPr>
          <p:spPr>
            <a:xfrm>
              <a:off x="7121801" y="16634048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Dispatch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0" name="직사각형 379">
              <a:extLst>
                <a:ext uri="{FF2B5EF4-FFF2-40B4-BE49-F238E27FC236}">
                  <a16:creationId xmlns:a16="http://schemas.microsoft.com/office/drawing/2014/main" id="{F09B485C-8FC3-A4CD-F9F6-7E1EF66B23A7}"/>
                </a:ext>
              </a:extLst>
            </p:cNvPr>
            <p:cNvSpPr/>
            <p:nvPr/>
          </p:nvSpPr>
          <p:spPr>
            <a:xfrm>
              <a:off x="7121801" y="15338048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Set Root Signature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for the compute shader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1" name="직사각형 380">
              <a:extLst>
                <a:ext uri="{FF2B5EF4-FFF2-40B4-BE49-F238E27FC236}">
                  <a16:creationId xmlns:a16="http://schemas.microsoft.com/office/drawing/2014/main" id="{B125A798-924A-109B-FE8E-289D1939311D}"/>
                </a:ext>
              </a:extLst>
            </p:cNvPr>
            <p:cNvSpPr/>
            <p:nvPr/>
          </p:nvSpPr>
          <p:spPr>
            <a:xfrm>
              <a:off x="7121801" y="15770048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Set Constant Buffer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for the compute shader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2" name="직사각형 381">
              <a:extLst>
                <a:ext uri="{FF2B5EF4-FFF2-40B4-BE49-F238E27FC236}">
                  <a16:creationId xmlns:a16="http://schemas.microsoft.com/office/drawing/2014/main" id="{8E0DB96A-3C33-8DAF-4B04-AB4771A58EE3}"/>
                </a:ext>
              </a:extLst>
            </p:cNvPr>
            <p:cNvSpPr/>
            <p:nvPr/>
          </p:nvSpPr>
          <p:spPr>
            <a:xfrm>
              <a:off x="7121801" y="16202048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Set Compute Root Descriptor Table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384" name="직선 화살표 연결선 383">
              <a:extLst>
                <a:ext uri="{FF2B5EF4-FFF2-40B4-BE49-F238E27FC236}">
                  <a16:creationId xmlns:a16="http://schemas.microsoft.com/office/drawing/2014/main" id="{D9443FA7-3EB5-999E-7382-2CA5815996EE}"/>
                </a:ext>
              </a:extLst>
            </p:cNvPr>
            <p:cNvCxnSpPr>
              <a:cxnSpLocks/>
            </p:cNvCxnSpPr>
            <p:nvPr/>
          </p:nvCxnSpPr>
          <p:spPr>
            <a:xfrm>
              <a:off x="9215488" y="11304349"/>
              <a:ext cx="792693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직선 화살표 연결선 385">
              <a:extLst>
                <a:ext uri="{FF2B5EF4-FFF2-40B4-BE49-F238E27FC236}">
                  <a16:creationId xmlns:a16="http://schemas.microsoft.com/office/drawing/2014/main" id="{812F9447-F5ED-5B19-1E86-B8533709C3F7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18288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직선 화살표 연결선 386">
              <a:extLst>
                <a:ext uri="{FF2B5EF4-FFF2-40B4-BE49-F238E27FC236}">
                  <a16:creationId xmlns:a16="http://schemas.microsoft.com/office/drawing/2014/main" id="{6853B107-BDEE-6316-3DAC-9F55855BCCEB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16488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직선 화살표 연결선 387">
              <a:extLst>
                <a:ext uri="{FF2B5EF4-FFF2-40B4-BE49-F238E27FC236}">
                  <a16:creationId xmlns:a16="http://schemas.microsoft.com/office/drawing/2014/main" id="{C5B604DD-0900-8EFD-0DC4-C6ABD21AB1AE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17856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직사각형 388">
              <a:extLst>
                <a:ext uri="{FF2B5EF4-FFF2-40B4-BE49-F238E27FC236}">
                  <a16:creationId xmlns:a16="http://schemas.microsoft.com/office/drawing/2014/main" id="{BF334827-A539-5EDC-6D2A-A5633CF9BCEA}"/>
                </a:ext>
              </a:extLst>
            </p:cNvPr>
            <p:cNvSpPr/>
            <p:nvPr/>
          </p:nvSpPr>
          <p:spPr>
            <a:xfrm>
              <a:off x="10152181" y="11160349"/>
              <a:ext cx="2088000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Compile Shaders</a:t>
              </a:r>
            </a:p>
          </p:txBody>
        </p:sp>
        <p:cxnSp>
          <p:nvCxnSpPr>
            <p:cNvPr id="391" name="직선 화살표 연결선 390">
              <a:extLst>
                <a:ext uri="{FF2B5EF4-FFF2-40B4-BE49-F238E27FC236}">
                  <a16:creationId xmlns:a16="http://schemas.microsoft.com/office/drawing/2014/main" id="{2BF8C794-3749-7A9C-8376-CE697D3AF955}"/>
                </a:ext>
              </a:extLst>
            </p:cNvPr>
            <p:cNvCxnSpPr>
              <a:cxnSpLocks/>
            </p:cNvCxnSpPr>
            <p:nvPr/>
          </p:nvCxnSpPr>
          <p:spPr>
            <a:xfrm>
              <a:off x="32867835" y="547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직선 화살표 연결선 391">
              <a:extLst>
                <a:ext uri="{FF2B5EF4-FFF2-40B4-BE49-F238E27FC236}">
                  <a16:creationId xmlns:a16="http://schemas.microsoft.com/office/drawing/2014/main" id="{EE9DBA63-4178-C6EF-FE93-74D80238311F}"/>
                </a:ext>
              </a:extLst>
            </p:cNvPr>
            <p:cNvCxnSpPr>
              <a:cxnSpLocks/>
            </p:cNvCxnSpPr>
            <p:nvPr/>
          </p:nvCxnSpPr>
          <p:spPr>
            <a:xfrm>
              <a:off x="32867835" y="367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직선 화살표 연결선 392">
              <a:extLst>
                <a:ext uri="{FF2B5EF4-FFF2-40B4-BE49-F238E27FC236}">
                  <a16:creationId xmlns:a16="http://schemas.microsoft.com/office/drawing/2014/main" id="{014F1F9F-A5BE-B0C3-5966-3287E6BEEC51}"/>
                </a:ext>
              </a:extLst>
            </p:cNvPr>
            <p:cNvCxnSpPr>
              <a:cxnSpLocks/>
            </p:cNvCxnSpPr>
            <p:nvPr/>
          </p:nvCxnSpPr>
          <p:spPr>
            <a:xfrm>
              <a:off x="32867835" y="3240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직선 화살표 연결선 394">
              <a:extLst>
                <a:ext uri="{FF2B5EF4-FFF2-40B4-BE49-F238E27FC236}">
                  <a16:creationId xmlns:a16="http://schemas.microsoft.com/office/drawing/2014/main" id="{EF5AAA3A-582F-85C7-DFF6-B9FDA70372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31835" y="590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직선 화살표 연결선 395">
              <a:extLst>
                <a:ext uri="{FF2B5EF4-FFF2-40B4-BE49-F238E27FC236}">
                  <a16:creationId xmlns:a16="http://schemas.microsoft.com/office/drawing/2014/main" id="{6D1C9D70-4CCC-C690-FBF8-716FA9DC6F43}"/>
                </a:ext>
              </a:extLst>
            </p:cNvPr>
            <p:cNvCxnSpPr>
              <a:cxnSpLocks/>
            </p:cNvCxnSpPr>
            <p:nvPr/>
          </p:nvCxnSpPr>
          <p:spPr>
            <a:xfrm>
              <a:off x="35531835" y="547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직선 화살표 연결선 396">
              <a:extLst>
                <a:ext uri="{FF2B5EF4-FFF2-40B4-BE49-F238E27FC236}">
                  <a16:creationId xmlns:a16="http://schemas.microsoft.com/office/drawing/2014/main" id="{4C9BBEB7-1912-0F9E-07F3-1C1F8E5AF006}"/>
                </a:ext>
              </a:extLst>
            </p:cNvPr>
            <p:cNvCxnSpPr>
              <a:cxnSpLocks/>
            </p:cNvCxnSpPr>
            <p:nvPr/>
          </p:nvCxnSpPr>
          <p:spPr>
            <a:xfrm>
              <a:off x="38412181" y="8858890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직선 화살표 연결선 397">
              <a:extLst>
                <a:ext uri="{FF2B5EF4-FFF2-40B4-BE49-F238E27FC236}">
                  <a16:creationId xmlns:a16="http://schemas.microsoft.com/office/drawing/2014/main" id="{9606C713-9D95-2C99-5BDE-4C226D3B3872}"/>
                </a:ext>
              </a:extLst>
            </p:cNvPr>
            <p:cNvCxnSpPr>
              <a:cxnSpLocks/>
            </p:cNvCxnSpPr>
            <p:nvPr/>
          </p:nvCxnSpPr>
          <p:spPr>
            <a:xfrm>
              <a:off x="29268527" y="19008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직선 화살표 연결선 404">
              <a:extLst>
                <a:ext uri="{FF2B5EF4-FFF2-40B4-BE49-F238E27FC236}">
                  <a16:creationId xmlns:a16="http://schemas.microsoft.com/office/drawing/2014/main" id="{7426298A-4EDB-DB69-D2C8-1284D85AFA1C}"/>
                </a:ext>
              </a:extLst>
            </p:cNvPr>
            <p:cNvCxnSpPr>
              <a:cxnSpLocks/>
            </p:cNvCxnSpPr>
            <p:nvPr/>
          </p:nvCxnSpPr>
          <p:spPr>
            <a:xfrm>
              <a:off x="29268527" y="17712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직선 화살표 연결선 405">
              <a:extLst>
                <a:ext uri="{FF2B5EF4-FFF2-40B4-BE49-F238E27FC236}">
                  <a16:creationId xmlns:a16="http://schemas.microsoft.com/office/drawing/2014/main" id="{A760B922-EEB7-4A74-4707-51484BBEC294}"/>
                </a:ext>
              </a:extLst>
            </p:cNvPr>
            <p:cNvCxnSpPr>
              <a:cxnSpLocks/>
            </p:cNvCxnSpPr>
            <p:nvPr/>
          </p:nvCxnSpPr>
          <p:spPr>
            <a:xfrm>
              <a:off x="29268527" y="1814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직선 화살표 연결선 407">
              <a:extLst>
                <a:ext uri="{FF2B5EF4-FFF2-40B4-BE49-F238E27FC236}">
                  <a16:creationId xmlns:a16="http://schemas.microsoft.com/office/drawing/2014/main" id="{E046FCDA-D91A-CB7C-43F1-0498A7AA2D19}"/>
                </a:ext>
              </a:extLst>
            </p:cNvPr>
            <p:cNvCxnSpPr>
              <a:cxnSpLocks/>
            </p:cNvCxnSpPr>
            <p:nvPr/>
          </p:nvCxnSpPr>
          <p:spPr>
            <a:xfrm>
              <a:off x="29268527" y="19801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직선 화살표 연결선 408">
              <a:extLst>
                <a:ext uri="{FF2B5EF4-FFF2-40B4-BE49-F238E27FC236}">
                  <a16:creationId xmlns:a16="http://schemas.microsoft.com/office/drawing/2014/main" id="{88C784A4-0392-90DD-885E-C7D98CBE188B}"/>
                </a:ext>
              </a:extLst>
            </p:cNvPr>
            <p:cNvCxnSpPr>
              <a:cxnSpLocks/>
            </p:cNvCxnSpPr>
            <p:nvPr/>
          </p:nvCxnSpPr>
          <p:spPr>
            <a:xfrm>
              <a:off x="29268527" y="18577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직선 화살표 연결선 411">
              <a:extLst>
                <a:ext uri="{FF2B5EF4-FFF2-40B4-BE49-F238E27FC236}">
                  <a16:creationId xmlns:a16="http://schemas.microsoft.com/office/drawing/2014/main" id="{C7669BFB-4C2D-0CB1-62D7-0884D1EF036C}"/>
                </a:ext>
              </a:extLst>
            </p:cNvPr>
            <p:cNvCxnSpPr>
              <a:cxnSpLocks/>
            </p:cNvCxnSpPr>
            <p:nvPr/>
          </p:nvCxnSpPr>
          <p:spPr>
            <a:xfrm>
              <a:off x="35100181" y="12312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4" name="직사각형 413">
              <a:extLst>
                <a:ext uri="{FF2B5EF4-FFF2-40B4-BE49-F238E27FC236}">
                  <a16:creationId xmlns:a16="http://schemas.microsoft.com/office/drawing/2014/main" id="{EC7E2862-954C-566A-3E05-43F5FB0BDF51}"/>
                </a:ext>
              </a:extLst>
            </p:cNvPr>
            <p:cNvSpPr/>
            <p:nvPr/>
          </p:nvSpPr>
          <p:spPr>
            <a:xfrm>
              <a:off x="10152181" y="12528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Commit Resource</a:t>
              </a:r>
            </a:p>
          </p:txBody>
        </p:sp>
        <p:cxnSp>
          <p:nvCxnSpPr>
            <p:cNvPr id="416" name="직선 화살표 연결선 415">
              <a:extLst>
                <a:ext uri="{FF2B5EF4-FFF2-40B4-BE49-F238E27FC236}">
                  <a16:creationId xmlns:a16="http://schemas.microsoft.com/office/drawing/2014/main" id="{CACCD77C-CB38-C5AA-66DA-EF9630A9CB9D}"/>
                </a:ext>
              </a:extLst>
            </p:cNvPr>
            <p:cNvCxnSpPr>
              <a:cxnSpLocks/>
            </p:cNvCxnSpPr>
            <p:nvPr/>
          </p:nvCxnSpPr>
          <p:spPr>
            <a:xfrm>
              <a:off x="9215488" y="12168349"/>
              <a:ext cx="432692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직선 화살표 연결선 416">
              <a:extLst>
                <a:ext uri="{FF2B5EF4-FFF2-40B4-BE49-F238E27FC236}">
                  <a16:creationId xmlns:a16="http://schemas.microsoft.com/office/drawing/2014/main" id="{BC1A993C-D8DC-D87A-8414-2624967C4E76}"/>
                </a:ext>
              </a:extLst>
            </p:cNvPr>
            <p:cNvCxnSpPr>
              <a:cxnSpLocks/>
            </p:cNvCxnSpPr>
            <p:nvPr/>
          </p:nvCxnSpPr>
          <p:spPr>
            <a:xfrm>
              <a:off x="9648180" y="13536349"/>
              <a:ext cx="360001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직선 화살표 연결선 431">
              <a:extLst>
                <a:ext uri="{FF2B5EF4-FFF2-40B4-BE49-F238E27FC236}">
                  <a16:creationId xmlns:a16="http://schemas.microsoft.com/office/drawing/2014/main" id="{C6B9EDC4-C44B-B087-91F8-925E1DD0F7AD}"/>
                </a:ext>
              </a:extLst>
            </p:cNvPr>
            <p:cNvCxnSpPr>
              <a:cxnSpLocks/>
            </p:cNvCxnSpPr>
            <p:nvPr/>
          </p:nvCxnSpPr>
          <p:spPr>
            <a:xfrm>
              <a:off x="9792181" y="11736349"/>
              <a:ext cx="0" cy="720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1" name="그룹 500">
              <a:extLst>
                <a:ext uri="{FF2B5EF4-FFF2-40B4-BE49-F238E27FC236}">
                  <a16:creationId xmlns:a16="http://schemas.microsoft.com/office/drawing/2014/main" id="{2FC9A98F-C0A3-48F1-D464-395B6980F0CC}"/>
                </a:ext>
              </a:extLst>
            </p:cNvPr>
            <p:cNvGrpSpPr/>
            <p:nvPr/>
          </p:nvGrpSpPr>
          <p:grpSpPr>
            <a:xfrm>
              <a:off x="6984181" y="10872348"/>
              <a:ext cx="2376000" cy="2016001"/>
              <a:chOff x="6984181" y="10152349"/>
              <a:chExt cx="2376000" cy="2016001"/>
            </a:xfrm>
          </p:grpSpPr>
          <p:sp>
            <p:nvSpPr>
              <p:cNvPr id="311" name="직사각형 310">
                <a:extLst>
                  <a:ext uri="{FF2B5EF4-FFF2-40B4-BE49-F238E27FC236}">
                    <a16:creationId xmlns:a16="http://schemas.microsoft.com/office/drawing/2014/main" id="{03A29C8C-F244-958A-AA62-1DC9FFEDC942}"/>
                  </a:ext>
                </a:extLst>
              </p:cNvPr>
              <p:cNvSpPr/>
              <p:nvPr/>
            </p:nvSpPr>
            <p:spPr>
              <a:xfrm>
                <a:off x="6984181" y="10152349"/>
                <a:ext cx="2376000" cy="2016001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Constructor()</a:t>
                </a:r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8995ECEA-E5FC-0D88-B76D-5BC6EEA7C47A}"/>
                  </a:ext>
                </a:extLst>
              </p:cNvPr>
              <p:cNvSpPr/>
              <p:nvPr/>
            </p:nvSpPr>
            <p:spPr>
              <a:xfrm>
                <a:off x="7128181" y="10440350"/>
                <a:ext cx="2088000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 Shaders</a:t>
                </a:r>
              </a:p>
            </p:txBody>
          </p:sp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3482D255-AE99-B926-73AC-1ED38CA9A46C}"/>
                  </a:ext>
                </a:extLst>
              </p:cNvPr>
              <p:cNvSpPr/>
              <p:nvPr/>
            </p:nvSpPr>
            <p:spPr>
              <a:xfrm>
                <a:off x="7128181" y="10874049"/>
                <a:ext cx="2088000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 Resources</a:t>
                </a:r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063F3B99-2188-D79F-9B53-3CC3C12D3A5C}"/>
                  </a:ext>
                </a:extLst>
              </p:cNvPr>
              <p:cNvSpPr/>
              <p:nvPr/>
            </p:nvSpPr>
            <p:spPr>
              <a:xfrm>
                <a:off x="7128181" y="11306049"/>
                <a:ext cx="2088000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 Root Signature</a:t>
                </a:r>
              </a:p>
            </p:txBody>
          </p:sp>
          <p:sp>
            <p:nvSpPr>
              <p:cNvPr id="371" name="직사각형 370">
                <a:extLst>
                  <a:ext uri="{FF2B5EF4-FFF2-40B4-BE49-F238E27FC236}">
                    <a16:creationId xmlns:a16="http://schemas.microsoft.com/office/drawing/2014/main" id="{C31EAC01-7684-B19F-C161-F8CA4A12D7A3}"/>
                  </a:ext>
                </a:extLst>
              </p:cNvPr>
              <p:cNvSpPr/>
              <p:nvPr/>
            </p:nvSpPr>
            <p:spPr>
              <a:xfrm>
                <a:off x="7128181" y="11738049"/>
                <a:ext cx="2088000" cy="286301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 PSOs</a:t>
                </a:r>
              </a:p>
            </p:txBody>
          </p:sp>
          <p:cxnSp>
            <p:nvCxnSpPr>
              <p:cNvPr id="383" name="직선 화살표 연결선 382">
                <a:extLst>
                  <a:ext uri="{FF2B5EF4-FFF2-40B4-BE49-F238E27FC236}">
                    <a16:creationId xmlns:a16="http://schemas.microsoft.com/office/drawing/2014/main" id="{49150C7B-5AFF-48B5-F4A2-268DF82E9D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71835" y="11592350"/>
                <a:ext cx="0" cy="1440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직선 화살표 연결선 384">
                <a:extLst>
                  <a:ext uri="{FF2B5EF4-FFF2-40B4-BE49-F238E27FC236}">
                    <a16:creationId xmlns:a16="http://schemas.microsoft.com/office/drawing/2014/main" id="{8150B995-AA4C-B023-5ADD-370311E82C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71835" y="10728350"/>
                <a:ext cx="0" cy="1440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직선 화살표 연결선 442">
                <a:extLst>
                  <a:ext uri="{FF2B5EF4-FFF2-40B4-BE49-F238E27FC236}">
                    <a16:creationId xmlns:a16="http://schemas.microsoft.com/office/drawing/2014/main" id="{5456DC98-81D7-09C3-8D9E-E1D6EDE837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71835" y="11160350"/>
                <a:ext cx="0" cy="1440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1" name="직사각형 450">
              <a:extLst>
                <a:ext uri="{FF2B5EF4-FFF2-40B4-BE49-F238E27FC236}">
                  <a16:creationId xmlns:a16="http://schemas.microsoft.com/office/drawing/2014/main" id="{DF1B80DB-169C-669B-BD99-C0E7A9110B83}"/>
                </a:ext>
              </a:extLst>
            </p:cNvPr>
            <p:cNvSpPr/>
            <p:nvPr/>
          </p:nvSpPr>
          <p:spPr>
            <a:xfrm>
              <a:off x="10152181" y="11592349"/>
              <a:ext cx="2088000" cy="286335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Describe the input elements for input-assembler stage</a:t>
              </a:r>
            </a:p>
          </p:txBody>
        </p:sp>
        <p:sp>
          <p:nvSpPr>
            <p:cNvPr id="462" name="직사각형 461">
              <a:extLst>
                <a:ext uri="{FF2B5EF4-FFF2-40B4-BE49-F238E27FC236}">
                  <a16:creationId xmlns:a16="http://schemas.microsoft.com/office/drawing/2014/main" id="{33B69176-AF47-839D-4022-F3925B435C74}"/>
                </a:ext>
              </a:extLst>
            </p:cNvPr>
            <p:cNvSpPr/>
            <p:nvPr/>
          </p:nvSpPr>
          <p:spPr>
            <a:xfrm>
              <a:off x="10152181" y="16560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Compute Pipeline State</a:t>
              </a:r>
            </a:p>
          </p:txBody>
        </p:sp>
        <p:sp>
          <p:nvSpPr>
            <p:cNvPr id="463" name="직사각형 462">
              <a:extLst>
                <a:ext uri="{FF2B5EF4-FFF2-40B4-BE49-F238E27FC236}">
                  <a16:creationId xmlns:a16="http://schemas.microsoft.com/office/drawing/2014/main" id="{FEEECAC1-0557-FEA6-F7D8-DDC2F7079D73}"/>
                </a:ext>
              </a:extLst>
            </p:cNvPr>
            <p:cNvSpPr/>
            <p:nvPr/>
          </p:nvSpPr>
          <p:spPr>
            <a:xfrm>
              <a:off x="10152181" y="14040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Describe</a:t>
              </a:r>
              <a:r>
                <a:rPr lang="en-US" altLang="ko-KR" sz="105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Shader Resource view</a:t>
              </a:r>
              <a:endParaRPr kumimoji="0" lang="en-US" altLang="ko-KR" sz="105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4" name="직사각형 463">
              <a:extLst>
                <a:ext uri="{FF2B5EF4-FFF2-40B4-BE49-F238E27FC236}">
                  <a16:creationId xmlns:a16="http://schemas.microsoft.com/office/drawing/2014/main" id="{2ED9FB9A-1EB8-1F40-AAEF-0921E20112FE}"/>
                </a:ext>
              </a:extLst>
            </p:cNvPr>
            <p:cNvSpPr/>
            <p:nvPr/>
          </p:nvSpPr>
          <p:spPr>
            <a:xfrm>
              <a:off x="10152181" y="13536349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Describe</a:t>
              </a:r>
              <a:r>
                <a:rPr lang="en-US" altLang="ko-KR" sz="105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constant buffer view</a:t>
              </a:r>
              <a:endParaRPr kumimoji="0" lang="en-US" altLang="ko-KR" sz="105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5" name="직사각형 464">
              <a:extLst>
                <a:ext uri="{FF2B5EF4-FFF2-40B4-BE49-F238E27FC236}">
                  <a16:creationId xmlns:a16="http://schemas.microsoft.com/office/drawing/2014/main" id="{A54A7A8C-3AC2-4F89-BD9F-AA12310A8C6C}"/>
                </a:ext>
              </a:extLst>
            </p:cNvPr>
            <p:cNvSpPr/>
            <p:nvPr/>
          </p:nvSpPr>
          <p:spPr>
            <a:xfrm>
              <a:off x="10152181" y="14544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Describe</a:t>
              </a:r>
              <a:r>
                <a:rPr lang="en-US" altLang="ko-KR" sz="105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Descriptor Table</a:t>
              </a:r>
              <a:endParaRPr kumimoji="0" lang="en-US" altLang="ko-KR" sz="105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6" name="직사각형 465">
              <a:extLst>
                <a:ext uri="{FF2B5EF4-FFF2-40B4-BE49-F238E27FC236}">
                  <a16:creationId xmlns:a16="http://schemas.microsoft.com/office/drawing/2014/main" id="{54A7F1D0-0702-D117-807C-6AE81507241C}"/>
                </a:ext>
              </a:extLst>
            </p:cNvPr>
            <p:cNvSpPr/>
            <p:nvPr/>
          </p:nvSpPr>
          <p:spPr>
            <a:xfrm>
              <a:off x="10152181" y="15552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Create Root Signature</a:t>
              </a:r>
              <a:endParaRPr kumimoji="0" lang="en-US" altLang="ko-KR" sz="105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7" name="직사각형 466">
              <a:extLst>
                <a:ext uri="{FF2B5EF4-FFF2-40B4-BE49-F238E27FC236}">
                  <a16:creationId xmlns:a16="http://schemas.microsoft.com/office/drawing/2014/main" id="{D655AB27-2706-708B-E495-5719F641AE21}"/>
                </a:ext>
              </a:extLst>
            </p:cNvPr>
            <p:cNvSpPr/>
            <p:nvPr/>
          </p:nvSpPr>
          <p:spPr>
            <a:xfrm>
              <a:off x="10152181" y="15048350"/>
              <a:ext cx="2088000" cy="359999"/>
            </a:xfrm>
            <a:prstGeom prst="rect">
              <a:avLst/>
            </a:prstGeom>
            <a:no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Describe</a:t>
              </a:r>
              <a:r>
                <a:rPr lang="en-US" altLang="ko-KR" sz="105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Sampler</a:t>
              </a:r>
              <a:endParaRPr kumimoji="0" lang="en-US" altLang="ko-KR" sz="105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68" name="직선 화살표 연결선 467">
              <a:extLst>
                <a:ext uri="{FF2B5EF4-FFF2-40B4-BE49-F238E27FC236}">
                  <a16:creationId xmlns:a16="http://schemas.microsoft.com/office/drawing/2014/main" id="{AE35CFE8-DBDA-BEEE-11E9-7EBA9AC15891}"/>
                </a:ext>
              </a:extLst>
            </p:cNvPr>
            <p:cNvCxnSpPr>
              <a:cxnSpLocks/>
            </p:cNvCxnSpPr>
            <p:nvPr/>
          </p:nvCxnSpPr>
          <p:spPr>
            <a:xfrm>
              <a:off x="9504181" y="16560349"/>
              <a:ext cx="504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직선 화살표 연결선 468">
              <a:extLst>
                <a:ext uri="{FF2B5EF4-FFF2-40B4-BE49-F238E27FC236}">
                  <a16:creationId xmlns:a16="http://schemas.microsoft.com/office/drawing/2014/main" id="{6BA044E8-D383-48C0-CB36-3847F9E6EDCB}"/>
                </a:ext>
              </a:extLst>
            </p:cNvPr>
            <p:cNvCxnSpPr>
              <a:cxnSpLocks/>
            </p:cNvCxnSpPr>
            <p:nvPr/>
          </p:nvCxnSpPr>
          <p:spPr>
            <a:xfrm>
              <a:off x="9792181" y="12456349"/>
              <a:ext cx="21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직선 화살표 연결선 469">
              <a:extLst>
                <a:ext uri="{FF2B5EF4-FFF2-40B4-BE49-F238E27FC236}">
                  <a16:creationId xmlns:a16="http://schemas.microsoft.com/office/drawing/2014/main" id="{ECF69A64-FDEF-44A1-279F-306B476F71A7}"/>
                </a:ext>
              </a:extLst>
            </p:cNvPr>
            <p:cNvCxnSpPr>
              <a:cxnSpLocks/>
            </p:cNvCxnSpPr>
            <p:nvPr/>
          </p:nvCxnSpPr>
          <p:spPr>
            <a:xfrm>
              <a:off x="9215488" y="12600349"/>
              <a:ext cx="288693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직선 화살표 연결선 470">
              <a:extLst>
                <a:ext uri="{FF2B5EF4-FFF2-40B4-BE49-F238E27FC236}">
                  <a16:creationId xmlns:a16="http://schemas.microsoft.com/office/drawing/2014/main" id="{B97BA49F-30D7-1271-063A-30AEB6D68966}"/>
                </a:ext>
              </a:extLst>
            </p:cNvPr>
            <p:cNvCxnSpPr>
              <a:cxnSpLocks/>
            </p:cNvCxnSpPr>
            <p:nvPr/>
          </p:nvCxnSpPr>
          <p:spPr>
            <a:xfrm>
              <a:off x="9215488" y="11736349"/>
              <a:ext cx="576693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직선 화살표 연결선 474">
              <a:extLst>
                <a:ext uri="{FF2B5EF4-FFF2-40B4-BE49-F238E27FC236}">
                  <a16:creationId xmlns:a16="http://schemas.microsoft.com/office/drawing/2014/main" id="{793216F5-7C6E-2F33-433B-DC74334D00B3}"/>
                </a:ext>
              </a:extLst>
            </p:cNvPr>
            <p:cNvCxnSpPr>
              <a:cxnSpLocks/>
            </p:cNvCxnSpPr>
            <p:nvPr/>
          </p:nvCxnSpPr>
          <p:spPr>
            <a:xfrm>
              <a:off x="9648181" y="12168349"/>
              <a:ext cx="0" cy="1368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직선 화살표 연결선 477">
              <a:extLst>
                <a:ext uri="{FF2B5EF4-FFF2-40B4-BE49-F238E27FC236}">
                  <a16:creationId xmlns:a16="http://schemas.microsoft.com/office/drawing/2014/main" id="{58B1557B-45A4-54DE-BD47-8CBE05CFAC8F}"/>
                </a:ext>
              </a:extLst>
            </p:cNvPr>
            <p:cNvCxnSpPr>
              <a:cxnSpLocks/>
            </p:cNvCxnSpPr>
            <p:nvPr/>
          </p:nvCxnSpPr>
          <p:spPr>
            <a:xfrm>
              <a:off x="9504181" y="12600349"/>
              <a:ext cx="0" cy="3960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직사각형 482">
              <a:extLst>
                <a:ext uri="{FF2B5EF4-FFF2-40B4-BE49-F238E27FC236}">
                  <a16:creationId xmlns:a16="http://schemas.microsoft.com/office/drawing/2014/main" id="{66B16F8F-61B3-D785-CE99-624CF4509726}"/>
                </a:ext>
              </a:extLst>
            </p:cNvPr>
            <p:cNvSpPr/>
            <p:nvPr/>
          </p:nvSpPr>
          <p:spPr>
            <a:xfrm>
              <a:off x="7121801" y="18002048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Update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Rosources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4" name="직사각형 483">
              <a:extLst>
                <a:ext uri="{FF2B5EF4-FFF2-40B4-BE49-F238E27FC236}">
                  <a16:creationId xmlns:a16="http://schemas.microsoft.com/office/drawing/2014/main" id="{9ABE6425-A76B-8D1C-6DBF-790AB59E7623}"/>
                </a:ext>
              </a:extLst>
            </p:cNvPr>
            <p:cNvSpPr/>
            <p:nvPr/>
          </p:nvSpPr>
          <p:spPr>
            <a:xfrm>
              <a:off x="7121801" y="17568349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Update internal parameter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5" name="직사각형 484">
              <a:extLst>
                <a:ext uri="{FF2B5EF4-FFF2-40B4-BE49-F238E27FC236}">
                  <a16:creationId xmlns:a16="http://schemas.microsoft.com/office/drawing/2014/main" id="{D11984C9-9A48-2137-FBFC-A6C238699719}"/>
                </a:ext>
              </a:extLst>
            </p:cNvPr>
            <p:cNvSpPr/>
            <p:nvPr/>
          </p:nvSpPr>
          <p:spPr>
            <a:xfrm>
              <a:off x="7121801" y="18432349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Update Descriptors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86" name="직선 화살표 연결선 485">
              <a:extLst>
                <a:ext uri="{FF2B5EF4-FFF2-40B4-BE49-F238E27FC236}">
                  <a16:creationId xmlns:a16="http://schemas.microsoft.com/office/drawing/2014/main" id="{7067D558-8F58-AC33-772E-47B10C368E15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16056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직선 화살표 연결선 486">
              <a:extLst>
                <a:ext uri="{FF2B5EF4-FFF2-40B4-BE49-F238E27FC236}">
                  <a16:creationId xmlns:a16="http://schemas.microsoft.com/office/drawing/2014/main" id="{3738BF45-080D-6503-1E94-73D52381C7D2}"/>
                </a:ext>
              </a:extLst>
            </p:cNvPr>
            <p:cNvCxnSpPr>
              <a:cxnSpLocks/>
            </p:cNvCxnSpPr>
            <p:nvPr/>
          </p:nvCxnSpPr>
          <p:spPr>
            <a:xfrm>
              <a:off x="8171835" y="15624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직선 화살표 연결선 487">
              <a:extLst>
                <a:ext uri="{FF2B5EF4-FFF2-40B4-BE49-F238E27FC236}">
                  <a16:creationId xmlns:a16="http://schemas.microsoft.com/office/drawing/2014/main" id="{55A415EC-3136-47E3-D21E-5A876088A6E4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181" y="11448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직선 화살표 연결선 488">
              <a:extLst>
                <a:ext uri="{FF2B5EF4-FFF2-40B4-BE49-F238E27FC236}">
                  <a16:creationId xmlns:a16="http://schemas.microsoft.com/office/drawing/2014/main" id="{C6B111C4-5DFD-0962-421D-78A1A67B409D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181" y="18072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직선 화살표 연결선 489">
              <a:extLst>
                <a:ext uri="{FF2B5EF4-FFF2-40B4-BE49-F238E27FC236}">
                  <a16:creationId xmlns:a16="http://schemas.microsoft.com/office/drawing/2014/main" id="{735D1AD8-11C8-0A90-CEA2-1F767AB0C47D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181" y="14904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직선 화살표 연결선 490">
              <a:extLst>
                <a:ext uri="{FF2B5EF4-FFF2-40B4-BE49-F238E27FC236}">
                  <a16:creationId xmlns:a16="http://schemas.microsoft.com/office/drawing/2014/main" id="{400885E9-691C-BD0A-AAD6-71C410FC416D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181" y="14400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직선 화살표 연결선 491">
              <a:extLst>
                <a:ext uri="{FF2B5EF4-FFF2-40B4-BE49-F238E27FC236}">
                  <a16:creationId xmlns:a16="http://schemas.microsoft.com/office/drawing/2014/main" id="{16FB7C3E-2D37-3AD9-A1F8-FC345695C7D4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181" y="13896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3" name="직사각형 492">
              <a:extLst>
                <a:ext uri="{FF2B5EF4-FFF2-40B4-BE49-F238E27FC236}">
                  <a16:creationId xmlns:a16="http://schemas.microsoft.com/office/drawing/2014/main" id="{94BF6E55-5D87-3FDE-B9CC-971E8760D367}"/>
                </a:ext>
              </a:extLst>
            </p:cNvPr>
            <p:cNvSpPr/>
            <p:nvPr/>
          </p:nvSpPr>
          <p:spPr>
            <a:xfrm>
              <a:off x="10152873" y="18218048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Build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Descripotrs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4" name="직사각형 493">
              <a:extLst>
                <a:ext uri="{FF2B5EF4-FFF2-40B4-BE49-F238E27FC236}">
                  <a16:creationId xmlns:a16="http://schemas.microsoft.com/office/drawing/2014/main" id="{339EBAEF-8987-8183-86D3-6E402E545C90}"/>
                </a:ext>
              </a:extLst>
            </p:cNvPr>
            <p:cNvSpPr/>
            <p:nvPr/>
          </p:nvSpPr>
          <p:spPr>
            <a:xfrm>
              <a:off x="10152873" y="17786048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Bind the CPU and GPU handles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5" name="직사각형 494">
              <a:extLst>
                <a:ext uri="{FF2B5EF4-FFF2-40B4-BE49-F238E27FC236}">
                  <a16:creationId xmlns:a16="http://schemas.microsoft.com/office/drawing/2014/main" id="{F3792395-0F92-CF67-330B-476CD3C12CD0}"/>
                </a:ext>
              </a:extLst>
            </p:cNvPr>
            <p:cNvSpPr/>
            <p:nvPr/>
          </p:nvSpPr>
          <p:spPr>
            <a:xfrm>
              <a:off x="13032873" y="18218048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Create Unordered Access View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for Compute Shader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6" name="직사각형 495">
              <a:extLst>
                <a:ext uri="{FF2B5EF4-FFF2-40B4-BE49-F238E27FC236}">
                  <a16:creationId xmlns:a16="http://schemas.microsoft.com/office/drawing/2014/main" id="{936D6FE6-61B0-8B0D-35BD-FB2EEA856633}"/>
                </a:ext>
              </a:extLst>
            </p:cNvPr>
            <p:cNvSpPr/>
            <p:nvPr/>
          </p:nvSpPr>
          <p:spPr>
            <a:xfrm>
              <a:off x="13032873" y="17786048"/>
              <a:ext cx="2087308" cy="286301"/>
            </a:xfrm>
            <a:prstGeom prst="rect">
              <a:avLst/>
            </a:prstGeom>
            <a:noFill/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Create Shader Resource View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97" name="직선 화살표 연결선 496">
              <a:extLst>
                <a:ext uri="{FF2B5EF4-FFF2-40B4-BE49-F238E27FC236}">
                  <a16:creationId xmlns:a16="http://schemas.microsoft.com/office/drawing/2014/main" id="{B5309957-370A-DC85-712A-B4BA96E9B95F}"/>
                </a:ext>
              </a:extLst>
            </p:cNvPr>
            <p:cNvCxnSpPr>
              <a:cxnSpLocks/>
            </p:cNvCxnSpPr>
            <p:nvPr/>
          </p:nvCxnSpPr>
          <p:spPr>
            <a:xfrm>
              <a:off x="11196181" y="15408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직선 화살표 연결선 497">
              <a:extLst>
                <a:ext uri="{FF2B5EF4-FFF2-40B4-BE49-F238E27FC236}">
                  <a16:creationId xmlns:a16="http://schemas.microsoft.com/office/drawing/2014/main" id="{2BAAE3F1-BB2D-1628-4050-9E409EF18300}"/>
                </a:ext>
              </a:extLst>
            </p:cNvPr>
            <p:cNvCxnSpPr>
              <a:cxnSpLocks/>
            </p:cNvCxnSpPr>
            <p:nvPr/>
          </p:nvCxnSpPr>
          <p:spPr>
            <a:xfrm>
              <a:off x="14076527" y="18074048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직선 화살표 연결선 498">
              <a:extLst>
                <a:ext uri="{FF2B5EF4-FFF2-40B4-BE49-F238E27FC236}">
                  <a16:creationId xmlns:a16="http://schemas.microsoft.com/office/drawing/2014/main" id="{ED6A674F-3B7D-F342-694C-7AB4FFDC8DC9}"/>
                </a:ext>
              </a:extLst>
            </p:cNvPr>
            <p:cNvCxnSpPr>
              <a:cxnSpLocks/>
            </p:cNvCxnSpPr>
            <p:nvPr/>
          </p:nvCxnSpPr>
          <p:spPr>
            <a:xfrm>
              <a:off x="12240181" y="18360349"/>
              <a:ext cx="648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A3BEAD05-ADAA-5815-516D-15518A790338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9426857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직선 화살표 연결선 447">
              <a:extLst>
                <a:ext uri="{FF2B5EF4-FFF2-40B4-BE49-F238E27FC236}">
                  <a16:creationId xmlns:a16="http://schemas.microsoft.com/office/drawing/2014/main" id="{62E4BC3C-6098-DE8D-06E9-15C2217747E5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18001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직선 화살표 연결선 448">
              <a:extLst>
                <a:ext uri="{FF2B5EF4-FFF2-40B4-BE49-F238E27FC236}">
                  <a16:creationId xmlns:a16="http://schemas.microsoft.com/office/drawing/2014/main" id="{3644F042-7A28-9B0E-4C87-B2292543D38F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1015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직선 화살표 연결선 454">
              <a:extLst>
                <a:ext uri="{FF2B5EF4-FFF2-40B4-BE49-F238E27FC236}">
                  <a16:creationId xmlns:a16="http://schemas.microsoft.com/office/drawing/2014/main" id="{BCB72BB5-5F1A-579D-3BC5-62B21FCC0FF6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4242857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직선 화살표 연결선 455">
              <a:extLst>
                <a:ext uri="{FF2B5EF4-FFF2-40B4-BE49-F238E27FC236}">
                  <a16:creationId xmlns:a16="http://schemas.microsoft.com/office/drawing/2014/main" id="{5E5ED21F-5269-3F23-D578-EFF720305417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511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직선 화살표 연결선 456">
              <a:extLst>
                <a:ext uri="{FF2B5EF4-FFF2-40B4-BE49-F238E27FC236}">
                  <a16:creationId xmlns:a16="http://schemas.microsoft.com/office/drawing/2014/main" id="{1152E389-8A30-CBB2-EE06-8FB125B02C42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4680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직선 화살표 연결선 457">
              <a:extLst>
                <a:ext uri="{FF2B5EF4-FFF2-40B4-BE49-F238E27FC236}">
                  <a16:creationId xmlns:a16="http://schemas.microsoft.com/office/drawing/2014/main" id="{1D49DA2D-2A77-6055-5871-0073E8BEA557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12169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직선 화살표 연결선 458">
              <a:extLst>
                <a:ext uri="{FF2B5EF4-FFF2-40B4-BE49-F238E27FC236}">
                  <a16:creationId xmlns:a16="http://schemas.microsoft.com/office/drawing/2014/main" id="{9CCC4C90-BD2C-5249-3B54-90F48A110971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6402857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직선 화살표 연결선 459">
              <a:extLst>
                <a:ext uri="{FF2B5EF4-FFF2-40B4-BE49-F238E27FC236}">
                  <a16:creationId xmlns:a16="http://schemas.microsoft.com/office/drawing/2014/main" id="{BA49B001-C5B0-6EAC-322B-4C57C66049FA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770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직선 화살표 연결선 460">
              <a:extLst>
                <a:ext uri="{FF2B5EF4-FFF2-40B4-BE49-F238E27FC236}">
                  <a16:creationId xmlns:a16="http://schemas.microsoft.com/office/drawing/2014/main" id="{9F855CC2-8FDB-C6D3-17B4-64457BC3829C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6840349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직선 화살표 연결선 471">
              <a:extLst>
                <a:ext uri="{FF2B5EF4-FFF2-40B4-BE49-F238E27FC236}">
                  <a16:creationId xmlns:a16="http://schemas.microsoft.com/office/drawing/2014/main" id="{A9F7A638-56ED-07C7-EB4C-2B3F60F13E56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7273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직선 화살표 연결선 472">
              <a:extLst>
                <a:ext uri="{FF2B5EF4-FFF2-40B4-BE49-F238E27FC236}">
                  <a16:creationId xmlns:a16="http://schemas.microsoft.com/office/drawing/2014/main" id="{1C3E0E3C-9E49-332A-6C34-BF77B5D7FF02}"/>
                </a:ext>
              </a:extLst>
            </p:cNvPr>
            <p:cNvCxnSpPr>
              <a:cxnSpLocks/>
            </p:cNvCxnSpPr>
            <p:nvPr/>
          </p:nvCxnSpPr>
          <p:spPr>
            <a:xfrm>
              <a:off x="21060181" y="14545191"/>
              <a:ext cx="0" cy="143158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1" name="그룹 480">
              <a:extLst>
                <a:ext uri="{FF2B5EF4-FFF2-40B4-BE49-F238E27FC236}">
                  <a16:creationId xmlns:a16="http://schemas.microsoft.com/office/drawing/2014/main" id="{5E10EA0B-E218-8423-6556-C027728C3C10}"/>
                </a:ext>
              </a:extLst>
            </p:cNvPr>
            <p:cNvGrpSpPr/>
            <p:nvPr/>
          </p:nvGrpSpPr>
          <p:grpSpPr>
            <a:xfrm>
              <a:off x="19872181" y="18864349"/>
              <a:ext cx="2376000" cy="2880000"/>
              <a:chOff x="19872181" y="18144350"/>
              <a:chExt cx="2376000" cy="2880000"/>
            </a:xfrm>
          </p:grpSpPr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F07E6A19-B9B0-7BB8-3ED8-3D90FBEE2CF5}"/>
                  </a:ext>
                </a:extLst>
              </p:cNvPr>
              <p:cNvSpPr/>
              <p:nvPr/>
            </p:nvSpPr>
            <p:spPr>
              <a:xfrm>
                <a:off x="19872181" y="18144350"/>
                <a:ext cx="2376000" cy="2880000"/>
              </a:xfrm>
              <a:prstGeom prst="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20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BuildRenderItems</a:t>
                </a:r>
                <a:r>
                  <a:rPr kumimoji="0" lang="en-US" altLang="ko-KR" sz="1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()</a:t>
                </a:r>
              </a:p>
            </p:txBody>
          </p:sp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CCAEDAEF-0FE1-3173-781E-D43412EAA9AF}"/>
                  </a:ext>
                </a:extLst>
              </p:cNvPr>
              <p:cNvSpPr/>
              <p:nvPr/>
            </p:nvSpPr>
            <p:spPr>
              <a:xfrm>
                <a:off x="20016181" y="18434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Create Render Items</a:t>
                </a:r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4DC78131-23B2-A0BE-7827-F3B6AFF50B06}"/>
                  </a:ext>
                </a:extLst>
              </p:cNvPr>
              <p:cNvSpPr/>
              <p:nvPr/>
            </p:nvSpPr>
            <p:spPr>
              <a:xfrm>
                <a:off x="20016181" y="18866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Set the layer that will be rendered</a:t>
                </a:r>
              </a:p>
            </p:txBody>
          </p:sp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0A79600E-1D6E-0C7D-EA8E-04E0A7EAF3D2}"/>
                  </a:ext>
                </a:extLst>
              </p:cNvPr>
              <p:cNvSpPr/>
              <p:nvPr/>
            </p:nvSpPr>
            <p:spPr>
              <a:xfrm>
                <a:off x="20016181" y="19298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Set render Item material</a:t>
                </a:r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6C5E33D5-E636-D444-92A3-E35AF0685EA9}"/>
                  </a:ext>
                </a:extLst>
              </p:cNvPr>
              <p:cNvSpPr/>
              <p:nvPr/>
            </p:nvSpPr>
            <p:spPr>
              <a:xfrm>
                <a:off x="20016181" y="20594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Set bounding Sphere for debug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63F50DC7-4EA2-E9B3-D839-B717FFDBB9DF}"/>
                  </a:ext>
                </a:extLst>
              </p:cNvPr>
              <p:cNvSpPr/>
              <p:nvPr/>
            </p:nvSpPr>
            <p:spPr>
              <a:xfrm>
                <a:off x="20016181" y="19730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맑은 고딕" panose="020B0503020000020004" pitchFamily="50" charset="-127"/>
                    <a:cs typeface="+mn-cs"/>
                  </a:rPr>
                  <a:t>Apply an affine transformation</a:t>
                </a:r>
              </a:p>
            </p:txBody>
          </p:sp>
          <p:sp>
            <p:nvSpPr>
              <p:cNvPr id="328" name="직사각형 327">
                <a:extLst>
                  <a:ext uri="{FF2B5EF4-FFF2-40B4-BE49-F238E27FC236}">
                    <a16:creationId xmlns:a16="http://schemas.microsoft.com/office/drawing/2014/main" id="{6861E17A-29F2-1C5D-16BD-21452CF45C4D}"/>
                  </a:ext>
                </a:extLst>
              </p:cNvPr>
              <p:cNvSpPr/>
              <p:nvPr/>
            </p:nvSpPr>
            <p:spPr>
              <a:xfrm>
                <a:off x="20016181" y="20162015"/>
                <a:ext cx="2088000" cy="286335"/>
              </a:xfrm>
              <a:prstGeom prst="rect">
                <a:avLst/>
              </a:prstGeom>
              <a:noFill/>
              <a:ln w="9525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45712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000" kern="0" dirty="0">
                    <a:solidFill>
                      <a:prstClr val="black"/>
                    </a:solidFill>
                    <a:latin typeface="Calibri" panose="020F0502020204030204"/>
                    <a:ea typeface="맑은 고딕" panose="020B0503020000020004" pitchFamily="50" charset="-127"/>
                  </a:rPr>
                  <a:t>Set bounding Box for debug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474" name="직선 화살표 연결선 473">
                <a:extLst>
                  <a:ext uri="{FF2B5EF4-FFF2-40B4-BE49-F238E27FC236}">
                    <a16:creationId xmlns:a16="http://schemas.microsoft.com/office/drawing/2014/main" id="{84212846-E6B8-DDAF-A05E-FDF0A78013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60181" y="20449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직선 화살표 연결선 475">
                <a:extLst>
                  <a:ext uri="{FF2B5EF4-FFF2-40B4-BE49-F238E27FC236}">
                    <a16:creationId xmlns:a16="http://schemas.microsoft.com/office/drawing/2014/main" id="{1193B4BB-B4A8-C2C7-1DE8-6E630AD6C0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60181" y="20017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직선 화살표 연결선 476">
                <a:extLst>
                  <a:ext uri="{FF2B5EF4-FFF2-40B4-BE49-F238E27FC236}">
                    <a16:creationId xmlns:a16="http://schemas.microsoft.com/office/drawing/2014/main" id="{09750428-B770-C8A3-3744-F4DE8BD214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60181" y="19585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직선 화살표 연결선 478">
                <a:extLst>
                  <a:ext uri="{FF2B5EF4-FFF2-40B4-BE49-F238E27FC236}">
                    <a16:creationId xmlns:a16="http://schemas.microsoft.com/office/drawing/2014/main" id="{6B916324-D1B6-E9A7-E79B-52D0454DBC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60181" y="19153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직선 화살표 연결선 479">
                <a:extLst>
                  <a:ext uri="{FF2B5EF4-FFF2-40B4-BE49-F238E27FC236}">
                    <a16:creationId xmlns:a16="http://schemas.microsoft.com/office/drawing/2014/main" id="{F0903502-6BB5-8C35-63DD-2761AB710B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060181" y="18721192"/>
                <a:ext cx="0" cy="1431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w="sm" len="sm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65FB31F6-7046-5767-2B8F-9249ED796719}"/>
                </a:ext>
              </a:extLst>
            </p:cNvPr>
            <p:cNvSpPr txBox="1"/>
            <p:nvPr/>
          </p:nvSpPr>
          <p:spPr>
            <a:xfrm>
              <a:off x="6624181" y="1936835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/>
                <a:t>Compute Shader </a:t>
              </a:r>
              <a:r>
                <a:rPr lang="ko-KR" altLang="en-US" sz="800" b="1" dirty="0"/>
                <a:t>활용</a:t>
              </a:r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2BDAE61C-ADBC-B0AD-4B5A-381D49216319}"/>
                </a:ext>
              </a:extLst>
            </p:cNvPr>
            <p:cNvSpPr txBox="1"/>
            <p:nvPr/>
          </p:nvSpPr>
          <p:spPr>
            <a:xfrm>
              <a:off x="31392181" y="1383445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 err="1"/>
                <a:t>Imgui</a:t>
              </a:r>
              <a:r>
                <a:rPr lang="en-US" altLang="ko-KR" sz="800" b="1" dirty="0"/>
                <a:t> </a:t>
              </a:r>
              <a:r>
                <a:rPr lang="ko-KR" altLang="en-US" sz="800" b="1" dirty="0"/>
                <a:t>활용 예시</a:t>
              </a: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DEA28C11-E022-7B72-4281-A251E2703E8A}"/>
                </a:ext>
              </a:extLst>
            </p:cNvPr>
            <p:cNvSpPr txBox="1"/>
            <p:nvPr/>
          </p:nvSpPr>
          <p:spPr>
            <a:xfrm>
              <a:off x="23904181" y="1267235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 err="1"/>
                <a:t>RendorDoc</a:t>
              </a:r>
              <a:r>
                <a:rPr lang="ko-KR" altLang="en-US" sz="800" b="1" dirty="0"/>
                <a:t> 내 </a:t>
              </a:r>
              <a:r>
                <a:rPr lang="en-US" altLang="ko-KR" sz="800" b="1" dirty="0"/>
                <a:t>TimeLine</a:t>
              </a:r>
              <a:endParaRPr lang="ko-KR" altLang="en-US" sz="800" b="1" dirty="0"/>
            </a:p>
          </p:txBody>
        </p:sp>
        <p:sp>
          <p:nvSpPr>
            <p:cNvPr id="500" name="TextBox 499">
              <a:extLst>
                <a:ext uri="{FF2B5EF4-FFF2-40B4-BE49-F238E27FC236}">
                  <a16:creationId xmlns:a16="http://schemas.microsoft.com/office/drawing/2014/main" id="{46C947C3-48E4-3FA2-D514-D70C2EDC49F6}"/>
                </a:ext>
              </a:extLst>
            </p:cNvPr>
            <p:cNvSpPr txBox="1"/>
            <p:nvPr/>
          </p:nvSpPr>
          <p:spPr>
            <a:xfrm>
              <a:off x="34488181" y="1492104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</a:t>
              </a:r>
              <a:r>
                <a:rPr lang="ko-KR" altLang="en-US" sz="800" b="1"/>
                <a:t>생성한 </a:t>
              </a:r>
              <a:r>
                <a:rPr lang="en-US" altLang="ko-KR" sz="800" b="1" dirty="0"/>
                <a:t>Mesh </a:t>
              </a:r>
              <a:r>
                <a:rPr lang="ko-KR" altLang="en-US" sz="800" b="1" dirty="0"/>
                <a:t>예시</a:t>
              </a:r>
            </a:p>
          </p:txBody>
        </p:sp>
        <p:pic>
          <p:nvPicPr>
            <p:cNvPr id="503" name="그림 502">
              <a:extLst>
                <a:ext uri="{FF2B5EF4-FFF2-40B4-BE49-F238E27FC236}">
                  <a16:creationId xmlns:a16="http://schemas.microsoft.com/office/drawing/2014/main" id="{A19CCA1C-EE4E-938D-69D0-F7FCADE17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1392181" y="18560073"/>
              <a:ext cx="3096965" cy="2087999"/>
            </a:xfrm>
            <a:prstGeom prst="rect">
              <a:avLst/>
            </a:prstGeom>
          </p:spPr>
        </p:pic>
        <p:pic>
          <p:nvPicPr>
            <p:cNvPr id="505" name="그림 504">
              <a:extLst>
                <a:ext uri="{FF2B5EF4-FFF2-40B4-BE49-F238E27FC236}">
                  <a16:creationId xmlns:a16="http://schemas.microsoft.com/office/drawing/2014/main" id="{E0BE7620-3029-2678-3728-B58B993F12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840770" y="18560072"/>
              <a:ext cx="2928439" cy="2088000"/>
            </a:xfrm>
            <a:prstGeom prst="rect">
              <a:avLst/>
            </a:prstGeom>
          </p:spPr>
        </p:pic>
        <p:pic>
          <p:nvPicPr>
            <p:cNvPr id="507" name="그림 506">
              <a:extLst>
                <a:ext uri="{FF2B5EF4-FFF2-40B4-BE49-F238E27FC236}">
                  <a16:creationId xmlns:a16="http://schemas.microsoft.com/office/drawing/2014/main" id="{6B5014FD-CBC3-2B19-F676-09F4C59804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4511041" y="18560072"/>
              <a:ext cx="2304000" cy="2104278"/>
            </a:xfrm>
            <a:prstGeom prst="rect">
              <a:avLst/>
            </a:prstGeom>
          </p:spPr>
        </p:pic>
        <p:pic>
          <p:nvPicPr>
            <p:cNvPr id="511" name="그림 510">
              <a:extLst>
                <a:ext uri="{FF2B5EF4-FFF2-40B4-BE49-F238E27FC236}">
                  <a16:creationId xmlns:a16="http://schemas.microsoft.com/office/drawing/2014/main" id="{67A9FA09-06D9-DDAE-1337-978112D12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152181" y="20808350"/>
              <a:ext cx="2637150" cy="792000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C7145B72-D31D-B581-5D53-646F87059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1392180" y="20808350"/>
              <a:ext cx="2840507" cy="648000"/>
            </a:xfrm>
            <a:prstGeom prst="rect">
              <a:avLst/>
            </a:prstGeom>
          </p:spPr>
        </p:pic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id="{643F8A55-291D-0812-3F79-42D0F501B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4344181" y="20808350"/>
              <a:ext cx="2735998" cy="1087734"/>
            </a:xfrm>
            <a:prstGeom prst="rect">
              <a:avLst/>
            </a:prstGeom>
          </p:spPr>
        </p:pic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AB191257-E530-C3A0-9507-D9CF0918F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1392181" y="22032350"/>
              <a:ext cx="2736000" cy="2663282"/>
            </a:xfrm>
            <a:prstGeom prst="rect">
              <a:avLst/>
            </a:prstGeom>
          </p:spPr>
        </p:pic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4E48EB7C-C93E-25BC-4C09-AD700ADB9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b="2132"/>
            <a:stretch/>
          </p:blipFill>
          <p:spPr>
            <a:xfrm>
              <a:off x="34200181" y="22032350"/>
              <a:ext cx="2735998" cy="3220330"/>
            </a:xfrm>
            <a:prstGeom prst="rect">
              <a:avLst/>
            </a:prstGeom>
          </p:spPr>
        </p:pic>
        <p:pic>
          <p:nvPicPr>
            <p:cNvPr id="281" name="그림 280">
              <a:extLst>
                <a:ext uri="{FF2B5EF4-FFF2-40B4-BE49-F238E27FC236}">
                  <a16:creationId xmlns:a16="http://schemas.microsoft.com/office/drawing/2014/main" id="{345B4748-99F5-C4A9-B914-C56BA1114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b="12110"/>
            <a:stretch/>
          </p:blipFill>
          <p:spPr>
            <a:xfrm>
              <a:off x="37008183" y="22032350"/>
              <a:ext cx="2735998" cy="2892010"/>
            </a:xfrm>
            <a:prstGeom prst="rect">
              <a:avLst/>
            </a:prstGeom>
          </p:spPr>
        </p:pic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48DB5F11-0595-83C3-2B46-E8C5BD2A0F39}"/>
                </a:ext>
              </a:extLst>
            </p:cNvPr>
            <p:cNvSpPr txBox="1"/>
            <p:nvPr/>
          </p:nvSpPr>
          <p:spPr>
            <a:xfrm>
              <a:off x="31392181" y="1840949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 err="1"/>
                <a:t>ViewPort</a:t>
              </a:r>
              <a:endParaRPr lang="ko-KR" altLang="en-US" sz="800" b="1" dirty="0"/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9C0D89BB-D2BF-5498-8ED7-19CDF6DA36A5}"/>
                </a:ext>
              </a:extLst>
            </p:cNvPr>
            <p:cNvSpPr txBox="1"/>
            <p:nvPr/>
          </p:nvSpPr>
          <p:spPr>
            <a:xfrm>
              <a:off x="34488181" y="1840949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/>
                <a:t>Light </a:t>
              </a:r>
              <a:r>
                <a:rPr lang="ko-KR" altLang="en-US" sz="800" b="1" dirty="0"/>
                <a:t>관리 </a:t>
              </a:r>
              <a:r>
                <a:rPr lang="en-US" altLang="ko-KR" sz="800" b="1" dirty="0"/>
                <a:t>(Shadow Map)</a:t>
              </a:r>
              <a:endParaRPr lang="ko-KR" altLang="en-US" sz="800" b="1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07CBD576-972A-F9CA-2D12-EB4EDDDAE875}"/>
                </a:ext>
              </a:extLst>
            </p:cNvPr>
            <p:cNvSpPr txBox="1"/>
            <p:nvPr/>
          </p:nvSpPr>
          <p:spPr>
            <a:xfrm>
              <a:off x="36864181" y="1840949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</a:t>
              </a:r>
              <a:r>
                <a:rPr lang="en-US" altLang="ko-KR" sz="800" b="1" dirty="0"/>
                <a:t>Texture Viewer</a:t>
              </a:r>
              <a:endParaRPr lang="ko-KR" altLang="en-US" sz="800" b="1" dirty="0"/>
            </a:p>
          </p:txBody>
        </p:sp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E6EAECCD-42D9-8A9C-0195-B86CF5A7A2B0}"/>
                </a:ext>
              </a:extLst>
            </p:cNvPr>
            <p:cNvSpPr txBox="1"/>
            <p:nvPr/>
          </p:nvSpPr>
          <p:spPr>
            <a:xfrm>
              <a:off x="31392181" y="2066435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/>
                <a:t>Render Item(Instance) </a:t>
              </a:r>
              <a:r>
                <a:rPr lang="ko-KR" altLang="en-US" sz="800" b="1" dirty="0"/>
                <a:t>관리</a:t>
              </a:r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EFEC52FC-8FB9-73B9-2E62-B3E1F8FA575C}"/>
                </a:ext>
              </a:extLst>
            </p:cNvPr>
            <p:cNvSpPr txBox="1"/>
            <p:nvPr/>
          </p:nvSpPr>
          <p:spPr>
            <a:xfrm>
              <a:off x="34344181" y="2066435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/>
                <a:t>Render Item – Affine Transform </a:t>
              </a:r>
              <a:r>
                <a:rPr lang="ko-KR" altLang="en-US" sz="800" b="1" dirty="0"/>
                <a:t>관리</a:t>
              </a:r>
            </a:p>
          </p:txBody>
        </p:sp>
        <p:sp>
          <p:nvSpPr>
            <p:cNvPr id="426" name="TextBox 425">
              <a:extLst>
                <a:ext uri="{FF2B5EF4-FFF2-40B4-BE49-F238E27FC236}">
                  <a16:creationId xmlns:a16="http://schemas.microsoft.com/office/drawing/2014/main" id="{B4B0EB1B-44FE-5840-F2A7-391BDD4A9267}"/>
                </a:ext>
              </a:extLst>
            </p:cNvPr>
            <p:cNvSpPr txBox="1"/>
            <p:nvPr/>
          </p:nvSpPr>
          <p:spPr>
            <a:xfrm>
              <a:off x="37152181" y="2066435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</a:t>
              </a:r>
              <a:r>
                <a:rPr lang="en-US" altLang="ko-KR" sz="800" b="1" dirty="0" err="1"/>
                <a:t>Cubemap</a:t>
              </a:r>
              <a:r>
                <a:rPr lang="en-US" altLang="ko-KR" sz="800" b="1" dirty="0"/>
                <a:t> Control panel</a:t>
              </a:r>
              <a:endParaRPr lang="ko-KR" altLang="en-US" sz="800" b="1" dirty="0"/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1CD75D11-6C77-D677-64A7-6DB2660DE60C}"/>
                </a:ext>
              </a:extLst>
            </p:cNvPr>
            <p:cNvSpPr txBox="1"/>
            <p:nvPr/>
          </p:nvSpPr>
          <p:spPr>
            <a:xfrm>
              <a:off x="31392181" y="2188835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/>
                <a:t>Render Item – Displacement Map </a:t>
              </a:r>
              <a:r>
                <a:rPr lang="ko-KR" altLang="en-US" sz="800" b="1" dirty="0"/>
                <a:t>관리</a:t>
              </a:r>
            </a:p>
          </p:txBody>
        </p:sp>
        <p:sp>
          <p:nvSpPr>
            <p:cNvPr id="444" name="TextBox 443">
              <a:extLst>
                <a:ext uri="{FF2B5EF4-FFF2-40B4-BE49-F238E27FC236}">
                  <a16:creationId xmlns:a16="http://schemas.microsoft.com/office/drawing/2014/main" id="{BE1B3F05-2A25-6523-27A3-7E2C963E27B2}"/>
                </a:ext>
              </a:extLst>
            </p:cNvPr>
            <p:cNvSpPr txBox="1"/>
            <p:nvPr/>
          </p:nvSpPr>
          <p:spPr>
            <a:xfrm>
              <a:off x="34200181" y="2188835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/>
                <a:t>Render Item – Material (Diffuse Map) </a:t>
              </a:r>
              <a:r>
                <a:rPr lang="ko-KR" altLang="en-US" sz="800" b="1" dirty="0"/>
                <a:t>관리</a:t>
              </a:r>
            </a:p>
          </p:txBody>
        </p:sp>
        <p:sp>
          <p:nvSpPr>
            <p:cNvPr id="445" name="TextBox 444">
              <a:extLst>
                <a:ext uri="{FF2B5EF4-FFF2-40B4-BE49-F238E27FC236}">
                  <a16:creationId xmlns:a16="http://schemas.microsoft.com/office/drawing/2014/main" id="{43525F0C-CE5B-3DDA-4D09-AFC63E4C6213}"/>
                </a:ext>
              </a:extLst>
            </p:cNvPr>
            <p:cNvSpPr txBox="1"/>
            <p:nvPr/>
          </p:nvSpPr>
          <p:spPr>
            <a:xfrm>
              <a:off x="37008181" y="21888350"/>
              <a:ext cx="288000" cy="144000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noAutofit/>
            </a:bodyPr>
            <a:lstStyle/>
            <a:p>
              <a:r>
                <a:rPr lang="ko-KR" altLang="en-US" sz="800" b="1" dirty="0"/>
                <a:t>▼ </a:t>
              </a:r>
              <a:r>
                <a:rPr lang="en-US" altLang="ko-KR" sz="800" b="1" dirty="0"/>
                <a:t>Render Item – Material (Normal Map) </a:t>
              </a:r>
              <a:r>
                <a:rPr lang="ko-KR" altLang="en-US" sz="800" b="1" dirty="0"/>
                <a:t>관리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2567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11F46-5D66-CD1C-D9CB-56854C897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제목 1">
            <a:extLst>
              <a:ext uri="{FF2B5EF4-FFF2-40B4-BE49-F238E27FC236}">
                <a16:creationId xmlns:a16="http://schemas.microsoft.com/office/drawing/2014/main" id="{A438CBF9-48D5-5B7B-552B-1B0A85F3D0EB}"/>
              </a:ext>
            </a:extLst>
          </p:cNvPr>
          <p:cNvSpPr txBox="1">
            <a:spLocks/>
          </p:cNvSpPr>
          <p:nvPr/>
        </p:nvSpPr>
        <p:spPr>
          <a:xfrm>
            <a:off x="432181" y="228613"/>
            <a:ext cx="3312000" cy="286809"/>
          </a:xfrm>
          <a:prstGeom prst="rect">
            <a:avLst/>
          </a:prstGeom>
        </p:spPr>
        <p:txBody>
          <a:bodyPr vert="horz" wrap="none" lIns="91440" tIns="46800" rIns="91440" bIns="46800" rtlCol="0" anchor="ctr">
            <a:noAutofit/>
          </a:bodyPr>
          <a:lstStyle>
            <a:lvl1pPr algn="l" defTabSz="91433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800" b="1" kern="1200" baseline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defRPr>
            </a:lvl1pPr>
          </a:lstStyle>
          <a:p>
            <a:pPr marL="0" marR="0" lvl="0" indent="0" algn="l" defTabSz="914331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rPr>
              <a:t>DX12 with ECS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rPr>
              <a:t>엔진 개발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rPr>
              <a:t>| 1. </a:t>
            </a:r>
            <a:r>
              <a:rPr lang="en-US" altLang="ko-KR" dirty="0">
                <a:solidFill>
                  <a:sysClr val="windowText" lastClr="000000"/>
                </a:solidFill>
              </a:rPr>
              <a:t>Block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Diagram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에스코어 드림 7 ExtraBold" panose="020B0803030302020204" pitchFamily="34" charset="-127"/>
              <a:ea typeface="에스코어 드림 7 ExtraBold" panose="020B0803030302020204" pitchFamily="34" charset="-127"/>
              <a:cs typeface="+mj-cs"/>
            </a:endParaRPr>
          </a:p>
        </p:txBody>
      </p:sp>
      <p:grpSp>
        <p:nvGrpSpPr>
          <p:cNvPr id="1220" name="Group 1219">
            <a:extLst>
              <a:ext uri="{FF2B5EF4-FFF2-40B4-BE49-F238E27FC236}">
                <a16:creationId xmlns:a16="http://schemas.microsoft.com/office/drawing/2014/main" id="{46FC5089-1998-948D-A5CE-EAE7E2243234}"/>
              </a:ext>
            </a:extLst>
          </p:cNvPr>
          <p:cNvGrpSpPr/>
          <p:nvPr/>
        </p:nvGrpSpPr>
        <p:grpSpPr>
          <a:xfrm>
            <a:off x="432181" y="288350"/>
            <a:ext cx="45432000" cy="25487998"/>
            <a:chOff x="432181" y="288350"/>
            <a:chExt cx="45432000" cy="25487998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7AA0546A-5F18-EBDE-C91F-AE23E48E66F2}"/>
                </a:ext>
              </a:extLst>
            </p:cNvPr>
            <p:cNvSpPr/>
            <p:nvPr/>
          </p:nvSpPr>
          <p:spPr>
            <a:xfrm>
              <a:off x="432181" y="720348"/>
              <a:ext cx="3888000" cy="2505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ECSCoordinator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관리 유닛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4" name="직사각형 283">
              <a:extLst>
                <a:ext uri="{FF2B5EF4-FFF2-40B4-BE49-F238E27FC236}">
                  <a16:creationId xmlns:a16="http://schemas.microsoft.com/office/drawing/2014/main" id="{47D29F8C-D8E3-D640-3DB0-041A01E7B7F1}"/>
                </a:ext>
              </a:extLst>
            </p:cNvPr>
            <p:cNvSpPr/>
            <p:nvPr/>
          </p:nvSpPr>
          <p:spPr>
            <a:xfrm>
              <a:off x="720181" y="1296349"/>
              <a:ext cx="3312000" cy="195840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ECSCoordinator</a:t>
              </a: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::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Init()</a:t>
              </a:r>
            </a:p>
          </p:txBody>
        </p:sp>
        <p:sp>
          <p:nvSpPr>
            <p:cNvPr id="508" name="직사각형 110">
              <a:extLst>
                <a:ext uri="{FF2B5EF4-FFF2-40B4-BE49-F238E27FC236}">
                  <a16:creationId xmlns:a16="http://schemas.microsoft.com/office/drawing/2014/main" id="{FE5C21AA-9893-18B1-7E44-60A1941C7830}"/>
                </a:ext>
              </a:extLst>
            </p:cNvPr>
            <p:cNvSpPr/>
            <p:nvPr/>
          </p:nvSpPr>
          <p:spPr>
            <a:xfrm>
              <a:off x="5760181" y="9792350"/>
              <a:ext cx="13248000" cy="89279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활용 데이터 관리 유닛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9" name="직사각형 283">
              <a:extLst>
                <a:ext uri="{FF2B5EF4-FFF2-40B4-BE49-F238E27FC236}">
                  <a16:creationId xmlns:a16="http://schemas.microsoft.com/office/drawing/2014/main" id="{8E43E2FD-D220-AA6E-71F0-8558935A75D3}"/>
                </a:ext>
              </a:extLst>
            </p:cNvPr>
            <p:cNvSpPr/>
            <p:nvPr/>
          </p:nvSpPr>
          <p:spPr>
            <a:xfrm>
              <a:off x="1008181" y="1584348"/>
              <a:ext cx="2736000" cy="223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Make Manager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ECS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관련 </a:t>
              </a: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Manager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객체 등록</a:t>
              </a:r>
              <a:endParaRPr lang="en-US" altLang="ko-KR" sz="12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510" name="직사각형 283">
              <a:extLst>
                <a:ext uri="{FF2B5EF4-FFF2-40B4-BE49-F238E27FC236}">
                  <a16:creationId xmlns:a16="http://schemas.microsoft.com/office/drawing/2014/main" id="{387C6031-1310-38B7-08E8-0ABCFBE87BB7}"/>
                </a:ext>
              </a:extLst>
            </p:cNvPr>
            <p:cNvSpPr/>
            <p:nvPr/>
          </p:nvSpPr>
          <p:spPr>
            <a:xfrm>
              <a:off x="1008181" y="3960350"/>
              <a:ext cx="2736000" cy="561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Register Component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전체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등록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(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예시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)</a:t>
              </a:r>
            </a:p>
          </p:txBody>
        </p:sp>
        <p:sp>
          <p:nvSpPr>
            <p:cNvPr id="82" name="직사각형 110">
              <a:extLst>
                <a:ext uri="{FF2B5EF4-FFF2-40B4-BE49-F238E27FC236}">
                  <a16:creationId xmlns:a16="http://schemas.microsoft.com/office/drawing/2014/main" id="{7BD9DE22-D725-0B8B-878A-69F1F35685B9}"/>
                </a:ext>
              </a:extLst>
            </p:cNvPr>
            <p:cNvSpPr/>
            <p:nvPr/>
          </p:nvSpPr>
          <p:spPr>
            <a:xfrm>
              <a:off x="6048181" y="10224351"/>
              <a:ext cx="6048000" cy="15858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RegisterComponent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3" name="직사각형 260">
              <a:extLst>
                <a:ext uri="{FF2B5EF4-FFF2-40B4-BE49-F238E27FC236}">
                  <a16:creationId xmlns:a16="http://schemas.microsoft.com/office/drawing/2014/main" id="{D8645A4E-EEFC-081D-A499-44569E91E833}"/>
                </a:ext>
              </a:extLst>
            </p:cNvPr>
            <p:cNvSpPr/>
            <p:nvPr/>
          </p:nvSpPr>
          <p:spPr>
            <a:xfrm>
              <a:off x="1296181" y="2088350"/>
              <a:ext cx="2160000" cy="28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4" name="직사각형 260">
              <a:extLst>
                <a:ext uri="{FF2B5EF4-FFF2-40B4-BE49-F238E27FC236}">
                  <a16:creationId xmlns:a16="http://schemas.microsoft.com/office/drawing/2014/main" id="{EF69C276-6BAC-09FF-EC07-1FD2560845C6}"/>
                </a:ext>
              </a:extLst>
            </p:cNvPr>
            <p:cNvSpPr/>
            <p:nvPr/>
          </p:nvSpPr>
          <p:spPr>
            <a:xfrm>
              <a:off x="1296181" y="252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SingletonComponentManager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5" name="직사각형 260">
              <a:extLst>
                <a:ext uri="{FF2B5EF4-FFF2-40B4-BE49-F238E27FC236}">
                  <a16:creationId xmlns:a16="http://schemas.microsoft.com/office/drawing/2014/main" id="{7F028915-9C73-6FB3-41AF-DB7A366237D2}"/>
                </a:ext>
              </a:extLst>
            </p:cNvPr>
            <p:cNvSpPr/>
            <p:nvPr/>
          </p:nvSpPr>
          <p:spPr>
            <a:xfrm>
              <a:off x="1296181" y="2952350"/>
              <a:ext cx="2160000" cy="288000"/>
            </a:xfrm>
            <a:prstGeom prst="rect">
              <a:avLst/>
            </a:prstGeom>
            <a:solidFill>
              <a:srgbClr val="66FF66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EntityManager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6" name="직사각형 260">
              <a:extLst>
                <a:ext uri="{FF2B5EF4-FFF2-40B4-BE49-F238E27FC236}">
                  <a16:creationId xmlns:a16="http://schemas.microsoft.com/office/drawing/2014/main" id="{AEC35E40-7074-93C7-25A1-DEDD7FDA61E5}"/>
                </a:ext>
              </a:extLst>
            </p:cNvPr>
            <p:cNvSpPr/>
            <p:nvPr/>
          </p:nvSpPr>
          <p:spPr>
            <a:xfrm>
              <a:off x="1296181" y="3384350"/>
              <a:ext cx="2160000" cy="288000"/>
            </a:xfrm>
            <a:prstGeom prst="rect">
              <a:avLst/>
            </a:prstGeom>
            <a:solidFill>
              <a:srgbClr val="FF9999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SystemManager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7" name="직사각형 260">
              <a:extLst>
                <a:ext uri="{FF2B5EF4-FFF2-40B4-BE49-F238E27FC236}">
                  <a16:creationId xmlns:a16="http://schemas.microsoft.com/office/drawing/2014/main" id="{C1F51963-A882-6960-F781-F96728600CFB}"/>
                </a:ext>
              </a:extLst>
            </p:cNvPr>
            <p:cNvSpPr/>
            <p:nvPr/>
          </p:nvSpPr>
          <p:spPr>
            <a:xfrm>
              <a:off x="1296181" y="4392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DX12_BoundingComponent</a:t>
              </a:r>
            </a:p>
          </p:txBody>
        </p:sp>
        <p:sp>
          <p:nvSpPr>
            <p:cNvPr id="518" name="직사각형 260">
              <a:extLst>
                <a:ext uri="{FF2B5EF4-FFF2-40B4-BE49-F238E27FC236}">
                  <a16:creationId xmlns:a16="http://schemas.microsoft.com/office/drawing/2014/main" id="{219E30D6-8AD5-7897-97D4-2C64EEF47236}"/>
                </a:ext>
              </a:extLst>
            </p:cNvPr>
            <p:cNvSpPr/>
            <p:nvPr/>
          </p:nvSpPr>
          <p:spPr>
            <a:xfrm>
              <a:off x="1296181" y="4824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DX12_MeshComponent</a:t>
              </a:r>
            </a:p>
          </p:txBody>
        </p:sp>
        <p:sp>
          <p:nvSpPr>
            <p:cNvPr id="519" name="직사각형 260">
              <a:extLst>
                <a:ext uri="{FF2B5EF4-FFF2-40B4-BE49-F238E27FC236}">
                  <a16:creationId xmlns:a16="http://schemas.microsoft.com/office/drawing/2014/main" id="{A41E3BE0-2B62-764D-27D2-8942EE1B6315}"/>
                </a:ext>
              </a:extLst>
            </p:cNvPr>
            <p:cNvSpPr/>
            <p:nvPr/>
          </p:nvSpPr>
          <p:spPr>
            <a:xfrm>
              <a:off x="1296181" y="5256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InstanceData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20" name="직선 화살표 연결선 384">
              <a:extLst>
                <a:ext uri="{FF2B5EF4-FFF2-40B4-BE49-F238E27FC236}">
                  <a16:creationId xmlns:a16="http://schemas.microsoft.com/office/drawing/2014/main" id="{30748734-D80E-8CE0-721F-6E04D7AE39A3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2808352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직선 화살표 연결선 384">
              <a:extLst>
                <a:ext uri="{FF2B5EF4-FFF2-40B4-BE49-F238E27FC236}">
                  <a16:creationId xmlns:a16="http://schemas.microsoft.com/office/drawing/2014/main" id="{C89DAD0C-2358-844D-988D-8BDD184DAC1A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4680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직선 화살표 연결선 384">
              <a:extLst>
                <a:ext uri="{FF2B5EF4-FFF2-40B4-BE49-F238E27FC236}">
                  <a16:creationId xmlns:a16="http://schemas.microsoft.com/office/drawing/2014/main" id="{6B8E3176-3DC0-659C-1D67-8575BEF4082F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2376352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직선 화살표 연결선 384">
              <a:extLst>
                <a:ext uri="{FF2B5EF4-FFF2-40B4-BE49-F238E27FC236}">
                  <a16:creationId xmlns:a16="http://schemas.microsoft.com/office/drawing/2014/main" id="{A99A788F-451E-C5B0-9AB5-63AC65C5AA17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3240352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직선 화살표 연결선 384">
              <a:extLst>
                <a:ext uri="{FF2B5EF4-FFF2-40B4-BE49-F238E27FC236}">
                  <a16:creationId xmlns:a16="http://schemas.microsoft.com/office/drawing/2014/main" id="{91C07B4A-D7FD-9678-B6A8-2D070DDAF4AD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5112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직선 화살표 연결선 384">
              <a:extLst>
                <a:ext uri="{FF2B5EF4-FFF2-40B4-BE49-F238E27FC236}">
                  <a16:creationId xmlns:a16="http://schemas.microsoft.com/office/drawing/2014/main" id="{5B3E6CB9-9EC4-E67B-2E88-1129BDBCA2C4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381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직사각형 110">
              <a:extLst>
                <a:ext uri="{FF2B5EF4-FFF2-40B4-BE49-F238E27FC236}">
                  <a16:creationId xmlns:a16="http://schemas.microsoft.com/office/drawing/2014/main" id="{1B207C74-98C6-73D8-8E5D-D42E61B69101}"/>
                </a:ext>
              </a:extLst>
            </p:cNvPr>
            <p:cNvSpPr/>
            <p:nvPr/>
          </p:nvSpPr>
          <p:spPr>
            <a:xfrm>
              <a:off x="12672182" y="720350"/>
              <a:ext cx="3311999" cy="89279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SingletonComponentManager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lvl="0" algn="ctr" defTabSz="457166"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Singleton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관리 유닛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0" name="직사각형 260">
              <a:extLst>
                <a:ext uri="{FF2B5EF4-FFF2-40B4-BE49-F238E27FC236}">
                  <a16:creationId xmlns:a16="http://schemas.microsoft.com/office/drawing/2014/main" id="{3A942312-2A88-0FF9-2AD2-62BCB946FE39}"/>
                </a:ext>
              </a:extLst>
            </p:cNvPr>
            <p:cNvSpPr/>
            <p:nvPr/>
          </p:nvSpPr>
          <p:spPr>
            <a:xfrm>
              <a:off x="6336181" y="105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Component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등록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551" name="직사각형 260">
              <a:extLst>
                <a:ext uri="{FF2B5EF4-FFF2-40B4-BE49-F238E27FC236}">
                  <a16:creationId xmlns:a16="http://schemas.microsoft.com/office/drawing/2014/main" id="{4867478A-BAF9-670C-D5AC-8D8D1FC0E746}"/>
                </a:ext>
              </a:extLst>
            </p:cNvPr>
            <p:cNvSpPr/>
            <p:nvPr/>
          </p:nvSpPr>
          <p:spPr>
            <a:xfrm>
              <a:off x="9648181" y="10512350"/>
              <a:ext cx="2160000" cy="1080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Component Factory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Type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맞는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실제 배열 생성은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Add Component 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수행 시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따라 효율적으로 생성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552" name="직사각형 260">
              <a:extLst>
                <a:ext uri="{FF2B5EF4-FFF2-40B4-BE49-F238E27FC236}">
                  <a16:creationId xmlns:a16="http://schemas.microsoft.com/office/drawing/2014/main" id="{1D50A320-33F5-9C88-33BB-71ABF2CE35EA}"/>
                </a:ext>
              </a:extLst>
            </p:cNvPr>
            <p:cNvSpPr/>
            <p:nvPr/>
          </p:nvSpPr>
          <p:spPr>
            <a:xfrm>
              <a:off x="1296181" y="5688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LightComponent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3" name="직사각형 260">
              <a:extLst>
                <a:ext uri="{FF2B5EF4-FFF2-40B4-BE49-F238E27FC236}">
                  <a16:creationId xmlns:a16="http://schemas.microsoft.com/office/drawing/2014/main" id="{3129C882-799D-1F59-9A2A-B97EB3D7AF71}"/>
                </a:ext>
              </a:extLst>
            </p:cNvPr>
            <p:cNvSpPr/>
            <p:nvPr/>
          </p:nvSpPr>
          <p:spPr>
            <a:xfrm>
              <a:off x="1296181" y="6120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54" name="직선 화살표 연결선 384">
              <a:extLst>
                <a:ext uri="{FF2B5EF4-FFF2-40B4-BE49-F238E27FC236}">
                  <a16:creationId xmlns:a16="http://schemas.microsoft.com/office/drawing/2014/main" id="{6A52C18D-2A64-BF24-F393-C0EA647F6D66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5544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직선 화살표 연결선 384">
              <a:extLst>
                <a:ext uri="{FF2B5EF4-FFF2-40B4-BE49-F238E27FC236}">
                  <a16:creationId xmlns:a16="http://schemas.microsoft.com/office/drawing/2014/main" id="{B4B8CDCC-B4AA-B643-18A9-298DD422A63B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5976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직사각형 260">
              <a:extLst>
                <a:ext uri="{FF2B5EF4-FFF2-40B4-BE49-F238E27FC236}">
                  <a16:creationId xmlns:a16="http://schemas.microsoft.com/office/drawing/2014/main" id="{F98F66FD-0936-CBED-032F-F2BF4BFC9C51}"/>
                </a:ext>
              </a:extLst>
            </p:cNvPr>
            <p:cNvSpPr/>
            <p:nvPr/>
          </p:nvSpPr>
          <p:spPr>
            <a:xfrm>
              <a:off x="1296181" y="6552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7" name="직사각형 260">
              <a:extLst>
                <a:ext uri="{FF2B5EF4-FFF2-40B4-BE49-F238E27FC236}">
                  <a16:creationId xmlns:a16="http://schemas.microsoft.com/office/drawing/2014/main" id="{AC1E716B-E26B-735E-4C72-7938C8BA10D9}"/>
                </a:ext>
              </a:extLst>
            </p:cNvPr>
            <p:cNvSpPr/>
            <p:nvPr/>
          </p:nvSpPr>
          <p:spPr>
            <a:xfrm>
              <a:off x="1296181" y="6984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RigidBodyComponent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58" name="직선 화살표 연결선 384">
              <a:extLst>
                <a:ext uri="{FF2B5EF4-FFF2-40B4-BE49-F238E27FC236}">
                  <a16:creationId xmlns:a16="http://schemas.microsoft.com/office/drawing/2014/main" id="{380BDBF9-300E-F0A2-2E70-1045E2EB32A6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6408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직선 화살표 연결선 384">
              <a:extLst>
                <a:ext uri="{FF2B5EF4-FFF2-40B4-BE49-F238E27FC236}">
                  <a16:creationId xmlns:a16="http://schemas.microsoft.com/office/drawing/2014/main" id="{1C01DBB1-99AE-7513-0C0E-7EF6FC077FDB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6840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0" name="직사각형 260">
              <a:extLst>
                <a:ext uri="{FF2B5EF4-FFF2-40B4-BE49-F238E27FC236}">
                  <a16:creationId xmlns:a16="http://schemas.microsoft.com/office/drawing/2014/main" id="{5599D866-9585-C509-6AF1-EACFD015114B}"/>
                </a:ext>
              </a:extLst>
            </p:cNvPr>
            <p:cNvSpPr/>
            <p:nvPr/>
          </p:nvSpPr>
          <p:spPr>
            <a:xfrm>
              <a:off x="1296181" y="7416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GravityComponent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1" name="직사각형 260">
              <a:extLst>
                <a:ext uri="{FF2B5EF4-FFF2-40B4-BE49-F238E27FC236}">
                  <a16:creationId xmlns:a16="http://schemas.microsoft.com/office/drawing/2014/main" id="{01FF10E2-AEB2-5069-2E91-02F14981EDC4}"/>
                </a:ext>
              </a:extLst>
            </p:cNvPr>
            <p:cNvSpPr/>
            <p:nvPr/>
          </p:nvSpPr>
          <p:spPr>
            <a:xfrm>
              <a:off x="1296181" y="7848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BoundingVolumnComponent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62" name="직선 화살표 연결선 384">
              <a:extLst>
                <a:ext uri="{FF2B5EF4-FFF2-40B4-BE49-F238E27FC236}">
                  <a16:creationId xmlns:a16="http://schemas.microsoft.com/office/drawing/2014/main" id="{44B95B92-C717-DB03-28CD-0F2BE8E5FA59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7272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직선 화살표 연결선 384">
              <a:extLst>
                <a:ext uri="{FF2B5EF4-FFF2-40B4-BE49-F238E27FC236}">
                  <a16:creationId xmlns:a16="http://schemas.microsoft.com/office/drawing/2014/main" id="{CB22EC1C-9687-9E33-4E44-F66F0669EC07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7704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4" name="직사각형 260">
              <a:extLst>
                <a:ext uri="{FF2B5EF4-FFF2-40B4-BE49-F238E27FC236}">
                  <a16:creationId xmlns:a16="http://schemas.microsoft.com/office/drawing/2014/main" id="{D2C6DA49-F102-36D7-03FA-567C007B3B48}"/>
                </a:ext>
              </a:extLst>
            </p:cNvPr>
            <p:cNvSpPr/>
            <p:nvPr/>
          </p:nvSpPr>
          <p:spPr>
            <a:xfrm>
              <a:off x="1296181" y="8280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CFGInstanceComponent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65" name="직선 화살표 연결선 384">
              <a:extLst>
                <a:ext uri="{FF2B5EF4-FFF2-40B4-BE49-F238E27FC236}">
                  <a16:creationId xmlns:a16="http://schemas.microsoft.com/office/drawing/2014/main" id="{15CB13D4-6CE9-DD89-3C58-F32F4FEF87AC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8136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6" name="직사각형 260">
              <a:extLst>
                <a:ext uri="{FF2B5EF4-FFF2-40B4-BE49-F238E27FC236}">
                  <a16:creationId xmlns:a16="http://schemas.microsoft.com/office/drawing/2014/main" id="{07C92EAC-835A-9AD4-62D8-F018F428497C}"/>
                </a:ext>
              </a:extLst>
            </p:cNvPr>
            <p:cNvSpPr/>
            <p:nvPr/>
          </p:nvSpPr>
          <p:spPr>
            <a:xfrm>
              <a:off x="1296181" y="8712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PlayerControlComponent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7" name="직사각형 260">
              <a:extLst>
                <a:ext uri="{FF2B5EF4-FFF2-40B4-BE49-F238E27FC236}">
                  <a16:creationId xmlns:a16="http://schemas.microsoft.com/office/drawing/2014/main" id="{35E56F64-9E7C-F6F0-5CC3-E118215B972E}"/>
                </a:ext>
              </a:extLst>
            </p:cNvPr>
            <p:cNvSpPr/>
            <p:nvPr/>
          </p:nvSpPr>
          <p:spPr>
            <a:xfrm>
              <a:off x="1296181" y="9144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TextureScaleComponent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68" name="직선 화살표 연결선 384">
              <a:extLst>
                <a:ext uri="{FF2B5EF4-FFF2-40B4-BE49-F238E27FC236}">
                  <a16:creationId xmlns:a16="http://schemas.microsoft.com/office/drawing/2014/main" id="{BDA0AB2C-BA97-7CF0-3025-61A80A520C42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8568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직선 화살표 연결선 384">
              <a:extLst>
                <a:ext uri="{FF2B5EF4-FFF2-40B4-BE49-F238E27FC236}">
                  <a16:creationId xmlns:a16="http://schemas.microsoft.com/office/drawing/2014/main" id="{04122AA4-51B8-3693-B97D-B620B1D25082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9000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직선 화살표 연결선 384">
              <a:extLst>
                <a:ext uri="{FF2B5EF4-FFF2-40B4-BE49-F238E27FC236}">
                  <a16:creationId xmlns:a16="http://schemas.microsoft.com/office/drawing/2014/main" id="{480F064C-775B-0D50-2CE9-E5E2C801A64B}"/>
                </a:ext>
              </a:extLst>
            </p:cNvPr>
            <p:cNvCxnSpPr>
              <a:cxnSpLocks/>
            </p:cNvCxnSpPr>
            <p:nvPr/>
          </p:nvCxnSpPr>
          <p:spPr>
            <a:xfrm>
              <a:off x="4968181" y="10800350"/>
              <a:ext cx="1080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직선 화살표 연결선 384">
              <a:extLst>
                <a:ext uri="{FF2B5EF4-FFF2-40B4-BE49-F238E27FC236}">
                  <a16:creationId xmlns:a16="http://schemas.microsoft.com/office/drawing/2014/main" id="{2D71CD24-2DDB-8879-326C-AEB0116FAF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181" y="8496350"/>
              <a:ext cx="0" cy="1065600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1" name="직사각형 260">
              <a:extLst>
                <a:ext uri="{FF2B5EF4-FFF2-40B4-BE49-F238E27FC236}">
                  <a16:creationId xmlns:a16="http://schemas.microsoft.com/office/drawing/2014/main" id="{40B122AE-5C61-92E4-21F8-D2040387E89D}"/>
                </a:ext>
              </a:extLst>
            </p:cNvPr>
            <p:cNvSpPr/>
            <p:nvPr/>
          </p:nvSpPr>
          <p:spPr>
            <a:xfrm>
              <a:off x="6048181" y="12384350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ComponentType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mComponentTypes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(Type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대해 정수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Mapping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을 진행하는 목적은 </a:t>
              </a:r>
              <a:r>
                <a:rPr lang="en-US" altLang="ko-KR" sz="11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변경 발생 시 </a:t>
              </a:r>
              <a:r>
                <a:rPr lang="en-US" altLang="ko-KR" sz="11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MoveArray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처리를 위함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582" name="직사각형 260">
              <a:extLst>
                <a:ext uri="{FF2B5EF4-FFF2-40B4-BE49-F238E27FC236}">
                  <a16:creationId xmlns:a16="http://schemas.microsoft.com/office/drawing/2014/main" id="{1BA92AB0-33C2-3CF2-50A7-EB958279FFB9}"/>
                </a:ext>
              </a:extLst>
            </p:cNvPr>
            <p:cNvSpPr/>
            <p:nvPr/>
          </p:nvSpPr>
          <p:spPr>
            <a:xfrm>
              <a:off x="9360181" y="12384350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ComponentType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IComponentArray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mComponentFactories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(Unique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생성자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Mapping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목적은 </a:t>
              </a:r>
              <a:r>
                <a:rPr lang="en-US" altLang="ko-KR" sz="11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다양한 자료형을 관리하기 위함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583" name="직사각형 260">
              <a:extLst>
                <a:ext uri="{FF2B5EF4-FFF2-40B4-BE49-F238E27FC236}">
                  <a16:creationId xmlns:a16="http://schemas.microsoft.com/office/drawing/2014/main" id="{437900BB-5A0A-F44D-EEFB-5BC5B01C6216}"/>
                </a:ext>
              </a:extLst>
            </p:cNvPr>
            <p:cNvSpPr/>
            <p:nvPr/>
          </p:nvSpPr>
          <p:spPr>
            <a:xfrm>
              <a:off x="6336181" y="1332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[DX12_BoundingComponent] = 0</a:t>
              </a:r>
            </a:p>
          </p:txBody>
        </p:sp>
        <p:sp>
          <p:nvSpPr>
            <p:cNvPr id="584" name="직사각형 260">
              <a:extLst>
                <a:ext uri="{FF2B5EF4-FFF2-40B4-BE49-F238E27FC236}">
                  <a16:creationId xmlns:a16="http://schemas.microsoft.com/office/drawing/2014/main" id="{BA3FE4AC-F497-A9C6-62BD-5EA45B6BDA52}"/>
                </a:ext>
              </a:extLst>
            </p:cNvPr>
            <p:cNvSpPr/>
            <p:nvPr/>
          </p:nvSpPr>
          <p:spPr>
            <a:xfrm>
              <a:off x="6336181" y="1375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[DX12_MeshComponent] =  1</a:t>
              </a:r>
            </a:p>
          </p:txBody>
        </p:sp>
        <p:sp>
          <p:nvSpPr>
            <p:cNvPr id="585" name="직사각형 260">
              <a:extLst>
                <a:ext uri="{FF2B5EF4-FFF2-40B4-BE49-F238E27FC236}">
                  <a16:creationId xmlns:a16="http://schemas.microsoft.com/office/drawing/2014/main" id="{2DA40276-F038-7749-A2AB-2A86BC9E882E}"/>
                </a:ext>
              </a:extLst>
            </p:cNvPr>
            <p:cNvSpPr/>
            <p:nvPr/>
          </p:nvSpPr>
          <p:spPr>
            <a:xfrm>
              <a:off x="6336181" y="14186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InstanceData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2</a:t>
              </a:r>
            </a:p>
          </p:txBody>
        </p:sp>
        <p:sp>
          <p:nvSpPr>
            <p:cNvPr id="586" name="직사각형 260">
              <a:extLst>
                <a:ext uri="{FF2B5EF4-FFF2-40B4-BE49-F238E27FC236}">
                  <a16:creationId xmlns:a16="http://schemas.microsoft.com/office/drawing/2014/main" id="{662E2C2B-DDA4-6219-95E5-79A68A3D001E}"/>
                </a:ext>
              </a:extLst>
            </p:cNvPr>
            <p:cNvSpPr/>
            <p:nvPr/>
          </p:nvSpPr>
          <p:spPr>
            <a:xfrm>
              <a:off x="6336181" y="14618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LightComponent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3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7" name="직사각형 260">
              <a:extLst>
                <a:ext uri="{FF2B5EF4-FFF2-40B4-BE49-F238E27FC236}">
                  <a16:creationId xmlns:a16="http://schemas.microsoft.com/office/drawing/2014/main" id="{0DE5C7B6-AB7F-760F-3B72-2DD6F9995A0A}"/>
                </a:ext>
              </a:extLst>
            </p:cNvPr>
            <p:cNvSpPr/>
            <p:nvPr/>
          </p:nvSpPr>
          <p:spPr>
            <a:xfrm>
              <a:off x="6336181" y="15050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4</a:t>
              </a:r>
            </a:p>
          </p:txBody>
        </p:sp>
        <p:sp>
          <p:nvSpPr>
            <p:cNvPr id="588" name="직사각형 260">
              <a:extLst>
                <a:ext uri="{FF2B5EF4-FFF2-40B4-BE49-F238E27FC236}">
                  <a16:creationId xmlns:a16="http://schemas.microsoft.com/office/drawing/2014/main" id="{4F770AC1-774F-0778-B99F-DD73C826698F}"/>
                </a:ext>
              </a:extLst>
            </p:cNvPr>
            <p:cNvSpPr/>
            <p:nvPr/>
          </p:nvSpPr>
          <p:spPr>
            <a:xfrm>
              <a:off x="6336181" y="1548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5</a:t>
              </a:r>
            </a:p>
          </p:txBody>
        </p:sp>
        <p:sp>
          <p:nvSpPr>
            <p:cNvPr id="589" name="직사각형 260">
              <a:extLst>
                <a:ext uri="{FF2B5EF4-FFF2-40B4-BE49-F238E27FC236}">
                  <a16:creationId xmlns:a16="http://schemas.microsoft.com/office/drawing/2014/main" id="{EDDAC631-F32D-89F0-9D32-BE9648393151}"/>
                </a:ext>
              </a:extLst>
            </p:cNvPr>
            <p:cNvSpPr/>
            <p:nvPr/>
          </p:nvSpPr>
          <p:spPr>
            <a:xfrm>
              <a:off x="6336181" y="1591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RigidBodyComponent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6</a:t>
              </a:r>
            </a:p>
          </p:txBody>
        </p:sp>
        <p:sp>
          <p:nvSpPr>
            <p:cNvPr id="590" name="직사각형 260">
              <a:extLst>
                <a:ext uri="{FF2B5EF4-FFF2-40B4-BE49-F238E27FC236}">
                  <a16:creationId xmlns:a16="http://schemas.microsoft.com/office/drawing/2014/main" id="{A58603A4-0330-884F-8589-7F344CFFC0B2}"/>
                </a:ext>
              </a:extLst>
            </p:cNvPr>
            <p:cNvSpPr/>
            <p:nvPr/>
          </p:nvSpPr>
          <p:spPr>
            <a:xfrm>
              <a:off x="6336181" y="16346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GravityComponent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7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1" name="직사각형 260">
              <a:extLst>
                <a:ext uri="{FF2B5EF4-FFF2-40B4-BE49-F238E27FC236}">
                  <a16:creationId xmlns:a16="http://schemas.microsoft.com/office/drawing/2014/main" id="{9A762604-E3B3-8FF6-BB90-A3FECD06D799}"/>
                </a:ext>
              </a:extLst>
            </p:cNvPr>
            <p:cNvSpPr/>
            <p:nvPr/>
          </p:nvSpPr>
          <p:spPr>
            <a:xfrm>
              <a:off x="6336181" y="16778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BoundingVolumnComponent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8</a:t>
              </a:r>
            </a:p>
          </p:txBody>
        </p:sp>
        <p:sp>
          <p:nvSpPr>
            <p:cNvPr id="592" name="직사각형 260">
              <a:extLst>
                <a:ext uri="{FF2B5EF4-FFF2-40B4-BE49-F238E27FC236}">
                  <a16:creationId xmlns:a16="http://schemas.microsoft.com/office/drawing/2014/main" id="{ED69A4E6-3365-BCDD-8461-3C7EE87F41A4}"/>
                </a:ext>
              </a:extLst>
            </p:cNvPr>
            <p:cNvSpPr/>
            <p:nvPr/>
          </p:nvSpPr>
          <p:spPr>
            <a:xfrm>
              <a:off x="6336181" y="17210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CFGInstanceComponent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9</a:t>
              </a:r>
            </a:p>
          </p:txBody>
        </p:sp>
        <p:sp>
          <p:nvSpPr>
            <p:cNvPr id="593" name="직사각형 260">
              <a:extLst>
                <a:ext uri="{FF2B5EF4-FFF2-40B4-BE49-F238E27FC236}">
                  <a16:creationId xmlns:a16="http://schemas.microsoft.com/office/drawing/2014/main" id="{960C8DCF-E641-7BBB-1CC4-F85EB909B2A5}"/>
                </a:ext>
              </a:extLst>
            </p:cNvPr>
            <p:cNvSpPr/>
            <p:nvPr/>
          </p:nvSpPr>
          <p:spPr>
            <a:xfrm>
              <a:off x="6336181" y="1764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PlayerControlComponent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10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4" name="직사각형 260">
              <a:extLst>
                <a:ext uri="{FF2B5EF4-FFF2-40B4-BE49-F238E27FC236}">
                  <a16:creationId xmlns:a16="http://schemas.microsoft.com/office/drawing/2014/main" id="{759B5869-063B-8142-376A-E718AAD1CE57}"/>
                </a:ext>
              </a:extLst>
            </p:cNvPr>
            <p:cNvSpPr/>
            <p:nvPr/>
          </p:nvSpPr>
          <p:spPr>
            <a:xfrm>
              <a:off x="6370793" y="180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TextureScaleComponent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11</a:t>
              </a:r>
            </a:p>
          </p:txBody>
        </p:sp>
        <p:cxnSp>
          <p:nvCxnSpPr>
            <p:cNvPr id="599" name="직선 화살표 연결선 384">
              <a:extLst>
                <a:ext uri="{FF2B5EF4-FFF2-40B4-BE49-F238E27FC236}">
                  <a16:creationId xmlns:a16="http://schemas.microsoft.com/office/drawing/2014/main" id="{2B2F4984-9161-2259-BBD8-0FEE9DBB26DF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10800350"/>
              <a:ext cx="0" cy="158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직선 화살표 연결선 384">
              <a:extLst>
                <a:ext uri="{FF2B5EF4-FFF2-40B4-BE49-F238E27FC236}">
                  <a16:creationId xmlns:a16="http://schemas.microsoft.com/office/drawing/2014/main" id="{F93E0856-5E49-EE21-0489-88F9CA1380CF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181" y="11592350"/>
              <a:ext cx="0" cy="792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7" name="직사각형 260">
              <a:extLst>
                <a:ext uri="{FF2B5EF4-FFF2-40B4-BE49-F238E27FC236}">
                  <a16:creationId xmlns:a16="http://schemas.microsoft.com/office/drawing/2014/main" id="{6E71C105-3138-3D88-BAAF-86E2F726177E}"/>
                </a:ext>
              </a:extLst>
            </p:cNvPr>
            <p:cNvSpPr/>
            <p:nvPr/>
          </p:nvSpPr>
          <p:spPr>
            <a:xfrm>
              <a:off x="9648181" y="1332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[DX12_BoundingComponent] = []() std::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make_unique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ComponentArray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&lt;&gt;</a:t>
              </a:r>
            </a:p>
          </p:txBody>
        </p:sp>
        <p:sp>
          <p:nvSpPr>
            <p:cNvPr id="608" name="직사각형 260">
              <a:extLst>
                <a:ext uri="{FF2B5EF4-FFF2-40B4-BE49-F238E27FC236}">
                  <a16:creationId xmlns:a16="http://schemas.microsoft.com/office/drawing/2014/main" id="{F5D43866-3EA5-F1A6-4D0F-F945DBB7F5AD}"/>
                </a:ext>
              </a:extLst>
            </p:cNvPr>
            <p:cNvSpPr/>
            <p:nvPr/>
          </p:nvSpPr>
          <p:spPr>
            <a:xfrm>
              <a:off x="9648181" y="1375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[DX12_MeshComponent]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= 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9" name="직사각형 260">
              <a:extLst>
                <a:ext uri="{FF2B5EF4-FFF2-40B4-BE49-F238E27FC236}">
                  <a16:creationId xmlns:a16="http://schemas.microsoft.com/office/drawing/2014/main" id="{887C56A3-A682-5B98-BA7C-7F617FD44E72}"/>
                </a:ext>
              </a:extLst>
            </p:cNvPr>
            <p:cNvSpPr/>
            <p:nvPr/>
          </p:nvSpPr>
          <p:spPr>
            <a:xfrm>
              <a:off x="9648181" y="14186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InstanceData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= 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0" name="직사각형 260">
              <a:extLst>
                <a:ext uri="{FF2B5EF4-FFF2-40B4-BE49-F238E27FC236}">
                  <a16:creationId xmlns:a16="http://schemas.microsoft.com/office/drawing/2014/main" id="{86A81662-16ED-25C3-7C8B-79D15D4969B3}"/>
                </a:ext>
              </a:extLst>
            </p:cNvPr>
            <p:cNvSpPr/>
            <p:nvPr/>
          </p:nvSpPr>
          <p:spPr>
            <a:xfrm>
              <a:off x="9648181" y="14618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LightComponent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1" name="직사각형 260">
              <a:extLst>
                <a:ext uri="{FF2B5EF4-FFF2-40B4-BE49-F238E27FC236}">
                  <a16:creationId xmlns:a16="http://schemas.microsoft.com/office/drawing/2014/main" id="{E5B030DE-6038-3FBE-11B4-BE9C97EEBD85}"/>
                </a:ext>
              </a:extLst>
            </p:cNvPr>
            <p:cNvSpPr/>
            <p:nvPr/>
          </p:nvSpPr>
          <p:spPr>
            <a:xfrm>
              <a:off x="9648181" y="15050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2" name="직사각형 260">
              <a:extLst>
                <a:ext uri="{FF2B5EF4-FFF2-40B4-BE49-F238E27FC236}">
                  <a16:creationId xmlns:a16="http://schemas.microsoft.com/office/drawing/2014/main" id="{CDD63FE8-FBBA-77F5-ED68-5A58E3AD95C4}"/>
                </a:ext>
              </a:extLst>
            </p:cNvPr>
            <p:cNvSpPr/>
            <p:nvPr/>
          </p:nvSpPr>
          <p:spPr>
            <a:xfrm>
              <a:off x="9648181" y="1548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3" name="직사각형 260">
              <a:extLst>
                <a:ext uri="{FF2B5EF4-FFF2-40B4-BE49-F238E27FC236}">
                  <a16:creationId xmlns:a16="http://schemas.microsoft.com/office/drawing/2014/main" id="{0A1FD830-CBEC-A7D9-997B-1126F7B61CA8}"/>
                </a:ext>
              </a:extLst>
            </p:cNvPr>
            <p:cNvSpPr/>
            <p:nvPr/>
          </p:nvSpPr>
          <p:spPr>
            <a:xfrm>
              <a:off x="9648181" y="1591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RigidBodyComponent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4" name="직사각형 260">
              <a:extLst>
                <a:ext uri="{FF2B5EF4-FFF2-40B4-BE49-F238E27FC236}">
                  <a16:creationId xmlns:a16="http://schemas.microsoft.com/office/drawing/2014/main" id="{A08AB6F4-1CF8-7E5F-A892-592F950AB42F}"/>
                </a:ext>
              </a:extLst>
            </p:cNvPr>
            <p:cNvSpPr/>
            <p:nvPr/>
          </p:nvSpPr>
          <p:spPr>
            <a:xfrm>
              <a:off x="9648181" y="16346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GravityComponent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5" name="직사각형 260">
              <a:extLst>
                <a:ext uri="{FF2B5EF4-FFF2-40B4-BE49-F238E27FC236}">
                  <a16:creationId xmlns:a16="http://schemas.microsoft.com/office/drawing/2014/main" id="{D81EAF22-D313-0EA2-B927-A999CCE09702}"/>
                </a:ext>
              </a:extLst>
            </p:cNvPr>
            <p:cNvSpPr/>
            <p:nvPr/>
          </p:nvSpPr>
          <p:spPr>
            <a:xfrm>
              <a:off x="9648181" y="16778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BoundingVolumnComponent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6" name="직사각형 260">
              <a:extLst>
                <a:ext uri="{FF2B5EF4-FFF2-40B4-BE49-F238E27FC236}">
                  <a16:creationId xmlns:a16="http://schemas.microsoft.com/office/drawing/2014/main" id="{D61F2EA2-3BE3-64D7-6688-7216A47DCBEC}"/>
                </a:ext>
              </a:extLst>
            </p:cNvPr>
            <p:cNvSpPr/>
            <p:nvPr/>
          </p:nvSpPr>
          <p:spPr>
            <a:xfrm>
              <a:off x="9648181" y="17210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CFGInstanceComponent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7" name="직사각형 260">
              <a:extLst>
                <a:ext uri="{FF2B5EF4-FFF2-40B4-BE49-F238E27FC236}">
                  <a16:creationId xmlns:a16="http://schemas.microsoft.com/office/drawing/2014/main" id="{1DC89402-489C-2FB7-2F85-CA7C82A603FF}"/>
                </a:ext>
              </a:extLst>
            </p:cNvPr>
            <p:cNvSpPr/>
            <p:nvPr/>
          </p:nvSpPr>
          <p:spPr>
            <a:xfrm>
              <a:off x="9648181" y="1764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PlayerControlComponent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8" name="직사각형 260">
              <a:extLst>
                <a:ext uri="{FF2B5EF4-FFF2-40B4-BE49-F238E27FC236}">
                  <a16:creationId xmlns:a16="http://schemas.microsoft.com/office/drawing/2014/main" id="{D162184B-902A-6107-BD94-8E722EE6316D}"/>
                </a:ext>
              </a:extLst>
            </p:cNvPr>
            <p:cNvSpPr/>
            <p:nvPr/>
          </p:nvSpPr>
          <p:spPr>
            <a:xfrm>
              <a:off x="9648181" y="180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TextureScaleComponent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6" name="직사각형 283">
              <a:extLst>
                <a:ext uri="{FF2B5EF4-FFF2-40B4-BE49-F238E27FC236}">
                  <a16:creationId xmlns:a16="http://schemas.microsoft.com/office/drawing/2014/main" id="{9543FABC-BC81-C5A1-F282-387460878E28}"/>
                </a:ext>
              </a:extLst>
            </p:cNvPr>
            <p:cNvSpPr/>
            <p:nvPr/>
          </p:nvSpPr>
          <p:spPr>
            <a:xfrm>
              <a:off x="1008181" y="9720350"/>
              <a:ext cx="2736000" cy="633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Register System &amp; Signature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및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Signature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등록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예시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)</a:t>
              </a:r>
            </a:p>
          </p:txBody>
        </p:sp>
        <p:cxnSp>
          <p:nvCxnSpPr>
            <p:cNvPr id="627" name="직선 화살표 연결선 384">
              <a:extLst>
                <a:ext uri="{FF2B5EF4-FFF2-40B4-BE49-F238E27FC236}">
                  <a16:creationId xmlns:a16="http://schemas.microsoft.com/office/drawing/2014/main" id="{83C7BCD7-0EB5-136E-AA6D-279BC16CA11A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957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8" name="직사각형 260">
              <a:extLst>
                <a:ext uri="{FF2B5EF4-FFF2-40B4-BE49-F238E27FC236}">
                  <a16:creationId xmlns:a16="http://schemas.microsoft.com/office/drawing/2014/main" id="{185E5BFF-C419-D7FE-DBAF-5540A82F69BE}"/>
                </a:ext>
              </a:extLst>
            </p:cNvPr>
            <p:cNvSpPr/>
            <p:nvPr/>
          </p:nvSpPr>
          <p:spPr>
            <a:xfrm>
              <a:off x="1296181" y="14184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PlayerControlSystem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0" name="직사각형 260">
              <a:extLst>
                <a:ext uri="{FF2B5EF4-FFF2-40B4-BE49-F238E27FC236}">
                  <a16:creationId xmlns:a16="http://schemas.microsoft.com/office/drawing/2014/main" id="{00B227BA-713A-1D0B-0140-0A2A4697E427}"/>
                </a:ext>
              </a:extLst>
            </p:cNvPr>
            <p:cNvSpPr/>
            <p:nvPr/>
          </p:nvSpPr>
          <p:spPr>
            <a:xfrm>
              <a:off x="1296181" y="1015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1" name="직사각형 260">
              <a:extLst>
                <a:ext uri="{FF2B5EF4-FFF2-40B4-BE49-F238E27FC236}">
                  <a16:creationId xmlns:a16="http://schemas.microsoft.com/office/drawing/2014/main" id="{A090AAAF-1292-56C2-78F7-AA89C5CA9056}"/>
                </a:ext>
              </a:extLst>
            </p:cNvPr>
            <p:cNvSpPr/>
            <p:nvPr/>
          </p:nvSpPr>
          <p:spPr>
            <a:xfrm>
              <a:off x="1296181" y="10440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{4}</a:t>
              </a:r>
            </a:p>
          </p:txBody>
        </p:sp>
        <p:cxnSp>
          <p:nvCxnSpPr>
            <p:cNvPr id="632" name="직선 화살표 연결선 384">
              <a:extLst>
                <a:ext uri="{FF2B5EF4-FFF2-40B4-BE49-F238E27FC236}">
                  <a16:creationId xmlns:a16="http://schemas.microsoft.com/office/drawing/2014/main" id="{C9C60DA8-B702-CA82-4E19-E82425F058FF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4040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3" name="직사각형 110">
              <a:extLst>
                <a:ext uri="{FF2B5EF4-FFF2-40B4-BE49-F238E27FC236}">
                  <a16:creationId xmlns:a16="http://schemas.microsoft.com/office/drawing/2014/main" id="{125CCF5F-D134-478C-D9D0-373B6D400EC5}"/>
                </a:ext>
              </a:extLst>
            </p:cNvPr>
            <p:cNvSpPr/>
            <p:nvPr/>
          </p:nvSpPr>
          <p:spPr>
            <a:xfrm>
              <a:off x="5760181" y="18864350"/>
              <a:ext cx="36431997" cy="69119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SystemManager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간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 유닛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간 병렬처리를 같이 고려함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2" name="직사각형 260">
              <a:extLst>
                <a:ext uri="{FF2B5EF4-FFF2-40B4-BE49-F238E27FC236}">
                  <a16:creationId xmlns:a16="http://schemas.microsoft.com/office/drawing/2014/main" id="{AEFE4AE1-BD2C-7082-D9D4-F48E5828A37D}"/>
                </a:ext>
              </a:extLst>
            </p:cNvPr>
            <p:cNvSpPr/>
            <p:nvPr/>
          </p:nvSpPr>
          <p:spPr>
            <a:xfrm>
              <a:off x="9360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Signature&gt;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44" name="직사각형 260">
              <a:extLst>
                <a:ext uri="{FF2B5EF4-FFF2-40B4-BE49-F238E27FC236}">
                  <a16:creationId xmlns:a16="http://schemas.microsoft.com/office/drawing/2014/main" id="{597E9B1A-4C85-30EF-B0EF-348ED1E7C756}"/>
                </a:ext>
              </a:extLst>
            </p:cNvPr>
            <p:cNvSpPr/>
            <p:nvPr/>
          </p:nvSpPr>
          <p:spPr>
            <a:xfrm>
              <a:off x="9648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{4}</a:t>
              </a:r>
            </a:p>
          </p:txBody>
        </p:sp>
        <p:sp>
          <p:nvSpPr>
            <p:cNvPr id="645" name="직사각형 260">
              <a:extLst>
                <a:ext uri="{FF2B5EF4-FFF2-40B4-BE49-F238E27FC236}">
                  <a16:creationId xmlns:a16="http://schemas.microsoft.com/office/drawing/2014/main" id="{5093AA02-7BD8-EC79-EFA2-5F40C0ABA3FB}"/>
                </a:ext>
              </a:extLst>
            </p:cNvPr>
            <p:cNvSpPr/>
            <p:nvPr/>
          </p:nvSpPr>
          <p:spPr>
            <a:xfrm>
              <a:off x="9648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{5,6,7}</a:t>
              </a:r>
            </a:p>
          </p:txBody>
        </p:sp>
        <p:sp>
          <p:nvSpPr>
            <p:cNvPr id="646" name="직사각형 260">
              <a:extLst>
                <a:ext uri="{FF2B5EF4-FFF2-40B4-BE49-F238E27FC236}">
                  <a16:creationId xmlns:a16="http://schemas.microsoft.com/office/drawing/2014/main" id="{DAA23C93-6605-632C-E4F1-98E63CF1EB78}"/>
                </a:ext>
              </a:extLst>
            </p:cNvPr>
            <p:cNvSpPr/>
            <p:nvPr/>
          </p:nvSpPr>
          <p:spPr>
            <a:xfrm>
              <a:off x="9648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{3}</a:t>
              </a:r>
            </a:p>
          </p:txBody>
        </p:sp>
        <p:sp>
          <p:nvSpPr>
            <p:cNvPr id="674" name="직사각형 260">
              <a:extLst>
                <a:ext uri="{FF2B5EF4-FFF2-40B4-BE49-F238E27FC236}">
                  <a16:creationId xmlns:a16="http://schemas.microsoft.com/office/drawing/2014/main" id="{BAB042DE-C6B3-9C89-D2CE-87235F9A3439}"/>
                </a:ext>
              </a:extLst>
            </p:cNvPr>
            <p:cNvSpPr/>
            <p:nvPr/>
          </p:nvSpPr>
          <p:spPr>
            <a:xfrm>
              <a:off x="1296181" y="108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PhysicsSystem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5" name="직사각형 260">
              <a:extLst>
                <a:ext uri="{FF2B5EF4-FFF2-40B4-BE49-F238E27FC236}">
                  <a16:creationId xmlns:a16="http://schemas.microsoft.com/office/drawing/2014/main" id="{E235F342-BED9-743B-C012-233806DE598A}"/>
                </a:ext>
              </a:extLst>
            </p:cNvPr>
            <p:cNvSpPr/>
            <p:nvPr/>
          </p:nvSpPr>
          <p:spPr>
            <a:xfrm>
              <a:off x="1296181" y="11160351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RigidBodyComponent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{6}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GravityComponent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{7}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76" name="직선 화살표 연결선 384">
              <a:extLst>
                <a:ext uri="{FF2B5EF4-FFF2-40B4-BE49-F238E27FC236}">
                  <a16:creationId xmlns:a16="http://schemas.microsoft.com/office/drawing/2014/main" id="{280BC85F-8899-B834-E542-7E1F16973F1E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0728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7" name="직사각형 110">
              <a:extLst>
                <a:ext uri="{FF2B5EF4-FFF2-40B4-BE49-F238E27FC236}">
                  <a16:creationId xmlns:a16="http://schemas.microsoft.com/office/drawing/2014/main" id="{0120D7C6-DB6D-9673-54AD-D48ADA9E4D45}"/>
                </a:ext>
              </a:extLst>
            </p:cNvPr>
            <p:cNvSpPr/>
            <p:nvPr/>
          </p:nvSpPr>
          <p:spPr>
            <a:xfrm>
              <a:off x="6048181" y="19440350"/>
              <a:ext cx="32544000" cy="115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RegisterSystem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9" name="직사각형 260">
              <a:extLst>
                <a:ext uri="{FF2B5EF4-FFF2-40B4-BE49-F238E27FC236}">
                  <a16:creationId xmlns:a16="http://schemas.microsoft.com/office/drawing/2014/main" id="{6F63D82E-5A89-0046-BD58-C9D78399C7D4}"/>
                </a:ext>
              </a:extLst>
            </p:cNvPr>
            <p:cNvSpPr/>
            <p:nvPr/>
          </p:nvSpPr>
          <p:spPr>
            <a:xfrm>
              <a:off x="12960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BeginPlay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80" name="직사각형 260">
              <a:extLst>
                <a:ext uri="{FF2B5EF4-FFF2-40B4-BE49-F238E27FC236}">
                  <a16:creationId xmlns:a16="http://schemas.microsoft.com/office/drawing/2014/main" id="{62E364E6-C1C8-01DA-3164-6AF97A2D686B}"/>
                </a:ext>
              </a:extLst>
            </p:cNvPr>
            <p:cNvSpPr/>
            <p:nvPr/>
          </p:nvSpPr>
          <p:spPr>
            <a:xfrm>
              <a:off x="1296181" y="11736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LightSystem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1" name="직사각형 260">
              <a:extLst>
                <a:ext uri="{FF2B5EF4-FFF2-40B4-BE49-F238E27FC236}">
                  <a16:creationId xmlns:a16="http://schemas.microsoft.com/office/drawing/2014/main" id="{3D3AAC06-1DBB-C4AB-BBE0-F748B08FE68F}"/>
                </a:ext>
              </a:extLst>
            </p:cNvPr>
            <p:cNvSpPr/>
            <p:nvPr/>
          </p:nvSpPr>
          <p:spPr>
            <a:xfrm>
              <a:off x="1296181" y="1202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LightComponent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{3}</a:t>
              </a:r>
            </a:p>
          </p:txBody>
        </p:sp>
        <p:cxnSp>
          <p:nvCxnSpPr>
            <p:cNvPr id="682" name="직선 화살표 연결선 384">
              <a:extLst>
                <a:ext uri="{FF2B5EF4-FFF2-40B4-BE49-F238E27FC236}">
                  <a16:creationId xmlns:a16="http://schemas.microsoft.com/office/drawing/2014/main" id="{7B943BEE-F59E-91A4-76F7-70681D4E619F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1592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3" name="직사각형 260">
              <a:extLst>
                <a:ext uri="{FF2B5EF4-FFF2-40B4-BE49-F238E27FC236}">
                  <a16:creationId xmlns:a16="http://schemas.microsoft.com/office/drawing/2014/main" id="{8DF4A3D5-405D-9C89-2570-51A6DC3B2422}"/>
                </a:ext>
              </a:extLst>
            </p:cNvPr>
            <p:cNvSpPr/>
            <p:nvPr/>
          </p:nvSpPr>
          <p:spPr>
            <a:xfrm>
              <a:off x="1296181" y="14472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RigidBodyComponent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{6}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{10}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4" name="직사각형 260">
              <a:extLst>
                <a:ext uri="{FF2B5EF4-FFF2-40B4-BE49-F238E27FC236}">
                  <a16:creationId xmlns:a16="http://schemas.microsoft.com/office/drawing/2014/main" id="{306924A6-69BD-C9E6-83E2-B087EE6FE802}"/>
                </a:ext>
              </a:extLst>
            </p:cNvPr>
            <p:cNvSpPr/>
            <p:nvPr/>
          </p:nvSpPr>
          <p:spPr>
            <a:xfrm>
              <a:off x="1296181" y="12456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DX12_BoundingSystem</a:t>
              </a:r>
            </a:p>
          </p:txBody>
        </p:sp>
        <p:cxnSp>
          <p:nvCxnSpPr>
            <p:cNvPr id="685" name="직선 화살표 연결선 384">
              <a:extLst>
                <a:ext uri="{FF2B5EF4-FFF2-40B4-BE49-F238E27FC236}">
                  <a16:creationId xmlns:a16="http://schemas.microsoft.com/office/drawing/2014/main" id="{03774167-4F93-7429-6F7E-C223A8041063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2312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6" name="직사각형 260">
              <a:extLst>
                <a:ext uri="{FF2B5EF4-FFF2-40B4-BE49-F238E27FC236}">
                  <a16:creationId xmlns:a16="http://schemas.microsoft.com/office/drawing/2014/main" id="{B219E076-6E72-891E-A542-FAFEBD4C9483}"/>
                </a:ext>
              </a:extLst>
            </p:cNvPr>
            <p:cNvSpPr/>
            <p:nvPr/>
          </p:nvSpPr>
          <p:spPr>
            <a:xfrm>
              <a:off x="1296181" y="12744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DX12_BoundingComponent {0}</a:t>
              </a:r>
            </a:p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DX12_MeshComponent {1}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7" name="직사각형 260">
              <a:extLst>
                <a:ext uri="{FF2B5EF4-FFF2-40B4-BE49-F238E27FC236}">
                  <a16:creationId xmlns:a16="http://schemas.microsoft.com/office/drawing/2014/main" id="{EB3C4CFA-CDFD-E9B8-D4F9-96AAF08A147C}"/>
                </a:ext>
              </a:extLst>
            </p:cNvPr>
            <p:cNvSpPr/>
            <p:nvPr/>
          </p:nvSpPr>
          <p:spPr>
            <a:xfrm>
              <a:off x="1296181" y="1332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BoundingVolumeUpdateSystem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88" name="직선 화살표 연결선 384">
              <a:extLst>
                <a:ext uri="{FF2B5EF4-FFF2-40B4-BE49-F238E27FC236}">
                  <a16:creationId xmlns:a16="http://schemas.microsoft.com/office/drawing/2014/main" id="{9E228A7F-DC09-B7CB-9DBB-77A279C87D20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3176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9" name="직사각형 260">
              <a:extLst>
                <a:ext uri="{FF2B5EF4-FFF2-40B4-BE49-F238E27FC236}">
                  <a16:creationId xmlns:a16="http://schemas.microsoft.com/office/drawing/2014/main" id="{8EE7E00B-F048-3222-EEB2-E6F93E2DDA40}"/>
                </a:ext>
              </a:extLst>
            </p:cNvPr>
            <p:cNvSpPr/>
            <p:nvPr/>
          </p:nvSpPr>
          <p:spPr>
            <a:xfrm>
              <a:off x="1296181" y="13608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DX12_BoundingComponent {0}</a:t>
              </a:r>
            </a:p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DX12_MeshComponent {1}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91" name="직선 화살표 연결선 384">
              <a:extLst>
                <a:ext uri="{FF2B5EF4-FFF2-40B4-BE49-F238E27FC236}">
                  <a16:creationId xmlns:a16="http://schemas.microsoft.com/office/drawing/2014/main" id="{E04E3DB8-CA49-54A7-750B-AE2BFDBBDB33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4904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3" name="직사각형 260">
              <a:extLst>
                <a:ext uri="{FF2B5EF4-FFF2-40B4-BE49-F238E27FC236}">
                  <a16:creationId xmlns:a16="http://schemas.microsoft.com/office/drawing/2014/main" id="{AC63CB8D-580D-50B5-EBF2-3D2885ABA0F3}"/>
                </a:ext>
              </a:extLst>
            </p:cNvPr>
            <p:cNvSpPr/>
            <p:nvPr/>
          </p:nvSpPr>
          <p:spPr>
            <a:xfrm>
              <a:off x="1296181" y="1504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WorldMatrixUpdateSystem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5" name="직사각형 260">
              <a:extLst>
                <a:ext uri="{FF2B5EF4-FFF2-40B4-BE49-F238E27FC236}">
                  <a16:creationId xmlns:a16="http://schemas.microsoft.com/office/drawing/2014/main" id="{FF7D92A4-6469-9686-0C40-4F436566E149}"/>
                </a:ext>
              </a:extLst>
            </p:cNvPr>
            <p:cNvSpPr/>
            <p:nvPr/>
          </p:nvSpPr>
          <p:spPr>
            <a:xfrm>
              <a:off x="1296181" y="15336350"/>
              <a:ext cx="2160000" cy="57599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DX12_MeshComponent {1}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CFGInstanceComponent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{9}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TextureScaleComponent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{11}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3" name="직사각형 260">
              <a:extLst>
                <a:ext uri="{FF2B5EF4-FFF2-40B4-BE49-F238E27FC236}">
                  <a16:creationId xmlns:a16="http://schemas.microsoft.com/office/drawing/2014/main" id="{605B6CC1-A2DC-BFA2-7D25-CB40F88975B0}"/>
                </a:ext>
              </a:extLst>
            </p:cNvPr>
            <p:cNvSpPr/>
            <p:nvPr/>
          </p:nvSpPr>
          <p:spPr>
            <a:xfrm>
              <a:off x="9648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{5,6,10}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4" name="직사각형 260">
              <a:extLst>
                <a:ext uri="{FF2B5EF4-FFF2-40B4-BE49-F238E27FC236}">
                  <a16:creationId xmlns:a16="http://schemas.microsoft.com/office/drawing/2014/main" id="{2A5247BA-7F44-C103-237E-E894013A795D}"/>
                </a:ext>
              </a:extLst>
            </p:cNvPr>
            <p:cNvSpPr/>
            <p:nvPr/>
          </p:nvSpPr>
          <p:spPr>
            <a:xfrm>
              <a:off x="9648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5" name="직사각형 260">
              <a:extLst>
                <a:ext uri="{FF2B5EF4-FFF2-40B4-BE49-F238E27FC236}">
                  <a16:creationId xmlns:a16="http://schemas.microsoft.com/office/drawing/2014/main" id="{2BA33D97-4126-9783-D7EF-A3A3CF9A7EBC}"/>
                </a:ext>
              </a:extLst>
            </p:cNvPr>
            <p:cNvSpPr/>
            <p:nvPr/>
          </p:nvSpPr>
          <p:spPr>
            <a:xfrm>
              <a:off x="9648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{5,6,10}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6" name="직사각형 260">
              <a:extLst>
                <a:ext uri="{FF2B5EF4-FFF2-40B4-BE49-F238E27FC236}">
                  <a16:creationId xmlns:a16="http://schemas.microsoft.com/office/drawing/2014/main" id="{A5036588-1D84-9C52-7DB1-4CD63F1207EB}"/>
                </a:ext>
              </a:extLst>
            </p:cNvPr>
            <p:cNvSpPr/>
            <p:nvPr/>
          </p:nvSpPr>
          <p:spPr>
            <a:xfrm>
              <a:off x="9648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{0,1,5}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8" name="직사각형 260">
              <a:extLst>
                <a:ext uri="{FF2B5EF4-FFF2-40B4-BE49-F238E27FC236}">
                  <a16:creationId xmlns:a16="http://schemas.microsoft.com/office/drawing/2014/main" id="{2BC8DEFE-AB0F-44CA-F3D5-18B2CD8811D8}"/>
                </a:ext>
              </a:extLst>
            </p:cNvPr>
            <p:cNvSpPr/>
            <p:nvPr/>
          </p:nvSpPr>
          <p:spPr>
            <a:xfrm>
              <a:off x="12672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mSystemBeginPlayTasks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09" name="직사각형 260">
              <a:extLst>
                <a:ext uri="{FF2B5EF4-FFF2-40B4-BE49-F238E27FC236}">
                  <a16:creationId xmlns:a16="http://schemas.microsoft.com/office/drawing/2014/main" id="{CC263D48-7546-D2DD-0A0D-2B5957B61D3D}"/>
                </a:ext>
              </a:extLst>
            </p:cNvPr>
            <p:cNvSpPr/>
            <p:nvPr/>
          </p:nvSpPr>
          <p:spPr>
            <a:xfrm>
              <a:off x="12960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710" name="직사각형 260">
              <a:extLst>
                <a:ext uri="{FF2B5EF4-FFF2-40B4-BE49-F238E27FC236}">
                  <a16:creationId xmlns:a16="http://schemas.microsoft.com/office/drawing/2014/main" id="{E0A60E93-0520-0C2D-E660-DE2222928640}"/>
                </a:ext>
              </a:extLst>
            </p:cNvPr>
            <p:cNvSpPr/>
            <p:nvPr/>
          </p:nvSpPr>
          <p:spPr>
            <a:xfrm>
              <a:off x="12960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711" name="직사각형 260">
              <a:extLst>
                <a:ext uri="{FF2B5EF4-FFF2-40B4-BE49-F238E27FC236}">
                  <a16:creationId xmlns:a16="http://schemas.microsoft.com/office/drawing/2014/main" id="{3D311C06-B860-2AEF-9ADC-8C00C0C14481}"/>
                </a:ext>
              </a:extLst>
            </p:cNvPr>
            <p:cNvSpPr/>
            <p:nvPr/>
          </p:nvSpPr>
          <p:spPr>
            <a:xfrm>
              <a:off x="12960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712" name="직사각형 260">
              <a:extLst>
                <a:ext uri="{FF2B5EF4-FFF2-40B4-BE49-F238E27FC236}">
                  <a16:creationId xmlns:a16="http://schemas.microsoft.com/office/drawing/2014/main" id="{6A7382DA-A6BC-8C92-36F1-71BD2B2573D9}"/>
                </a:ext>
              </a:extLst>
            </p:cNvPr>
            <p:cNvSpPr/>
            <p:nvPr/>
          </p:nvSpPr>
          <p:spPr>
            <a:xfrm>
              <a:off x="12960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3" name="직사각형 260">
              <a:extLst>
                <a:ext uri="{FF2B5EF4-FFF2-40B4-BE49-F238E27FC236}">
                  <a16:creationId xmlns:a16="http://schemas.microsoft.com/office/drawing/2014/main" id="{0403C3C1-D8AF-2F57-5529-969743072597}"/>
                </a:ext>
              </a:extLst>
            </p:cNvPr>
            <p:cNvSpPr/>
            <p:nvPr/>
          </p:nvSpPr>
          <p:spPr>
            <a:xfrm>
              <a:off x="12960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4" name="직사각형 260">
              <a:extLst>
                <a:ext uri="{FF2B5EF4-FFF2-40B4-BE49-F238E27FC236}">
                  <a16:creationId xmlns:a16="http://schemas.microsoft.com/office/drawing/2014/main" id="{FCE4C174-0E8F-ECE7-EB09-50BA20A236BB}"/>
                </a:ext>
              </a:extLst>
            </p:cNvPr>
            <p:cNvSpPr/>
            <p:nvPr/>
          </p:nvSpPr>
          <p:spPr>
            <a:xfrm>
              <a:off x="12960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5" name="직사각형 260">
              <a:extLst>
                <a:ext uri="{FF2B5EF4-FFF2-40B4-BE49-F238E27FC236}">
                  <a16:creationId xmlns:a16="http://schemas.microsoft.com/office/drawing/2014/main" id="{EAD52D38-78E2-EE25-4131-743B27DB89B1}"/>
                </a:ext>
              </a:extLst>
            </p:cNvPr>
            <p:cNvSpPr/>
            <p:nvPr/>
          </p:nvSpPr>
          <p:spPr>
            <a:xfrm>
              <a:off x="12960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7" name="직사각형 260">
              <a:extLst>
                <a:ext uri="{FF2B5EF4-FFF2-40B4-BE49-F238E27FC236}">
                  <a16:creationId xmlns:a16="http://schemas.microsoft.com/office/drawing/2014/main" id="{48DB700A-879B-67B4-3EE9-4FC99C051B6B}"/>
                </a:ext>
              </a:extLst>
            </p:cNvPr>
            <p:cNvSpPr/>
            <p:nvPr/>
          </p:nvSpPr>
          <p:spPr>
            <a:xfrm>
              <a:off x="15984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mSystemSyncTasks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18" name="직사각형 260">
              <a:extLst>
                <a:ext uri="{FF2B5EF4-FFF2-40B4-BE49-F238E27FC236}">
                  <a16:creationId xmlns:a16="http://schemas.microsoft.com/office/drawing/2014/main" id="{19B67128-23B9-CF45-7800-03AA715603B2}"/>
                </a:ext>
              </a:extLst>
            </p:cNvPr>
            <p:cNvSpPr/>
            <p:nvPr/>
          </p:nvSpPr>
          <p:spPr>
            <a:xfrm>
              <a:off x="16272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719" name="직사각형 260">
              <a:extLst>
                <a:ext uri="{FF2B5EF4-FFF2-40B4-BE49-F238E27FC236}">
                  <a16:creationId xmlns:a16="http://schemas.microsoft.com/office/drawing/2014/main" id="{BF8FF34C-F671-681E-C83C-5BC3927F7BB7}"/>
                </a:ext>
              </a:extLst>
            </p:cNvPr>
            <p:cNvSpPr/>
            <p:nvPr/>
          </p:nvSpPr>
          <p:spPr>
            <a:xfrm>
              <a:off x="16272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720" name="직사각형 260">
              <a:extLst>
                <a:ext uri="{FF2B5EF4-FFF2-40B4-BE49-F238E27FC236}">
                  <a16:creationId xmlns:a16="http://schemas.microsoft.com/office/drawing/2014/main" id="{4BA0C70E-F19A-8EC3-C1DD-63A12A3673E1}"/>
                </a:ext>
              </a:extLst>
            </p:cNvPr>
            <p:cNvSpPr/>
            <p:nvPr/>
          </p:nvSpPr>
          <p:spPr>
            <a:xfrm>
              <a:off x="16272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721" name="직사각형 260">
              <a:extLst>
                <a:ext uri="{FF2B5EF4-FFF2-40B4-BE49-F238E27FC236}">
                  <a16:creationId xmlns:a16="http://schemas.microsoft.com/office/drawing/2014/main" id="{9F3D5A7D-568A-6985-D7BC-749FD3D930B4}"/>
                </a:ext>
              </a:extLst>
            </p:cNvPr>
            <p:cNvSpPr/>
            <p:nvPr/>
          </p:nvSpPr>
          <p:spPr>
            <a:xfrm>
              <a:off x="16272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2" name="직사각형 260">
              <a:extLst>
                <a:ext uri="{FF2B5EF4-FFF2-40B4-BE49-F238E27FC236}">
                  <a16:creationId xmlns:a16="http://schemas.microsoft.com/office/drawing/2014/main" id="{E8E9F97D-35B6-CFFE-B471-8EC946164489}"/>
                </a:ext>
              </a:extLst>
            </p:cNvPr>
            <p:cNvSpPr/>
            <p:nvPr/>
          </p:nvSpPr>
          <p:spPr>
            <a:xfrm>
              <a:off x="16272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3" name="직사각형 260">
              <a:extLst>
                <a:ext uri="{FF2B5EF4-FFF2-40B4-BE49-F238E27FC236}">
                  <a16:creationId xmlns:a16="http://schemas.microsoft.com/office/drawing/2014/main" id="{BADC3D3E-3D20-B175-F02E-1E8D9E769F3D}"/>
                </a:ext>
              </a:extLst>
            </p:cNvPr>
            <p:cNvSpPr/>
            <p:nvPr/>
          </p:nvSpPr>
          <p:spPr>
            <a:xfrm>
              <a:off x="16272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4" name="직사각형 260">
              <a:extLst>
                <a:ext uri="{FF2B5EF4-FFF2-40B4-BE49-F238E27FC236}">
                  <a16:creationId xmlns:a16="http://schemas.microsoft.com/office/drawing/2014/main" id="{3E2694B7-A9ED-98BD-B925-E952D91369A4}"/>
                </a:ext>
              </a:extLst>
            </p:cNvPr>
            <p:cNvSpPr/>
            <p:nvPr/>
          </p:nvSpPr>
          <p:spPr>
            <a:xfrm>
              <a:off x="16272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6" name="직사각형 260">
              <a:extLst>
                <a:ext uri="{FF2B5EF4-FFF2-40B4-BE49-F238E27FC236}">
                  <a16:creationId xmlns:a16="http://schemas.microsoft.com/office/drawing/2014/main" id="{F05340F2-9E8B-6220-908B-2C0E808164D3}"/>
                </a:ext>
              </a:extLst>
            </p:cNvPr>
            <p:cNvSpPr/>
            <p:nvPr/>
          </p:nvSpPr>
          <p:spPr>
            <a:xfrm>
              <a:off x="19296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mSystemPreUpdateTasks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27" name="직사각형 260">
              <a:extLst>
                <a:ext uri="{FF2B5EF4-FFF2-40B4-BE49-F238E27FC236}">
                  <a16:creationId xmlns:a16="http://schemas.microsoft.com/office/drawing/2014/main" id="{56777A52-B544-A981-11A4-860D9BA016C1}"/>
                </a:ext>
              </a:extLst>
            </p:cNvPr>
            <p:cNvSpPr/>
            <p:nvPr/>
          </p:nvSpPr>
          <p:spPr>
            <a:xfrm>
              <a:off x="19584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728" name="직사각형 260">
              <a:extLst>
                <a:ext uri="{FF2B5EF4-FFF2-40B4-BE49-F238E27FC236}">
                  <a16:creationId xmlns:a16="http://schemas.microsoft.com/office/drawing/2014/main" id="{EA13E028-ADEA-FDCC-F2C6-A04BA92772D3}"/>
                </a:ext>
              </a:extLst>
            </p:cNvPr>
            <p:cNvSpPr/>
            <p:nvPr/>
          </p:nvSpPr>
          <p:spPr>
            <a:xfrm>
              <a:off x="19584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729" name="직사각형 260">
              <a:extLst>
                <a:ext uri="{FF2B5EF4-FFF2-40B4-BE49-F238E27FC236}">
                  <a16:creationId xmlns:a16="http://schemas.microsoft.com/office/drawing/2014/main" id="{BFA15FB5-DAE0-55B6-6DA5-C2860708C5B4}"/>
                </a:ext>
              </a:extLst>
            </p:cNvPr>
            <p:cNvSpPr/>
            <p:nvPr/>
          </p:nvSpPr>
          <p:spPr>
            <a:xfrm>
              <a:off x="19584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730" name="직사각형 260">
              <a:extLst>
                <a:ext uri="{FF2B5EF4-FFF2-40B4-BE49-F238E27FC236}">
                  <a16:creationId xmlns:a16="http://schemas.microsoft.com/office/drawing/2014/main" id="{46289EBC-5EAC-1840-01DA-7BD4488D059C}"/>
                </a:ext>
              </a:extLst>
            </p:cNvPr>
            <p:cNvSpPr/>
            <p:nvPr/>
          </p:nvSpPr>
          <p:spPr>
            <a:xfrm>
              <a:off x="19584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1" name="직사각형 260">
              <a:extLst>
                <a:ext uri="{FF2B5EF4-FFF2-40B4-BE49-F238E27FC236}">
                  <a16:creationId xmlns:a16="http://schemas.microsoft.com/office/drawing/2014/main" id="{868E2946-A0A4-B550-8E3E-8602F720CBED}"/>
                </a:ext>
              </a:extLst>
            </p:cNvPr>
            <p:cNvSpPr/>
            <p:nvPr/>
          </p:nvSpPr>
          <p:spPr>
            <a:xfrm>
              <a:off x="19584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2" name="직사각형 260">
              <a:extLst>
                <a:ext uri="{FF2B5EF4-FFF2-40B4-BE49-F238E27FC236}">
                  <a16:creationId xmlns:a16="http://schemas.microsoft.com/office/drawing/2014/main" id="{E1D6CCB4-BFFC-8B33-2D8F-B65D6FCA9518}"/>
                </a:ext>
              </a:extLst>
            </p:cNvPr>
            <p:cNvSpPr/>
            <p:nvPr/>
          </p:nvSpPr>
          <p:spPr>
            <a:xfrm>
              <a:off x="19584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3" name="직사각형 260">
              <a:extLst>
                <a:ext uri="{FF2B5EF4-FFF2-40B4-BE49-F238E27FC236}">
                  <a16:creationId xmlns:a16="http://schemas.microsoft.com/office/drawing/2014/main" id="{B23764B8-2982-6EB5-DF5A-F313FB858948}"/>
                </a:ext>
              </a:extLst>
            </p:cNvPr>
            <p:cNvSpPr/>
            <p:nvPr/>
          </p:nvSpPr>
          <p:spPr>
            <a:xfrm>
              <a:off x="19584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5" name="직사각형 260">
              <a:extLst>
                <a:ext uri="{FF2B5EF4-FFF2-40B4-BE49-F238E27FC236}">
                  <a16:creationId xmlns:a16="http://schemas.microsoft.com/office/drawing/2014/main" id="{9D5F2CE7-C64C-6D7F-0EDC-CCD57A1CFD64}"/>
                </a:ext>
              </a:extLst>
            </p:cNvPr>
            <p:cNvSpPr/>
            <p:nvPr/>
          </p:nvSpPr>
          <p:spPr>
            <a:xfrm>
              <a:off x="22608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36" name="직사각형 260">
              <a:extLst>
                <a:ext uri="{FF2B5EF4-FFF2-40B4-BE49-F238E27FC236}">
                  <a16:creationId xmlns:a16="http://schemas.microsoft.com/office/drawing/2014/main" id="{D8C509BA-AEE2-EE76-DB52-66CA42CA2F7C}"/>
                </a:ext>
              </a:extLst>
            </p:cNvPr>
            <p:cNvSpPr/>
            <p:nvPr/>
          </p:nvSpPr>
          <p:spPr>
            <a:xfrm>
              <a:off x="22896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737" name="직사각형 260">
              <a:extLst>
                <a:ext uri="{FF2B5EF4-FFF2-40B4-BE49-F238E27FC236}">
                  <a16:creationId xmlns:a16="http://schemas.microsoft.com/office/drawing/2014/main" id="{C8AB25D2-4DC8-E6D9-A9EA-99DA865F3DFD}"/>
                </a:ext>
              </a:extLst>
            </p:cNvPr>
            <p:cNvSpPr/>
            <p:nvPr/>
          </p:nvSpPr>
          <p:spPr>
            <a:xfrm>
              <a:off x="22896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738" name="직사각형 260">
              <a:extLst>
                <a:ext uri="{FF2B5EF4-FFF2-40B4-BE49-F238E27FC236}">
                  <a16:creationId xmlns:a16="http://schemas.microsoft.com/office/drawing/2014/main" id="{743FA0B6-06F9-8AAF-FF40-089418B963AF}"/>
                </a:ext>
              </a:extLst>
            </p:cNvPr>
            <p:cNvSpPr/>
            <p:nvPr/>
          </p:nvSpPr>
          <p:spPr>
            <a:xfrm>
              <a:off x="22896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739" name="직사각형 260">
              <a:extLst>
                <a:ext uri="{FF2B5EF4-FFF2-40B4-BE49-F238E27FC236}">
                  <a16:creationId xmlns:a16="http://schemas.microsoft.com/office/drawing/2014/main" id="{2AECEFB3-272A-E351-59DD-C4FF16E67726}"/>
                </a:ext>
              </a:extLst>
            </p:cNvPr>
            <p:cNvSpPr/>
            <p:nvPr/>
          </p:nvSpPr>
          <p:spPr>
            <a:xfrm>
              <a:off x="22896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0" name="직사각형 260">
              <a:extLst>
                <a:ext uri="{FF2B5EF4-FFF2-40B4-BE49-F238E27FC236}">
                  <a16:creationId xmlns:a16="http://schemas.microsoft.com/office/drawing/2014/main" id="{E469A965-77A6-0734-6283-4DD96A023C77}"/>
                </a:ext>
              </a:extLst>
            </p:cNvPr>
            <p:cNvSpPr/>
            <p:nvPr/>
          </p:nvSpPr>
          <p:spPr>
            <a:xfrm>
              <a:off x="22896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1" name="직사각형 260">
              <a:extLst>
                <a:ext uri="{FF2B5EF4-FFF2-40B4-BE49-F238E27FC236}">
                  <a16:creationId xmlns:a16="http://schemas.microsoft.com/office/drawing/2014/main" id="{B8711E4F-E9E4-F074-73C2-655007188B23}"/>
                </a:ext>
              </a:extLst>
            </p:cNvPr>
            <p:cNvSpPr/>
            <p:nvPr/>
          </p:nvSpPr>
          <p:spPr>
            <a:xfrm>
              <a:off x="22896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2" name="직사각형 260">
              <a:extLst>
                <a:ext uri="{FF2B5EF4-FFF2-40B4-BE49-F238E27FC236}">
                  <a16:creationId xmlns:a16="http://schemas.microsoft.com/office/drawing/2014/main" id="{0A87D0E7-7AF1-9A4B-C723-461498010461}"/>
                </a:ext>
              </a:extLst>
            </p:cNvPr>
            <p:cNvSpPr/>
            <p:nvPr/>
          </p:nvSpPr>
          <p:spPr>
            <a:xfrm>
              <a:off x="22896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16" name="직사각형 260">
              <a:extLst>
                <a:ext uri="{FF2B5EF4-FFF2-40B4-BE49-F238E27FC236}">
                  <a16:creationId xmlns:a16="http://schemas.microsoft.com/office/drawing/2014/main" id="{D083B4BD-7FC0-062D-BA92-477770FA0F30}"/>
                </a:ext>
              </a:extLst>
            </p:cNvPr>
            <p:cNvSpPr/>
            <p:nvPr/>
          </p:nvSpPr>
          <p:spPr>
            <a:xfrm>
              <a:off x="25920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mSystemLateUpdateTasks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17" name="직사각형 260">
              <a:extLst>
                <a:ext uri="{FF2B5EF4-FFF2-40B4-BE49-F238E27FC236}">
                  <a16:creationId xmlns:a16="http://schemas.microsoft.com/office/drawing/2014/main" id="{78C6749F-8110-646D-448A-62455872668F}"/>
                </a:ext>
              </a:extLst>
            </p:cNvPr>
            <p:cNvSpPr/>
            <p:nvPr/>
          </p:nvSpPr>
          <p:spPr>
            <a:xfrm>
              <a:off x="26208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818" name="직사각형 260">
              <a:extLst>
                <a:ext uri="{FF2B5EF4-FFF2-40B4-BE49-F238E27FC236}">
                  <a16:creationId xmlns:a16="http://schemas.microsoft.com/office/drawing/2014/main" id="{D40C5F6E-3612-A856-5C7E-0D395088C77D}"/>
                </a:ext>
              </a:extLst>
            </p:cNvPr>
            <p:cNvSpPr/>
            <p:nvPr/>
          </p:nvSpPr>
          <p:spPr>
            <a:xfrm>
              <a:off x="26208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819" name="직사각형 260">
              <a:extLst>
                <a:ext uri="{FF2B5EF4-FFF2-40B4-BE49-F238E27FC236}">
                  <a16:creationId xmlns:a16="http://schemas.microsoft.com/office/drawing/2014/main" id="{CCAE0C39-948A-FE60-1772-255E1170333A}"/>
                </a:ext>
              </a:extLst>
            </p:cNvPr>
            <p:cNvSpPr/>
            <p:nvPr/>
          </p:nvSpPr>
          <p:spPr>
            <a:xfrm>
              <a:off x="26208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820" name="직사각형 260">
              <a:extLst>
                <a:ext uri="{FF2B5EF4-FFF2-40B4-BE49-F238E27FC236}">
                  <a16:creationId xmlns:a16="http://schemas.microsoft.com/office/drawing/2014/main" id="{D11CBDC5-948A-F949-9C16-1F270D061636}"/>
                </a:ext>
              </a:extLst>
            </p:cNvPr>
            <p:cNvSpPr/>
            <p:nvPr/>
          </p:nvSpPr>
          <p:spPr>
            <a:xfrm>
              <a:off x="26208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1" name="직사각형 260">
              <a:extLst>
                <a:ext uri="{FF2B5EF4-FFF2-40B4-BE49-F238E27FC236}">
                  <a16:creationId xmlns:a16="http://schemas.microsoft.com/office/drawing/2014/main" id="{3285AA40-AB66-1BA4-30C2-C06C2AB44655}"/>
                </a:ext>
              </a:extLst>
            </p:cNvPr>
            <p:cNvSpPr/>
            <p:nvPr/>
          </p:nvSpPr>
          <p:spPr>
            <a:xfrm>
              <a:off x="26208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2" name="직사각형 260">
              <a:extLst>
                <a:ext uri="{FF2B5EF4-FFF2-40B4-BE49-F238E27FC236}">
                  <a16:creationId xmlns:a16="http://schemas.microsoft.com/office/drawing/2014/main" id="{3C4550F9-350E-C3EE-A04B-1D64087645BD}"/>
                </a:ext>
              </a:extLst>
            </p:cNvPr>
            <p:cNvSpPr/>
            <p:nvPr/>
          </p:nvSpPr>
          <p:spPr>
            <a:xfrm>
              <a:off x="26208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3" name="직사각형 260">
              <a:extLst>
                <a:ext uri="{FF2B5EF4-FFF2-40B4-BE49-F238E27FC236}">
                  <a16:creationId xmlns:a16="http://schemas.microsoft.com/office/drawing/2014/main" id="{CA772557-A782-F774-4119-2F460532F920}"/>
                </a:ext>
              </a:extLst>
            </p:cNvPr>
            <p:cNvSpPr/>
            <p:nvPr/>
          </p:nvSpPr>
          <p:spPr>
            <a:xfrm>
              <a:off x="26208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5" name="직사각형 260">
              <a:extLst>
                <a:ext uri="{FF2B5EF4-FFF2-40B4-BE49-F238E27FC236}">
                  <a16:creationId xmlns:a16="http://schemas.microsoft.com/office/drawing/2014/main" id="{FA6224AF-479C-2683-40DA-E7F726F95F64}"/>
                </a:ext>
              </a:extLst>
            </p:cNvPr>
            <p:cNvSpPr/>
            <p:nvPr/>
          </p:nvSpPr>
          <p:spPr>
            <a:xfrm>
              <a:off x="29232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mSystemFixedUpdateTasks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26" name="직사각형 260">
              <a:extLst>
                <a:ext uri="{FF2B5EF4-FFF2-40B4-BE49-F238E27FC236}">
                  <a16:creationId xmlns:a16="http://schemas.microsoft.com/office/drawing/2014/main" id="{2459C298-7FCD-E593-993C-A97B302EA931}"/>
                </a:ext>
              </a:extLst>
            </p:cNvPr>
            <p:cNvSpPr/>
            <p:nvPr/>
          </p:nvSpPr>
          <p:spPr>
            <a:xfrm>
              <a:off x="29520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827" name="직사각형 260">
              <a:extLst>
                <a:ext uri="{FF2B5EF4-FFF2-40B4-BE49-F238E27FC236}">
                  <a16:creationId xmlns:a16="http://schemas.microsoft.com/office/drawing/2014/main" id="{930B0909-6FB7-F017-FCAB-ED69342E3608}"/>
                </a:ext>
              </a:extLst>
            </p:cNvPr>
            <p:cNvSpPr/>
            <p:nvPr/>
          </p:nvSpPr>
          <p:spPr>
            <a:xfrm>
              <a:off x="29520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828" name="직사각형 260">
              <a:extLst>
                <a:ext uri="{FF2B5EF4-FFF2-40B4-BE49-F238E27FC236}">
                  <a16:creationId xmlns:a16="http://schemas.microsoft.com/office/drawing/2014/main" id="{1568A07A-AB15-B4CA-2A2A-2E9A2335529F}"/>
                </a:ext>
              </a:extLst>
            </p:cNvPr>
            <p:cNvSpPr/>
            <p:nvPr/>
          </p:nvSpPr>
          <p:spPr>
            <a:xfrm>
              <a:off x="29520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829" name="직사각형 260">
              <a:extLst>
                <a:ext uri="{FF2B5EF4-FFF2-40B4-BE49-F238E27FC236}">
                  <a16:creationId xmlns:a16="http://schemas.microsoft.com/office/drawing/2014/main" id="{D9762D7C-C0F8-3CAC-897F-0AEAA7734242}"/>
                </a:ext>
              </a:extLst>
            </p:cNvPr>
            <p:cNvSpPr/>
            <p:nvPr/>
          </p:nvSpPr>
          <p:spPr>
            <a:xfrm>
              <a:off x="29520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0" name="직사각형 260">
              <a:extLst>
                <a:ext uri="{FF2B5EF4-FFF2-40B4-BE49-F238E27FC236}">
                  <a16:creationId xmlns:a16="http://schemas.microsoft.com/office/drawing/2014/main" id="{52BCFAD8-CA2F-5278-148B-FA53C5A678F0}"/>
                </a:ext>
              </a:extLst>
            </p:cNvPr>
            <p:cNvSpPr/>
            <p:nvPr/>
          </p:nvSpPr>
          <p:spPr>
            <a:xfrm>
              <a:off x="29520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1" name="직사각형 260">
              <a:extLst>
                <a:ext uri="{FF2B5EF4-FFF2-40B4-BE49-F238E27FC236}">
                  <a16:creationId xmlns:a16="http://schemas.microsoft.com/office/drawing/2014/main" id="{46682C0B-5BE3-ACAE-488E-C3BED69709D5}"/>
                </a:ext>
              </a:extLst>
            </p:cNvPr>
            <p:cNvSpPr/>
            <p:nvPr/>
          </p:nvSpPr>
          <p:spPr>
            <a:xfrm>
              <a:off x="29520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2" name="직사각형 260">
              <a:extLst>
                <a:ext uri="{FF2B5EF4-FFF2-40B4-BE49-F238E27FC236}">
                  <a16:creationId xmlns:a16="http://schemas.microsoft.com/office/drawing/2014/main" id="{D161D37E-5942-A3ED-0807-61974E218177}"/>
                </a:ext>
              </a:extLst>
            </p:cNvPr>
            <p:cNvSpPr/>
            <p:nvPr/>
          </p:nvSpPr>
          <p:spPr>
            <a:xfrm>
              <a:off x="29520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4" name="직사각형 260">
              <a:extLst>
                <a:ext uri="{FF2B5EF4-FFF2-40B4-BE49-F238E27FC236}">
                  <a16:creationId xmlns:a16="http://schemas.microsoft.com/office/drawing/2014/main" id="{03340237-0DC8-822E-5F43-7CAB3E3263B1}"/>
                </a:ext>
              </a:extLst>
            </p:cNvPr>
            <p:cNvSpPr/>
            <p:nvPr/>
          </p:nvSpPr>
          <p:spPr>
            <a:xfrm>
              <a:off x="32544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mSystemFinalUpdateTasks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35" name="직사각형 260">
              <a:extLst>
                <a:ext uri="{FF2B5EF4-FFF2-40B4-BE49-F238E27FC236}">
                  <a16:creationId xmlns:a16="http://schemas.microsoft.com/office/drawing/2014/main" id="{AAC17221-2D38-C35D-3EEF-CF9280397875}"/>
                </a:ext>
              </a:extLst>
            </p:cNvPr>
            <p:cNvSpPr/>
            <p:nvPr/>
          </p:nvSpPr>
          <p:spPr>
            <a:xfrm>
              <a:off x="32832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836" name="직사각형 260">
              <a:extLst>
                <a:ext uri="{FF2B5EF4-FFF2-40B4-BE49-F238E27FC236}">
                  <a16:creationId xmlns:a16="http://schemas.microsoft.com/office/drawing/2014/main" id="{9329144C-C4A6-0899-D2D1-40516F5AA28B}"/>
                </a:ext>
              </a:extLst>
            </p:cNvPr>
            <p:cNvSpPr/>
            <p:nvPr/>
          </p:nvSpPr>
          <p:spPr>
            <a:xfrm>
              <a:off x="32832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837" name="직사각형 260">
              <a:extLst>
                <a:ext uri="{FF2B5EF4-FFF2-40B4-BE49-F238E27FC236}">
                  <a16:creationId xmlns:a16="http://schemas.microsoft.com/office/drawing/2014/main" id="{F0E91C44-1742-4F76-114B-DAADA5860C3D}"/>
                </a:ext>
              </a:extLst>
            </p:cNvPr>
            <p:cNvSpPr/>
            <p:nvPr/>
          </p:nvSpPr>
          <p:spPr>
            <a:xfrm>
              <a:off x="32832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838" name="직사각형 260">
              <a:extLst>
                <a:ext uri="{FF2B5EF4-FFF2-40B4-BE49-F238E27FC236}">
                  <a16:creationId xmlns:a16="http://schemas.microsoft.com/office/drawing/2014/main" id="{6DBBECE4-201D-64D3-49BE-5D9A96F0D346}"/>
                </a:ext>
              </a:extLst>
            </p:cNvPr>
            <p:cNvSpPr/>
            <p:nvPr/>
          </p:nvSpPr>
          <p:spPr>
            <a:xfrm>
              <a:off x="32832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9" name="직사각형 260">
              <a:extLst>
                <a:ext uri="{FF2B5EF4-FFF2-40B4-BE49-F238E27FC236}">
                  <a16:creationId xmlns:a16="http://schemas.microsoft.com/office/drawing/2014/main" id="{E0BAC956-172D-4AAF-23BF-9BB7664FB75D}"/>
                </a:ext>
              </a:extLst>
            </p:cNvPr>
            <p:cNvSpPr/>
            <p:nvPr/>
          </p:nvSpPr>
          <p:spPr>
            <a:xfrm>
              <a:off x="32832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0" name="직사각형 260">
              <a:extLst>
                <a:ext uri="{FF2B5EF4-FFF2-40B4-BE49-F238E27FC236}">
                  <a16:creationId xmlns:a16="http://schemas.microsoft.com/office/drawing/2014/main" id="{A129A887-6727-AB56-1D49-59A237C22AB8}"/>
                </a:ext>
              </a:extLst>
            </p:cNvPr>
            <p:cNvSpPr/>
            <p:nvPr/>
          </p:nvSpPr>
          <p:spPr>
            <a:xfrm>
              <a:off x="32832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1" name="직사각형 260">
              <a:extLst>
                <a:ext uri="{FF2B5EF4-FFF2-40B4-BE49-F238E27FC236}">
                  <a16:creationId xmlns:a16="http://schemas.microsoft.com/office/drawing/2014/main" id="{BE700F69-8319-0EBC-BD49-685D0EF8A28A}"/>
                </a:ext>
              </a:extLst>
            </p:cNvPr>
            <p:cNvSpPr/>
            <p:nvPr/>
          </p:nvSpPr>
          <p:spPr>
            <a:xfrm>
              <a:off x="32832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3" name="직사각형 260">
              <a:extLst>
                <a:ext uri="{FF2B5EF4-FFF2-40B4-BE49-F238E27FC236}">
                  <a16:creationId xmlns:a16="http://schemas.microsoft.com/office/drawing/2014/main" id="{280DE681-5631-54B2-5B5C-8E07D49E0971}"/>
                </a:ext>
              </a:extLst>
            </p:cNvPr>
            <p:cNvSpPr/>
            <p:nvPr/>
          </p:nvSpPr>
          <p:spPr>
            <a:xfrm>
              <a:off x="35856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mSystemEndPlayTasks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44" name="직사각형 260">
              <a:extLst>
                <a:ext uri="{FF2B5EF4-FFF2-40B4-BE49-F238E27FC236}">
                  <a16:creationId xmlns:a16="http://schemas.microsoft.com/office/drawing/2014/main" id="{3776E47E-1C3F-B6F3-1C67-2F179A1356EF}"/>
                </a:ext>
              </a:extLst>
            </p:cNvPr>
            <p:cNvSpPr/>
            <p:nvPr/>
          </p:nvSpPr>
          <p:spPr>
            <a:xfrm>
              <a:off x="36144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845" name="직사각형 260">
              <a:extLst>
                <a:ext uri="{FF2B5EF4-FFF2-40B4-BE49-F238E27FC236}">
                  <a16:creationId xmlns:a16="http://schemas.microsoft.com/office/drawing/2014/main" id="{39D33EAD-F4E4-E42C-4826-F11144421720}"/>
                </a:ext>
              </a:extLst>
            </p:cNvPr>
            <p:cNvSpPr/>
            <p:nvPr/>
          </p:nvSpPr>
          <p:spPr>
            <a:xfrm>
              <a:off x="36144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846" name="직사각형 260">
              <a:extLst>
                <a:ext uri="{FF2B5EF4-FFF2-40B4-BE49-F238E27FC236}">
                  <a16:creationId xmlns:a16="http://schemas.microsoft.com/office/drawing/2014/main" id="{A7E37779-9398-58A4-51D7-16AF4B1FEC33}"/>
                </a:ext>
              </a:extLst>
            </p:cNvPr>
            <p:cNvSpPr/>
            <p:nvPr/>
          </p:nvSpPr>
          <p:spPr>
            <a:xfrm>
              <a:off x="36144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847" name="직사각형 260">
              <a:extLst>
                <a:ext uri="{FF2B5EF4-FFF2-40B4-BE49-F238E27FC236}">
                  <a16:creationId xmlns:a16="http://schemas.microsoft.com/office/drawing/2014/main" id="{5E80B5E6-0F03-E292-CBAF-2B6795FF1721}"/>
                </a:ext>
              </a:extLst>
            </p:cNvPr>
            <p:cNvSpPr/>
            <p:nvPr/>
          </p:nvSpPr>
          <p:spPr>
            <a:xfrm>
              <a:off x="36144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8" name="직사각형 260">
              <a:extLst>
                <a:ext uri="{FF2B5EF4-FFF2-40B4-BE49-F238E27FC236}">
                  <a16:creationId xmlns:a16="http://schemas.microsoft.com/office/drawing/2014/main" id="{78BBA213-8FEF-8139-A41E-4E1BAFA8CEDC}"/>
                </a:ext>
              </a:extLst>
            </p:cNvPr>
            <p:cNvSpPr/>
            <p:nvPr/>
          </p:nvSpPr>
          <p:spPr>
            <a:xfrm>
              <a:off x="36144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9" name="직사각형 260">
              <a:extLst>
                <a:ext uri="{FF2B5EF4-FFF2-40B4-BE49-F238E27FC236}">
                  <a16:creationId xmlns:a16="http://schemas.microsoft.com/office/drawing/2014/main" id="{A1F31A20-B7EC-4C50-286C-5C8FF2163A26}"/>
                </a:ext>
              </a:extLst>
            </p:cNvPr>
            <p:cNvSpPr/>
            <p:nvPr/>
          </p:nvSpPr>
          <p:spPr>
            <a:xfrm>
              <a:off x="36144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0" name="직사각형 260">
              <a:extLst>
                <a:ext uri="{FF2B5EF4-FFF2-40B4-BE49-F238E27FC236}">
                  <a16:creationId xmlns:a16="http://schemas.microsoft.com/office/drawing/2014/main" id="{A8DEB36A-7EC3-4860-B8D8-7F3C6EA2769D}"/>
                </a:ext>
              </a:extLst>
            </p:cNvPr>
            <p:cNvSpPr/>
            <p:nvPr/>
          </p:nvSpPr>
          <p:spPr>
            <a:xfrm>
              <a:off x="36144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852" name="직선 화살표 연결선 384">
              <a:extLst>
                <a:ext uri="{FF2B5EF4-FFF2-40B4-BE49-F238E27FC236}">
                  <a16:creationId xmlns:a16="http://schemas.microsoft.com/office/drawing/2014/main" id="{934080CB-28CB-C9AB-24F9-8A93FD9A9BA2}"/>
                </a:ext>
              </a:extLst>
            </p:cNvPr>
            <p:cNvCxnSpPr>
              <a:cxnSpLocks/>
            </p:cNvCxnSpPr>
            <p:nvPr/>
          </p:nvCxnSpPr>
          <p:spPr>
            <a:xfrm>
              <a:off x="5400181" y="19944350"/>
              <a:ext cx="648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직선 화살표 연결선 384">
              <a:extLst>
                <a:ext uri="{FF2B5EF4-FFF2-40B4-BE49-F238E27FC236}">
                  <a16:creationId xmlns:a16="http://schemas.microsoft.com/office/drawing/2014/main" id="{C86BEEA3-EC89-E05B-C4E3-4CA198F819C9}"/>
                </a:ext>
              </a:extLst>
            </p:cNvPr>
            <p:cNvCxnSpPr>
              <a:cxnSpLocks/>
            </p:cNvCxnSpPr>
            <p:nvPr/>
          </p:nvCxnSpPr>
          <p:spPr>
            <a:xfrm>
              <a:off x="8496181" y="10656350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직선 화살표 연결선 384">
              <a:extLst>
                <a:ext uri="{FF2B5EF4-FFF2-40B4-BE49-F238E27FC236}">
                  <a16:creationId xmlns:a16="http://schemas.microsoft.com/office/drawing/2014/main" id="{FFA224EC-934B-39EB-9B1C-C8574059B3D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3" name="직사각형 260">
              <a:extLst>
                <a:ext uri="{FF2B5EF4-FFF2-40B4-BE49-F238E27FC236}">
                  <a16:creationId xmlns:a16="http://schemas.microsoft.com/office/drawing/2014/main" id="{1940D3B9-A7B8-DFBF-0EFE-4043E12DCBCC}"/>
                </a:ext>
              </a:extLst>
            </p:cNvPr>
            <p:cNvSpPr/>
            <p:nvPr/>
          </p:nvSpPr>
          <p:spPr>
            <a:xfrm>
              <a:off x="6048181" y="21094479"/>
              <a:ext cx="2736000" cy="38178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ISystem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(Entity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 시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검사 후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등록을 위해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배열 관리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660" name="직사각형 260">
              <a:extLst>
                <a:ext uri="{FF2B5EF4-FFF2-40B4-BE49-F238E27FC236}">
                  <a16:creationId xmlns:a16="http://schemas.microsoft.com/office/drawing/2014/main" id="{EE67E4E7-815C-3CC9-BFDD-A6F32AE65D2E}"/>
                </a:ext>
              </a:extLst>
            </p:cNvPr>
            <p:cNvSpPr/>
            <p:nvPr/>
          </p:nvSpPr>
          <p:spPr>
            <a:xfrm>
              <a:off x="6337565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8" name="직사각형 260">
              <a:extLst>
                <a:ext uri="{FF2B5EF4-FFF2-40B4-BE49-F238E27FC236}">
                  <a16:creationId xmlns:a16="http://schemas.microsoft.com/office/drawing/2014/main" id="{D42A5BCD-D3AF-FEC2-9B0F-66AFCB63ED14}"/>
                </a:ext>
              </a:extLst>
            </p:cNvPr>
            <p:cNvSpPr/>
            <p:nvPr/>
          </p:nvSpPr>
          <p:spPr>
            <a:xfrm>
              <a:off x="6336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System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객체 생성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96" name="직사각형 260">
              <a:extLst>
                <a:ext uri="{FF2B5EF4-FFF2-40B4-BE49-F238E27FC236}">
                  <a16:creationId xmlns:a16="http://schemas.microsoft.com/office/drawing/2014/main" id="{F0DA94C0-705E-C6FD-0537-2A532445491E}"/>
                </a:ext>
              </a:extLst>
            </p:cNvPr>
            <p:cNvSpPr/>
            <p:nvPr/>
          </p:nvSpPr>
          <p:spPr>
            <a:xfrm>
              <a:off x="6337565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7" name="직사각형 260">
              <a:extLst>
                <a:ext uri="{FF2B5EF4-FFF2-40B4-BE49-F238E27FC236}">
                  <a16:creationId xmlns:a16="http://schemas.microsoft.com/office/drawing/2014/main" id="{2F15E875-238A-E6D0-EC04-2365EC6C9B93}"/>
                </a:ext>
              </a:extLst>
            </p:cNvPr>
            <p:cNvSpPr/>
            <p:nvPr/>
          </p:nvSpPr>
          <p:spPr>
            <a:xfrm>
              <a:off x="6337565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8" name="직사각형 260">
              <a:extLst>
                <a:ext uri="{FF2B5EF4-FFF2-40B4-BE49-F238E27FC236}">
                  <a16:creationId xmlns:a16="http://schemas.microsoft.com/office/drawing/2014/main" id="{6FED320E-3109-6FBF-4559-C85F6AEF22EB}"/>
                </a:ext>
              </a:extLst>
            </p:cNvPr>
            <p:cNvSpPr/>
            <p:nvPr/>
          </p:nvSpPr>
          <p:spPr>
            <a:xfrm>
              <a:off x="6337565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9" name="직사각형 260">
              <a:extLst>
                <a:ext uri="{FF2B5EF4-FFF2-40B4-BE49-F238E27FC236}">
                  <a16:creationId xmlns:a16="http://schemas.microsoft.com/office/drawing/2014/main" id="{4DCAAFB9-479E-FFE8-5935-286ED387DF4A}"/>
                </a:ext>
              </a:extLst>
            </p:cNvPr>
            <p:cNvSpPr/>
            <p:nvPr/>
          </p:nvSpPr>
          <p:spPr>
            <a:xfrm>
              <a:off x="6337565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0" name="직사각형 260">
              <a:extLst>
                <a:ext uri="{FF2B5EF4-FFF2-40B4-BE49-F238E27FC236}">
                  <a16:creationId xmlns:a16="http://schemas.microsoft.com/office/drawing/2014/main" id="{F8861C1D-1C79-FE79-C241-BA37C21C7FCC}"/>
                </a:ext>
              </a:extLst>
            </p:cNvPr>
            <p:cNvSpPr/>
            <p:nvPr/>
          </p:nvSpPr>
          <p:spPr>
            <a:xfrm>
              <a:off x="6337565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1" name="직사각형 260">
              <a:extLst>
                <a:ext uri="{FF2B5EF4-FFF2-40B4-BE49-F238E27FC236}">
                  <a16:creationId xmlns:a16="http://schemas.microsoft.com/office/drawing/2014/main" id="{E00E8A8B-A6E2-BAEE-FC99-FD14545416B1}"/>
                </a:ext>
              </a:extLst>
            </p:cNvPr>
            <p:cNvSpPr/>
            <p:nvPr/>
          </p:nvSpPr>
          <p:spPr>
            <a:xfrm>
              <a:off x="6337565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2" name="직사각형 260">
              <a:extLst>
                <a:ext uri="{FF2B5EF4-FFF2-40B4-BE49-F238E27FC236}">
                  <a16:creationId xmlns:a16="http://schemas.microsoft.com/office/drawing/2014/main" id="{084C2B22-789C-34BA-B80A-24C87A50FF93}"/>
                </a:ext>
              </a:extLst>
            </p:cNvPr>
            <p:cNvSpPr/>
            <p:nvPr/>
          </p:nvSpPr>
          <p:spPr>
            <a:xfrm>
              <a:off x="16272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5. Sync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73" name="직선 화살표 연결선 384">
              <a:extLst>
                <a:ext uri="{FF2B5EF4-FFF2-40B4-BE49-F238E27FC236}">
                  <a16:creationId xmlns:a16="http://schemas.microsoft.com/office/drawing/2014/main" id="{B7B48DCC-22B8-EB57-16DD-DAD77C127B85}"/>
                </a:ext>
              </a:extLst>
            </p:cNvPr>
            <p:cNvCxnSpPr>
              <a:cxnSpLocks/>
            </p:cNvCxnSpPr>
            <p:nvPr/>
          </p:nvCxnSpPr>
          <p:spPr>
            <a:xfrm>
              <a:off x="15120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5" name="직사각형 260">
              <a:extLst>
                <a:ext uri="{FF2B5EF4-FFF2-40B4-BE49-F238E27FC236}">
                  <a16:creationId xmlns:a16="http://schemas.microsoft.com/office/drawing/2014/main" id="{280EAA69-8E6B-C82F-C2E1-92B565CAA93F}"/>
                </a:ext>
              </a:extLst>
            </p:cNvPr>
            <p:cNvSpPr/>
            <p:nvPr/>
          </p:nvSpPr>
          <p:spPr>
            <a:xfrm>
              <a:off x="19584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6.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PreUpdate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76" name="직선 화살표 연결선 384">
              <a:extLst>
                <a:ext uri="{FF2B5EF4-FFF2-40B4-BE49-F238E27FC236}">
                  <a16:creationId xmlns:a16="http://schemas.microsoft.com/office/drawing/2014/main" id="{C410FCAD-94A8-AB6B-BFF6-79B67A6A5893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8" name="직사각형 260">
              <a:extLst>
                <a:ext uri="{FF2B5EF4-FFF2-40B4-BE49-F238E27FC236}">
                  <a16:creationId xmlns:a16="http://schemas.microsoft.com/office/drawing/2014/main" id="{F84E0F47-BA4F-3823-7A00-83E6F0702559}"/>
                </a:ext>
              </a:extLst>
            </p:cNvPr>
            <p:cNvSpPr/>
            <p:nvPr/>
          </p:nvSpPr>
          <p:spPr>
            <a:xfrm>
              <a:off x="22896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7. Update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79" name="직선 화살표 연결선 384">
              <a:extLst>
                <a:ext uri="{FF2B5EF4-FFF2-40B4-BE49-F238E27FC236}">
                  <a16:creationId xmlns:a16="http://schemas.microsoft.com/office/drawing/2014/main" id="{BF72C4D7-A353-84A6-6EB3-95E08FA39F02}"/>
                </a:ext>
              </a:extLst>
            </p:cNvPr>
            <p:cNvCxnSpPr>
              <a:cxnSpLocks/>
            </p:cNvCxnSpPr>
            <p:nvPr/>
          </p:nvCxnSpPr>
          <p:spPr>
            <a:xfrm>
              <a:off x="21744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1" name="직사각형 260">
              <a:extLst>
                <a:ext uri="{FF2B5EF4-FFF2-40B4-BE49-F238E27FC236}">
                  <a16:creationId xmlns:a16="http://schemas.microsoft.com/office/drawing/2014/main" id="{97665BC0-0089-B76F-DC20-95FA4CAE597D}"/>
                </a:ext>
              </a:extLst>
            </p:cNvPr>
            <p:cNvSpPr/>
            <p:nvPr/>
          </p:nvSpPr>
          <p:spPr>
            <a:xfrm>
              <a:off x="26208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8.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LateUpdate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82" name="직선 화살표 연결선 384">
              <a:extLst>
                <a:ext uri="{FF2B5EF4-FFF2-40B4-BE49-F238E27FC236}">
                  <a16:creationId xmlns:a16="http://schemas.microsoft.com/office/drawing/2014/main" id="{E9029539-2571-59FC-8CE3-BA7B41DFC65C}"/>
                </a:ext>
              </a:extLst>
            </p:cNvPr>
            <p:cNvCxnSpPr>
              <a:cxnSpLocks/>
            </p:cNvCxnSpPr>
            <p:nvPr/>
          </p:nvCxnSpPr>
          <p:spPr>
            <a:xfrm>
              <a:off x="25056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4" name="직사각형 260">
              <a:extLst>
                <a:ext uri="{FF2B5EF4-FFF2-40B4-BE49-F238E27FC236}">
                  <a16:creationId xmlns:a16="http://schemas.microsoft.com/office/drawing/2014/main" id="{097718C9-191C-9C0E-B896-7E5B707FD7ED}"/>
                </a:ext>
              </a:extLst>
            </p:cNvPr>
            <p:cNvSpPr/>
            <p:nvPr/>
          </p:nvSpPr>
          <p:spPr>
            <a:xfrm>
              <a:off x="29520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9.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FixedUpdate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85" name="직선 화살표 연결선 384">
              <a:extLst>
                <a:ext uri="{FF2B5EF4-FFF2-40B4-BE49-F238E27FC236}">
                  <a16:creationId xmlns:a16="http://schemas.microsoft.com/office/drawing/2014/main" id="{B64F0406-B36C-0C96-2FF2-7AD98DE8C312}"/>
                </a:ext>
              </a:extLst>
            </p:cNvPr>
            <p:cNvCxnSpPr>
              <a:cxnSpLocks/>
            </p:cNvCxnSpPr>
            <p:nvPr/>
          </p:nvCxnSpPr>
          <p:spPr>
            <a:xfrm>
              <a:off x="28368181" y="20160350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7" name="직사각형 260">
              <a:extLst>
                <a:ext uri="{FF2B5EF4-FFF2-40B4-BE49-F238E27FC236}">
                  <a16:creationId xmlns:a16="http://schemas.microsoft.com/office/drawing/2014/main" id="{E8CE26BC-5AE9-E696-2FD7-8EDB38D7EFFD}"/>
                </a:ext>
              </a:extLst>
            </p:cNvPr>
            <p:cNvSpPr/>
            <p:nvPr/>
          </p:nvSpPr>
          <p:spPr>
            <a:xfrm>
              <a:off x="32832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10.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FinalUpdate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88" name="직선 화살표 연결선 384">
              <a:extLst>
                <a:ext uri="{FF2B5EF4-FFF2-40B4-BE49-F238E27FC236}">
                  <a16:creationId xmlns:a16="http://schemas.microsoft.com/office/drawing/2014/main" id="{32214DB9-7C2F-FD6C-5B75-DA51D85BFDED}"/>
                </a:ext>
              </a:extLst>
            </p:cNvPr>
            <p:cNvCxnSpPr>
              <a:cxnSpLocks/>
            </p:cNvCxnSpPr>
            <p:nvPr/>
          </p:nvCxnSpPr>
          <p:spPr>
            <a:xfrm>
              <a:off x="31680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0" name="직사각형 260">
              <a:extLst>
                <a:ext uri="{FF2B5EF4-FFF2-40B4-BE49-F238E27FC236}">
                  <a16:creationId xmlns:a16="http://schemas.microsoft.com/office/drawing/2014/main" id="{B77D25F3-7BF2-EB38-42E9-F11B282F5900}"/>
                </a:ext>
              </a:extLst>
            </p:cNvPr>
            <p:cNvSpPr/>
            <p:nvPr/>
          </p:nvSpPr>
          <p:spPr>
            <a:xfrm>
              <a:off x="36144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11.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EndPlay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91" name="직선 화살표 연결선 384">
              <a:extLst>
                <a:ext uri="{FF2B5EF4-FFF2-40B4-BE49-F238E27FC236}">
                  <a16:creationId xmlns:a16="http://schemas.microsoft.com/office/drawing/2014/main" id="{97A81161-D7CA-4D89-8F06-3D352ADC2D6F}"/>
                </a:ext>
              </a:extLst>
            </p:cNvPr>
            <p:cNvCxnSpPr>
              <a:cxnSpLocks/>
            </p:cNvCxnSpPr>
            <p:nvPr/>
          </p:nvCxnSpPr>
          <p:spPr>
            <a:xfrm>
              <a:off x="34992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3" name="직사각형 260">
              <a:extLst>
                <a:ext uri="{FF2B5EF4-FFF2-40B4-BE49-F238E27FC236}">
                  <a16:creationId xmlns:a16="http://schemas.microsoft.com/office/drawing/2014/main" id="{DC7A77A8-809B-230A-CC09-9FC0384B5BAD}"/>
                </a:ext>
              </a:extLst>
            </p:cNvPr>
            <p:cNvSpPr/>
            <p:nvPr/>
          </p:nvSpPr>
          <p:spPr>
            <a:xfrm>
              <a:off x="9648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94" name="직선 화살표 연결선 384">
              <a:extLst>
                <a:ext uri="{FF2B5EF4-FFF2-40B4-BE49-F238E27FC236}">
                  <a16:creationId xmlns:a16="http://schemas.microsoft.com/office/drawing/2014/main" id="{880C87DD-2512-297D-FE5A-5335C11D0A76}"/>
                </a:ext>
              </a:extLst>
            </p:cNvPr>
            <p:cNvCxnSpPr>
              <a:cxnSpLocks/>
            </p:cNvCxnSpPr>
            <p:nvPr/>
          </p:nvCxnSpPr>
          <p:spPr>
            <a:xfrm>
              <a:off x="8496181" y="20160349"/>
              <a:ext cx="57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6" name="직사각형 260">
              <a:extLst>
                <a:ext uri="{FF2B5EF4-FFF2-40B4-BE49-F238E27FC236}">
                  <a16:creationId xmlns:a16="http://schemas.microsoft.com/office/drawing/2014/main" id="{43569588-957E-9D4B-5023-60A3C654776F}"/>
                </a:ext>
              </a:extLst>
            </p:cNvPr>
            <p:cNvSpPr/>
            <p:nvPr/>
          </p:nvSpPr>
          <p:spPr>
            <a:xfrm>
              <a:off x="9648181" y="1958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Component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00" name="직선 화살표 연결선 384">
              <a:extLst>
                <a:ext uri="{FF2B5EF4-FFF2-40B4-BE49-F238E27FC236}">
                  <a16:creationId xmlns:a16="http://schemas.microsoft.com/office/drawing/2014/main" id="{B4785EE0-0886-8E67-2656-886F798BF5AD}"/>
                </a:ext>
              </a:extLst>
            </p:cNvPr>
            <p:cNvCxnSpPr>
              <a:cxnSpLocks/>
            </p:cNvCxnSpPr>
            <p:nvPr/>
          </p:nvCxnSpPr>
          <p:spPr>
            <a:xfrm>
              <a:off x="9072181" y="19728350"/>
              <a:ext cx="57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직선 화살표 연결선 384">
              <a:extLst>
                <a:ext uri="{FF2B5EF4-FFF2-40B4-BE49-F238E27FC236}">
                  <a16:creationId xmlns:a16="http://schemas.microsoft.com/office/drawing/2014/main" id="{563E99A3-E35A-DDD2-C2C9-C19CE3934B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181" y="19728350"/>
              <a:ext cx="0" cy="432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직선 화살표 연결선 384">
              <a:extLst>
                <a:ext uri="{FF2B5EF4-FFF2-40B4-BE49-F238E27FC236}">
                  <a16:creationId xmlns:a16="http://schemas.microsoft.com/office/drawing/2014/main" id="{14DCA9BF-B6C1-A0FF-80C5-F2DD11FFBC7E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181" y="19872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직선 화살표 연결선 384">
              <a:extLst>
                <a:ext uri="{FF2B5EF4-FFF2-40B4-BE49-F238E27FC236}">
                  <a16:creationId xmlns:a16="http://schemas.microsoft.com/office/drawing/2014/main" id="{23C4664B-AB10-A009-7045-9668E69D43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8181" y="19152350"/>
              <a:ext cx="0" cy="432001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직선 화살표 연결선 384">
              <a:extLst>
                <a:ext uri="{FF2B5EF4-FFF2-40B4-BE49-F238E27FC236}">
                  <a16:creationId xmlns:a16="http://schemas.microsoft.com/office/drawing/2014/main" id="{047765D8-9215-C06E-46FD-824F591B80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181" y="19152350"/>
              <a:ext cx="5760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직선 화살표 연결선 384">
              <a:extLst>
                <a:ext uri="{FF2B5EF4-FFF2-40B4-BE49-F238E27FC236}">
                  <a16:creationId xmlns:a16="http://schemas.microsoft.com/office/drawing/2014/main" id="{3A654C24-898F-8149-BBDD-1727516AA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0181" y="15840350"/>
              <a:ext cx="0" cy="410400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직사각형 283">
              <a:extLst>
                <a:ext uri="{FF2B5EF4-FFF2-40B4-BE49-F238E27FC236}">
                  <a16:creationId xmlns:a16="http://schemas.microsoft.com/office/drawing/2014/main" id="{9D9F5244-FFCE-A355-0CFC-77B9321D033C}"/>
                </a:ext>
              </a:extLst>
            </p:cNvPr>
            <p:cNvSpPr/>
            <p:nvPr/>
          </p:nvSpPr>
          <p:spPr>
            <a:xfrm>
              <a:off x="1008181" y="16200350"/>
              <a:ext cx="2736000" cy="453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Entity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 및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lvl="0" algn="ctr" defTabSz="457122">
                <a:defRPr/>
              </a:pP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 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ko-KR" altLang="en-US" sz="12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필요한 </a:t>
              </a:r>
              <a:r>
                <a:rPr lang="en-US" altLang="ko-KR" sz="12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 </a:t>
              </a:r>
              <a:r>
                <a:rPr lang="ko-KR" altLang="en-US" sz="12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추가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직사각형 260">
              <a:extLst>
                <a:ext uri="{FF2B5EF4-FFF2-40B4-BE49-F238E27FC236}">
                  <a16:creationId xmlns:a16="http://schemas.microsoft.com/office/drawing/2014/main" id="{16AB06E9-D427-2F93-7A22-964A5D65617A}"/>
                </a:ext>
              </a:extLst>
            </p:cNvPr>
            <p:cNvSpPr/>
            <p:nvPr/>
          </p:nvSpPr>
          <p:spPr>
            <a:xfrm>
              <a:off x="1296181" y="1684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1.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획득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직사각형 110">
              <a:extLst>
                <a:ext uri="{FF2B5EF4-FFF2-40B4-BE49-F238E27FC236}">
                  <a16:creationId xmlns:a16="http://schemas.microsoft.com/office/drawing/2014/main" id="{FEB84D7A-4EF7-1484-CE31-890570AF400E}"/>
                </a:ext>
              </a:extLst>
            </p:cNvPr>
            <p:cNvSpPr/>
            <p:nvPr/>
          </p:nvSpPr>
          <p:spPr>
            <a:xfrm>
              <a:off x="5760181" y="720351"/>
              <a:ext cx="6624000" cy="89279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간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110">
              <a:extLst>
                <a:ext uri="{FF2B5EF4-FFF2-40B4-BE49-F238E27FC236}">
                  <a16:creationId xmlns:a16="http://schemas.microsoft.com/office/drawing/2014/main" id="{303F2684-0626-1B74-1A85-BFB73C851F97}"/>
                </a:ext>
              </a:extLst>
            </p:cNvPr>
            <p:cNvSpPr/>
            <p:nvPr/>
          </p:nvSpPr>
          <p:spPr>
            <a:xfrm>
              <a:off x="6048181" y="1224351"/>
              <a:ext cx="2736000" cy="115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CreateEntity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260">
              <a:extLst>
                <a:ext uri="{FF2B5EF4-FFF2-40B4-BE49-F238E27FC236}">
                  <a16:creationId xmlns:a16="http://schemas.microsoft.com/office/drawing/2014/main" id="{DE15C30B-4100-AE47-9E9F-AF532E068BF2}"/>
                </a:ext>
              </a:extLst>
            </p:cNvPr>
            <p:cNvSpPr/>
            <p:nvPr/>
          </p:nvSpPr>
          <p:spPr>
            <a:xfrm>
              <a:off x="6336181" y="1512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Entity Queue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front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값 획득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260">
              <a:extLst>
                <a:ext uri="{FF2B5EF4-FFF2-40B4-BE49-F238E27FC236}">
                  <a16:creationId xmlns:a16="http://schemas.microsoft.com/office/drawing/2014/main" id="{C3B45D8A-6027-BECA-D3CD-C7E99BD2C9D0}"/>
                </a:ext>
              </a:extLst>
            </p:cNvPr>
            <p:cNvSpPr/>
            <p:nvPr/>
          </p:nvSpPr>
          <p:spPr>
            <a:xfrm>
              <a:off x="6048181" y="3384349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std::queue&lt;Entity&gt;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mAvailableEntities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활용 가능한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관리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260">
              <a:extLst>
                <a:ext uri="{FF2B5EF4-FFF2-40B4-BE49-F238E27FC236}">
                  <a16:creationId xmlns:a16="http://schemas.microsoft.com/office/drawing/2014/main" id="{4BF37114-CC00-1B08-5EF7-CDF96E54FEC8}"/>
                </a:ext>
              </a:extLst>
            </p:cNvPr>
            <p:cNvSpPr/>
            <p:nvPr/>
          </p:nvSpPr>
          <p:spPr>
            <a:xfrm>
              <a:off x="9360181" y="3384349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std::array&lt;Signature, MAX_ENTITIES&gt;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(Entity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대응되는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10" name="직사각형 260">
              <a:extLst>
                <a:ext uri="{FF2B5EF4-FFF2-40B4-BE49-F238E27FC236}">
                  <a16:creationId xmlns:a16="http://schemas.microsoft.com/office/drawing/2014/main" id="{500A5810-53ED-A7B0-3660-32122EB1337E}"/>
                </a:ext>
              </a:extLst>
            </p:cNvPr>
            <p:cNvSpPr/>
            <p:nvPr/>
          </p:nvSpPr>
          <p:spPr>
            <a:xfrm>
              <a:off x="6336181" y="432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0</a:t>
              </a:r>
            </a:p>
          </p:txBody>
        </p:sp>
        <p:sp>
          <p:nvSpPr>
            <p:cNvPr id="11" name="직사각형 260">
              <a:extLst>
                <a:ext uri="{FF2B5EF4-FFF2-40B4-BE49-F238E27FC236}">
                  <a16:creationId xmlns:a16="http://schemas.microsoft.com/office/drawing/2014/main" id="{7B83870E-1E5D-2865-6937-6A1E31CD48AC}"/>
                </a:ext>
              </a:extLst>
            </p:cNvPr>
            <p:cNvSpPr/>
            <p:nvPr/>
          </p:nvSpPr>
          <p:spPr>
            <a:xfrm>
              <a:off x="6336181" y="4754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1</a:t>
              </a:r>
            </a:p>
          </p:txBody>
        </p:sp>
        <p:sp>
          <p:nvSpPr>
            <p:cNvPr id="12" name="직사각형 260">
              <a:extLst>
                <a:ext uri="{FF2B5EF4-FFF2-40B4-BE49-F238E27FC236}">
                  <a16:creationId xmlns:a16="http://schemas.microsoft.com/office/drawing/2014/main" id="{73414F62-C6C7-313F-C72B-B703B39A1A28}"/>
                </a:ext>
              </a:extLst>
            </p:cNvPr>
            <p:cNvSpPr/>
            <p:nvPr/>
          </p:nvSpPr>
          <p:spPr>
            <a:xfrm>
              <a:off x="6336181" y="518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2</a:t>
              </a:r>
            </a:p>
          </p:txBody>
        </p:sp>
        <p:sp>
          <p:nvSpPr>
            <p:cNvPr id="13" name="직사각형 260">
              <a:extLst>
                <a:ext uri="{FF2B5EF4-FFF2-40B4-BE49-F238E27FC236}">
                  <a16:creationId xmlns:a16="http://schemas.microsoft.com/office/drawing/2014/main" id="{904C88CC-1E70-7942-543B-74A0A670EAF2}"/>
                </a:ext>
              </a:extLst>
            </p:cNvPr>
            <p:cNvSpPr/>
            <p:nvPr/>
          </p:nvSpPr>
          <p:spPr>
            <a:xfrm>
              <a:off x="6336181" y="5618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3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직사각형 260">
              <a:extLst>
                <a:ext uri="{FF2B5EF4-FFF2-40B4-BE49-F238E27FC236}">
                  <a16:creationId xmlns:a16="http://schemas.microsoft.com/office/drawing/2014/main" id="{D351BA71-B2A9-390F-06B2-3F28AADD0C14}"/>
                </a:ext>
              </a:extLst>
            </p:cNvPr>
            <p:cNvSpPr/>
            <p:nvPr/>
          </p:nvSpPr>
          <p:spPr>
            <a:xfrm>
              <a:off x="6336181" y="6050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4</a:t>
              </a:r>
            </a:p>
          </p:txBody>
        </p:sp>
        <p:sp>
          <p:nvSpPr>
            <p:cNvPr id="15" name="직사각형 260">
              <a:extLst>
                <a:ext uri="{FF2B5EF4-FFF2-40B4-BE49-F238E27FC236}">
                  <a16:creationId xmlns:a16="http://schemas.microsoft.com/office/drawing/2014/main" id="{1AF502BF-4AF8-A773-0C76-8D9693C5283F}"/>
                </a:ext>
              </a:extLst>
            </p:cNvPr>
            <p:cNvSpPr/>
            <p:nvPr/>
          </p:nvSpPr>
          <p:spPr>
            <a:xfrm>
              <a:off x="6336181" y="648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5</a:t>
              </a:r>
            </a:p>
          </p:txBody>
        </p:sp>
        <p:sp>
          <p:nvSpPr>
            <p:cNvPr id="16" name="직사각형 260">
              <a:extLst>
                <a:ext uri="{FF2B5EF4-FFF2-40B4-BE49-F238E27FC236}">
                  <a16:creationId xmlns:a16="http://schemas.microsoft.com/office/drawing/2014/main" id="{8838CC96-127B-7493-6B27-2E638CBBA41D}"/>
                </a:ext>
              </a:extLst>
            </p:cNvPr>
            <p:cNvSpPr/>
            <p:nvPr/>
          </p:nvSpPr>
          <p:spPr>
            <a:xfrm>
              <a:off x="6336181" y="6914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6</a:t>
              </a:r>
            </a:p>
          </p:txBody>
        </p:sp>
        <p:sp>
          <p:nvSpPr>
            <p:cNvPr id="17" name="직사각형 260">
              <a:extLst>
                <a:ext uri="{FF2B5EF4-FFF2-40B4-BE49-F238E27FC236}">
                  <a16:creationId xmlns:a16="http://schemas.microsoft.com/office/drawing/2014/main" id="{25A41E5F-FFDE-6631-8FDF-3DCBD544CB8A}"/>
                </a:ext>
              </a:extLst>
            </p:cNvPr>
            <p:cNvSpPr/>
            <p:nvPr/>
          </p:nvSpPr>
          <p:spPr>
            <a:xfrm>
              <a:off x="6336181" y="734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7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260">
              <a:extLst>
                <a:ext uri="{FF2B5EF4-FFF2-40B4-BE49-F238E27FC236}">
                  <a16:creationId xmlns:a16="http://schemas.microsoft.com/office/drawing/2014/main" id="{1CD90EBD-C819-07DD-2037-F6E69C266806}"/>
                </a:ext>
              </a:extLst>
            </p:cNvPr>
            <p:cNvSpPr/>
            <p:nvPr/>
          </p:nvSpPr>
          <p:spPr>
            <a:xfrm>
              <a:off x="6336181" y="7778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8</a:t>
              </a:r>
            </a:p>
          </p:txBody>
        </p:sp>
        <p:sp>
          <p:nvSpPr>
            <p:cNvPr id="19" name="직사각형 260">
              <a:extLst>
                <a:ext uri="{FF2B5EF4-FFF2-40B4-BE49-F238E27FC236}">
                  <a16:creationId xmlns:a16="http://schemas.microsoft.com/office/drawing/2014/main" id="{3B082CDB-307D-56A4-9C17-F7C5BB575BD0}"/>
                </a:ext>
              </a:extLst>
            </p:cNvPr>
            <p:cNvSpPr/>
            <p:nvPr/>
          </p:nvSpPr>
          <p:spPr>
            <a:xfrm>
              <a:off x="6336181" y="8210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9</a:t>
              </a:r>
            </a:p>
          </p:txBody>
        </p:sp>
        <p:sp>
          <p:nvSpPr>
            <p:cNvPr id="20" name="직사각형 260">
              <a:extLst>
                <a:ext uri="{FF2B5EF4-FFF2-40B4-BE49-F238E27FC236}">
                  <a16:creationId xmlns:a16="http://schemas.microsoft.com/office/drawing/2014/main" id="{4DA62DD7-9BAE-675C-4D05-CB5AFF8E5043}"/>
                </a:ext>
              </a:extLst>
            </p:cNvPr>
            <p:cNvSpPr/>
            <p:nvPr/>
          </p:nvSpPr>
          <p:spPr>
            <a:xfrm>
              <a:off x="6336181" y="864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60">
              <a:extLst>
                <a:ext uri="{FF2B5EF4-FFF2-40B4-BE49-F238E27FC236}">
                  <a16:creationId xmlns:a16="http://schemas.microsoft.com/office/drawing/2014/main" id="{C90A930A-65C1-3948-F20A-4C3755ED3FCB}"/>
                </a:ext>
              </a:extLst>
            </p:cNvPr>
            <p:cNvSpPr/>
            <p:nvPr/>
          </p:nvSpPr>
          <p:spPr>
            <a:xfrm>
              <a:off x="6336181" y="9072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MAX_ENTITIES(5000)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-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2" name="직선 화살표 연결선 384">
              <a:extLst>
                <a:ext uri="{FF2B5EF4-FFF2-40B4-BE49-F238E27FC236}">
                  <a16:creationId xmlns:a16="http://schemas.microsoft.com/office/drawing/2014/main" id="{AA16B598-84B7-4112-2CE6-B8CC944CA664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1800349"/>
              <a:ext cx="0" cy="158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384">
              <a:extLst>
                <a:ext uri="{FF2B5EF4-FFF2-40B4-BE49-F238E27FC236}">
                  <a16:creationId xmlns:a16="http://schemas.microsoft.com/office/drawing/2014/main" id="{3C2B8015-C3FF-7C42-3FE6-52D2EF5587C2}"/>
                </a:ext>
              </a:extLst>
            </p:cNvPr>
            <p:cNvCxnSpPr>
              <a:cxnSpLocks/>
            </p:cNvCxnSpPr>
            <p:nvPr/>
          </p:nvCxnSpPr>
          <p:spPr>
            <a:xfrm>
              <a:off x="3744181" y="15840350"/>
              <a:ext cx="1656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384">
              <a:extLst>
                <a:ext uri="{FF2B5EF4-FFF2-40B4-BE49-F238E27FC236}">
                  <a16:creationId xmlns:a16="http://schemas.microsoft.com/office/drawing/2014/main" id="{9CEFD1F4-4B9D-0445-FD33-1CB8FB9443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181" y="1584350"/>
              <a:ext cx="0" cy="16992000"/>
            </a:xfrm>
            <a:prstGeom prst="straightConnector1">
              <a:avLst/>
            </a:prstGeom>
            <a:ln w="25400" cap="sq" cmpd="dbl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384">
              <a:extLst>
                <a:ext uri="{FF2B5EF4-FFF2-40B4-BE49-F238E27FC236}">
                  <a16:creationId xmlns:a16="http://schemas.microsoft.com/office/drawing/2014/main" id="{AFCC30CE-FC75-0BA0-687F-1B8A015855DC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81" y="1584350"/>
              <a:ext cx="1512000" cy="0"/>
            </a:xfrm>
            <a:prstGeom prst="straightConnector1">
              <a:avLst/>
            </a:prstGeom>
            <a:ln w="25400" cap="sq" cmpd="dbl">
              <a:solidFill>
                <a:srgbClr val="0000FF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8" name="직사각형 110">
              <a:extLst>
                <a:ext uri="{FF2B5EF4-FFF2-40B4-BE49-F238E27FC236}">
                  <a16:creationId xmlns:a16="http://schemas.microsoft.com/office/drawing/2014/main" id="{DE40E454-A990-093F-E2F1-ECE7A7159D87}"/>
                </a:ext>
              </a:extLst>
            </p:cNvPr>
            <p:cNvSpPr/>
            <p:nvPr/>
          </p:nvSpPr>
          <p:spPr>
            <a:xfrm>
              <a:off x="9360181" y="1224350"/>
              <a:ext cx="2736000" cy="1151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SetSignature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(Entity entity, const Signature&amp; signature)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9" name="직사각형 260">
              <a:extLst>
                <a:ext uri="{FF2B5EF4-FFF2-40B4-BE49-F238E27FC236}">
                  <a16:creationId xmlns:a16="http://schemas.microsoft.com/office/drawing/2014/main" id="{F43780A0-4003-BCA2-A693-BB39F0BD2CC7}"/>
                </a:ext>
              </a:extLst>
            </p:cNvPr>
            <p:cNvSpPr/>
            <p:nvPr/>
          </p:nvSpPr>
          <p:spPr>
            <a:xfrm>
              <a:off x="9648181" y="165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전달받은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할당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21" name="직사각형 260">
              <a:extLst>
                <a:ext uri="{FF2B5EF4-FFF2-40B4-BE49-F238E27FC236}">
                  <a16:creationId xmlns:a16="http://schemas.microsoft.com/office/drawing/2014/main" id="{FAA22C6F-E6D7-7031-7B12-A8CFF09F96D2}"/>
                </a:ext>
              </a:extLst>
            </p:cNvPr>
            <p:cNvSpPr/>
            <p:nvPr/>
          </p:nvSpPr>
          <p:spPr>
            <a:xfrm>
              <a:off x="9648181" y="432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[0] = {4}</a:t>
              </a:r>
            </a:p>
          </p:txBody>
        </p:sp>
        <p:sp>
          <p:nvSpPr>
            <p:cNvPr id="922" name="직사각형 260">
              <a:extLst>
                <a:ext uri="{FF2B5EF4-FFF2-40B4-BE49-F238E27FC236}">
                  <a16:creationId xmlns:a16="http://schemas.microsoft.com/office/drawing/2014/main" id="{5DFE918B-0214-F6E3-0BF7-BC5DAF74FC55}"/>
                </a:ext>
              </a:extLst>
            </p:cNvPr>
            <p:cNvSpPr/>
            <p:nvPr/>
          </p:nvSpPr>
          <p:spPr>
            <a:xfrm>
              <a:off x="9648181" y="4754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[1] = {4}</a:t>
              </a:r>
            </a:p>
          </p:txBody>
        </p:sp>
        <p:sp>
          <p:nvSpPr>
            <p:cNvPr id="923" name="직사각형 260">
              <a:extLst>
                <a:ext uri="{FF2B5EF4-FFF2-40B4-BE49-F238E27FC236}">
                  <a16:creationId xmlns:a16="http://schemas.microsoft.com/office/drawing/2014/main" id="{655E16A5-A63D-60DA-27B6-7FCA8F298A90}"/>
                </a:ext>
              </a:extLst>
            </p:cNvPr>
            <p:cNvSpPr/>
            <p:nvPr/>
          </p:nvSpPr>
          <p:spPr>
            <a:xfrm>
              <a:off x="9648181" y="518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[2] = {4}</a:t>
              </a:r>
            </a:p>
          </p:txBody>
        </p:sp>
        <p:sp>
          <p:nvSpPr>
            <p:cNvPr id="924" name="직사각형 260">
              <a:extLst>
                <a:ext uri="{FF2B5EF4-FFF2-40B4-BE49-F238E27FC236}">
                  <a16:creationId xmlns:a16="http://schemas.microsoft.com/office/drawing/2014/main" id="{C2CBECD0-D840-5E35-8E97-83D334309AEC}"/>
                </a:ext>
              </a:extLst>
            </p:cNvPr>
            <p:cNvSpPr/>
            <p:nvPr/>
          </p:nvSpPr>
          <p:spPr>
            <a:xfrm>
              <a:off x="9648181" y="5618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[3] = {5,6,7}</a:t>
              </a:r>
            </a:p>
          </p:txBody>
        </p:sp>
        <p:sp>
          <p:nvSpPr>
            <p:cNvPr id="925" name="직사각형 260">
              <a:extLst>
                <a:ext uri="{FF2B5EF4-FFF2-40B4-BE49-F238E27FC236}">
                  <a16:creationId xmlns:a16="http://schemas.microsoft.com/office/drawing/2014/main" id="{F68CEBC4-6F59-5B95-05DC-1FE3092A202D}"/>
                </a:ext>
              </a:extLst>
            </p:cNvPr>
            <p:cNvSpPr/>
            <p:nvPr/>
          </p:nvSpPr>
          <p:spPr>
            <a:xfrm>
              <a:off x="9648181" y="6050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[4] = {5,6,7}</a:t>
              </a:r>
            </a:p>
          </p:txBody>
        </p:sp>
        <p:sp>
          <p:nvSpPr>
            <p:cNvPr id="926" name="직사각형 260">
              <a:extLst>
                <a:ext uri="{FF2B5EF4-FFF2-40B4-BE49-F238E27FC236}">
                  <a16:creationId xmlns:a16="http://schemas.microsoft.com/office/drawing/2014/main" id="{6EEECD59-A5F5-B285-F4AC-E5BF7E19B601}"/>
                </a:ext>
              </a:extLst>
            </p:cNvPr>
            <p:cNvSpPr/>
            <p:nvPr/>
          </p:nvSpPr>
          <p:spPr>
            <a:xfrm>
              <a:off x="9648181" y="648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[5] = {0,1,5}</a:t>
              </a:r>
            </a:p>
          </p:txBody>
        </p:sp>
        <p:sp>
          <p:nvSpPr>
            <p:cNvPr id="927" name="직사각형 260">
              <a:extLst>
                <a:ext uri="{FF2B5EF4-FFF2-40B4-BE49-F238E27FC236}">
                  <a16:creationId xmlns:a16="http://schemas.microsoft.com/office/drawing/2014/main" id="{F6FC5CAC-C766-5164-5081-0AD53160D486}"/>
                </a:ext>
              </a:extLst>
            </p:cNvPr>
            <p:cNvSpPr/>
            <p:nvPr/>
          </p:nvSpPr>
          <p:spPr>
            <a:xfrm>
              <a:off x="9648181" y="6914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[6] = {5,6,10}</a:t>
              </a:r>
            </a:p>
          </p:txBody>
        </p:sp>
        <p:sp>
          <p:nvSpPr>
            <p:cNvPr id="928" name="직사각형 260">
              <a:extLst>
                <a:ext uri="{FF2B5EF4-FFF2-40B4-BE49-F238E27FC236}">
                  <a16:creationId xmlns:a16="http://schemas.microsoft.com/office/drawing/2014/main" id="{A7F20A61-53C4-8370-97AB-FABD7FC84C55}"/>
                </a:ext>
              </a:extLst>
            </p:cNvPr>
            <p:cNvSpPr/>
            <p:nvPr/>
          </p:nvSpPr>
          <p:spPr>
            <a:xfrm>
              <a:off x="9648181" y="734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[7] = {1,5,9,11}</a:t>
              </a:r>
            </a:p>
          </p:txBody>
        </p:sp>
        <p:sp>
          <p:nvSpPr>
            <p:cNvPr id="929" name="직사각형 260">
              <a:extLst>
                <a:ext uri="{FF2B5EF4-FFF2-40B4-BE49-F238E27FC236}">
                  <a16:creationId xmlns:a16="http://schemas.microsoft.com/office/drawing/2014/main" id="{D2CDF373-8033-0CBA-D937-DE0189A3F945}"/>
                </a:ext>
              </a:extLst>
            </p:cNvPr>
            <p:cNvSpPr/>
            <p:nvPr/>
          </p:nvSpPr>
          <p:spPr>
            <a:xfrm>
              <a:off x="9648181" y="7778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[8] = {5,9}</a:t>
              </a:r>
            </a:p>
          </p:txBody>
        </p:sp>
        <p:sp>
          <p:nvSpPr>
            <p:cNvPr id="930" name="직사각형 260">
              <a:extLst>
                <a:ext uri="{FF2B5EF4-FFF2-40B4-BE49-F238E27FC236}">
                  <a16:creationId xmlns:a16="http://schemas.microsoft.com/office/drawing/2014/main" id="{D39C55F3-9606-FE9B-224C-AEAA8503BD73}"/>
                </a:ext>
              </a:extLst>
            </p:cNvPr>
            <p:cNvSpPr/>
            <p:nvPr/>
          </p:nvSpPr>
          <p:spPr>
            <a:xfrm>
              <a:off x="9648181" y="8210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[9] = {5,9}</a:t>
              </a:r>
            </a:p>
          </p:txBody>
        </p:sp>
        <p:sp>
          <p:nvSpPr>
            <p:cNvPr id="931" name="직사각형 260">
              <a:extLst>
                <a:ext uri="{FF2B5EF4-FFF2-40B4-BE49-F238E27FC236}">
                  <a16:creationId xmlns:a16="http://schemas.microsoft.com/office/drawing/2014/main" id="{F4628F34-330A-0365-61CC-B6E65450E818}"/>
                </a:ext>
              </a:extLst>
            </p:cNvPr>
            <p:cNvSpPr/>
            <p:nvPr/>
          </p:nvSpPr>
          <p:spPr>
            <a:xfrm>
              <a:off x="9648181" y="864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2" name="직사각형 260">
              <a:extLst>
                <a:ext uri="{FF2B5EF4-FFF2-40B4-BE49-F238E27FC236}">
                  <a16:creationId xmlns:a16="http://schemas.microsoft.com/office/drawing/2014/main" id="{390B9A4C-2359-D5DC-CC7B-9EC2A2C25C54}"/>
                </a:ext>
              </a:extLst>
            </p:cNvPr>
            <p:cNvSpPr/>
            <p:nvPr/>
          </p:nvSpPr>
          <p:spPr>
            <a:xfrm>
              <a:off x="9648181" y="9072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[MAX_ENTITES-1] = {}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3" name="직사각형 260">
              <a:extLst>
                <a:ext uri="{FF2B5EF4-FFF2-40B4-BE49-F238E27FC236}">
                  <a16:creationId xmlns:a16="http://schemas.microsoft.com/office/drawing/2014/main" id="{F0DCCA89-EE9C-FDF6-FB96-75139C6B4383}"/>
                </a:ext>
              </a:extLst>
            </p:cNvPr>
            <p:cNvSpPr/>
            <p:nvPr/>
          </p:nvSpPr>
          <p:spPr>
            <a:xfrm>
              <a:off x="6336181" y="194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반환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36" name="직사각형 260">
              <a:extLst>
                <a:ext uri="{FF2B5EF4-FFF2-40B4-BE49-F238E27FC236}">
                  <a16:creationId xmlns:a16="http://schemas.microsoft.com/office/drawing/2014/main" id="{7A4C1895-0ECA-593F-0D2D-006E457E82C1}"/>
                </a:ext>
              </a:extLst>
            </p:cNvPr>
            <p:cNvSpPr/>
            <p:nvPr/>
          </p:nvSpPr>
          <p:spPr>
            <a:xfrm>
              <a:off x="1296181" y="1728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Step 2. Entity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에 대한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등록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937" name="직선 화살표 연결선 384">
              <a:extLst>
                <a:ext uri="{FF2B5EF4-FFF2-40B4-BE49-F238E27FC236}">
                  <a16:creationId xmlns:a16="http://schemas.microsoft.com/office/drawing/2014/main" id="{2CEFE011-77AC-B270-854C-590E437024D9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605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직선 화살표 연결선 384">
              <a:extLst>
                <a:ext uri="{FF2B5EF4-FFF2-40B4-BE49-F238E27FC236}">
                  <a16:creationId xmlns:a16="http://schemas.microsoft.com/office/drawing/2014/main" id="{36036FCF-9E4F-F5A4-F63C-8FDF95E47E6D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713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0" name="직사각형 260">
              <a:extLst>
                <a:ext uri="{FF2B5EF4-FFF2-40B4-BE49-F238E27FC236}">
                  <a16:creationId xmlns:a16="http://schemas.microsoft.com/office/drawing/2014/main" id="{D424A4B1-5461-9DC8-238E-423279113B14}"/>
                </a:ext>
              </a:extLst>
            </p:cNvPr>
            <p:cNvSpPr/>
            <p:nvPr/>
          </p:nvSpPr>
          <p:spPr>
            <a:xfrm>
              <a:off x="12672181" y="12382480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&lt;Entity,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EntityLocation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mEntityLocations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1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(Archetype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내에서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정보의 위치 정보 관리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41" name="직사각형 260">
              <a:extLst>
                <a:ext uri="{FF2B5EF4-FFF2-40B4-BE49-F238E27FC236}">
                  <a16:creationId xmlns:a16="http://schemas.microsoft.com/office/drawing/2014/main" id="{88ED0903-ED5D-3C74-33A0-D4F2CABEBD66}"/>
                </a:ext>
              </a:extLst>
            </p:cNvPr>
            <p:cNvSpPr/>
            <p:nvPr/>
          </p:nvSpPr>
          <p:spPr>
            <a:xfrm>
              <a:off x="12960181" y="13318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[0]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0</a:t>
              </a:r>
            </a:p>
          </p:txBody>
        </p:sp>
        <p:sp>
          <p:nvSpPr>
            <p:cNvPr id="942" name="직사각형 260">
              <a:extLst>
                <a:ext uri="{FF2B5EF4-FFF2-40B4-BE49-F238E27FC236}">
                  <a16:creationId xmlns:a16="http://schemas.microsoft.com/office/drawing/2014/main" id="{72FD46B5-5D3D-46A8-19EC-F47FCAE772D9}"/>
                </a:ext>
              </a:extLst>
            </p:cNvPr>
            <p:cNvSpPr/>
            <p:nvPr/>
          </p:nvSpPr>
          <p:spPr>
            <a:xfrm>
              <a:off x="12960181" y="13750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1]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1</a:t>
              </a:r>
            </a:p>
          </p:txBody>
        </p:sp>
        <p:sp>
          <p:nvSpPr>
            <p:cNvPr id="943" name="직사각형 260">
              <a:extLst>
                <a:ext uri="{FF2B5EF4-FFF2-40B4-BE49-F238E27FC236}">
                  <a16:creationId xmlns:a16="http://schemas.microsoft.com/office/drawing/2014/main" id="{15FD6CCA-38E1-EED4-CB7D-CA7CC948C5FD}"/>
                </a:ext>
              </a:extLst>
            </p:cNvPr>
            <p:cNvSpPr/>
            <p:nvPr/>
          </p:nvSpPr>
          <p:spPr>
            <a:xfrm>
              <a:off x="12960181" y="14182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[2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2</a:t>
              </a:r>
            </a:p>
          </p:txBody>
        </p:sp>
        <p:sp>
          <p:nvSpPr>
            <p:cNvPr id="944" name="직사각형 260">
              <a:extLst>
                <a:ext uri="{FF2B5EF4-FFF2-40B4-BE49-F238E27FC236}">
                  <a16:creationId xmlns:a16="http://schemas.microsoft.com/office/drawing/2014/main" id="{492FB3F0-1C06-0346-CF4E-1D12CABF7070}"/>
                </a:ext>
              </a:extLst>
            </p:cNvPr>
            <p:cNvSpPr/>
            <p:nvPr/>
          </p:nvSpPr>
          <p:spPr>
            <a:xfrm>
              <a:off x="12960181" y="15046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[4] = 1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5" name="직사각형 260">
              <a:extLst>
                <a:ext uri="{FF2B5EF4-FFF2-40B4-BE49-F238E27FC236}">
                  <a16:creationId xmlns:a16="http://schemas.microsoft.com/office/drawing/2014/main" id="{0381D5AB-E961-9D4D-AF49-D62DCEBF0A5D}"/>
                </a:ext>
              </a:extLst>
            </p:cNvPr>
            <p:cNvSpPr/>
            <p:nvPr/>
          </p:nvSpPr>
          <p:spPr>
            <a:xfrm>
              <a:off x="12960181" y="159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[6] = 0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6" name="직사각형 260">
              <a:extLst>
                <a:ext uri="{FF2B5EF4-FFF2-40B4-BE49-F238E27FC236}">
                  <a16:creationId xmlns:a16="http://schemas.microsoft.com/office/drawing/2014/main" id="{E4F3C656-35C0-159C-7078-56CD08C7E267}"/>
                </a:ext>
              </a:extLst>
            </p:cNvPr>
            <p:cNvSpPr/>
            <p:nvPr/>
          </p:nvSpPr>
          <p:spPr>
            <a:xfrm>
              <a:off x="12960181" y="15478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[5] = 0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7" name="직사각형 260">
              <a:extLst>
                <a:ext uri="{FF2B5EF4-FFF2-40B4-BE49-F238E27FC236}">
                  <a16:creationId xmlns:a16="http://schemas.microsoft.com/office/drawing/2014/main" id="{8E994DAD-954D-69BB-FF99-3DC93EFB77C3}"/>
                </a:ext>
              </a:extLst>
            </p:cNvPr>
            <p:cNvSpPr/>
            <p:nvPr/>
          </p:nvSpPr>
          <p:spPr>
            <a:xfrm>
              <a:off x="12960181" y="14614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[3] = 0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9" name="직사각형 110">
              <a:extLst>
                <a:ext uri="{FF2B5EF4-FFF2-40B4-BE49-F238E27FC236}">
                  <a16:creationId xmlns:a16="http://schemas.microsoft.com/office/drawing/2014/main" id="{529BE99C-8DCF-AE13-B7FD-8FCFEDCB24CC}"/>
                </a:ext>
              </a:extLst>
            </p:cNvPr>
            <p:cNvSpPr/>
            <p:nvPr/>
          </p:nvSpPr>
          <p:spPr>
            <a:xfrm>
              <a:off x="12672181" y="10224351"/>
              <a:ext cx="6048000" cy="15858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AddComponent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0" name="직사각형 260">
              <a:extLst>
                <a:ext uri="{FF2B5EF4-FFF2-40B4-BE49-F238E27FC236}">
                  <a16:creationId xmlns:a16="http://schemas.microsoft.com/office/drawing/2014/main" id="{1F7270DB-E2C7-DFD4-CE42-6E9491CB6C5B}"/>
                </a:ext>
              </a:extLst>
            </p:cNvPr>
            <p:cNvSpPr/>
            <p:nvPr/>
          </p:nvSpPr>
          <p:spPr>
            <a:xfrm>
              <a:off x="12816181" y="105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Entity Location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검사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현재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가 포함된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확인</a:t>
              </a:r>
              <a:endParaRPr lang="en-US" altLang="ko-KR" sz="8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51" name="직사각형 260">
              <a:extLst>
                <a:ext uri="{FF2B5EF4-FFF2-40B4-BE49-F238E27FC236}">
                  <a16:creationId xmlns:a16="http://schemas.microsoft.com/office/drawing/2014/main" id="{282D7105-A707-6035-D5A0-49973BF07F6F}"/>
                </a:ext>
              </a:extLst>
            </p:cNvPr>
            <p:cNvSpPr/>
            <p:nvPr/>
          </p:nvSpPr>
          <p:spPr>
            <a:xfrm>
              <a:off x="13104181" y="108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신규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계산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Component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추가 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판단</a:t>
              </a:r>
              <a:endParaRPr lang="en-US" altLang="ko-KR" sz="8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52" name="직선 화살표 연결선 384">
              <a:extLst>
                <a:ext uri="{FF2B5EF4-FFF2-40B4-BE49-F238E27FC236}">
                  <a16:creationId xmlns:a16="http://schemas.microsoft.com/office/drawing/2014/main" id="{010EBDBB-FF2A-2094-48DF-5FA14554FC8E}"/>
                </a:ext>
              </a:extLst>
            </p:cNvPr>
            <p:cNvCxnSpPr>
              <a:cxnSpLocks/>
            </p:cNvCxnSpPr>
            <p:nvPr/>
          </p:nvCxnSpPr>
          <p:spPr>
            <a:xfrm>
              <a:off x="12960181" y="10800350"/>
              <a:ext cx="0" cy="158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3" name="직사각형 110">
              <a:extLst>
                <a:ext uri="{FF2B5EF4-FFF2-40B4-BE49-F238E27FC236}">
                  <a16:creationId xmlns:a16="http://schemas.microsoft.com/office/drawing/2014/main" id="{A071E179-7E01-54BC-60FB-5E30AEC91B93}"/>
                </a:ext>
              </a:extLst>
            </p:cNvPr>
            <p:cNvSpPr/>
            <p:nvPr/>
          </p:nvSpPr>
          <p:spPr>
            <a:xfrm>
              <a:off x="1152181" y="17705184"/>
              <a:ext cx="2448000" cy="288716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ECSCoordinator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AddComponent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4" name="직사각형 260">
              <a:extLst>
                <a:ext uri="{FF2B5EF4-FFF2-40B4-BE49-F238E27FC236}">
                  <a16:creationId xmlns:a16="http://schemas.microsoft.com/office/drawing/2014/main" id="{46F205F4-D635-29A2-8941-F81A5827300B}"/>
                </a:ext>
              </a:extLst>
            </p:cNvPr>
            <p:cNvSpPr/>
            <p:nvPr/>
          </p:nvSpPr>
          <p:spPr>
            <a:xfrm>
              <a:off x="1296181" y="17993183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lock_guard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(mutex)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설정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55" name="직사각형 260">
              <a:extLst>
                <a:ext uri="{FF2B5EF4-FFF2-40B4-BE49-F238E27FC236}">
                  <a16:creationId xmlns:a16="http://schemas.microsoft.com/office/drawing/2014/main" id="{B10D68DA-960A-FA4F-E2D5-6DC6F359B80B}"/>
                </a:ext>
              </a:extLst>
            </p:cNvPr>
            <p:cNvSpPr/>
            <p:nvPr/>
          </p:nvSpPr>
          <p:spPr>
            <a:xfrm>
              <a:off x="1296181" y="18425183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Entity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할당된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획득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56" name="직선 화살표 연결선 384">
              <a:extLst>
                <a:ext uri="{FF2B5EF4-FFF2-40B4-BE49-F238E27FC236}">
                  <a16:creationId xmlns:a16="http://schemas.microsoft.com/office/drawing/2014/main" id="{D40BC53C-D063-0301-3BC1-C34BEF9AE54B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8281183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직선 화살표 연결선 384">
              <a:extLst>
                <a:ext uri="{FF2B5EF4-FFF2-40B4-BE49-F238E27FC236}">
                  <a16:creationId xmlns:a16="http://schemas.microsoft.com/office/drawing/2014/main" id="{05803E20-0D60-3ED3-69BF-A135D91164BB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7568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8" name="직사각형 260">
              <a:extLst>
                <a:ext uri="{FF2B5EF4-FFF2-40B4-BE49-F238E27FC236}">
                  <a16:creationId xmlns:a16="http://schemas.microsoft.com/office/drawing/2014/main" id="{9B9B15B7-873E-B57D-906D-37F05FF952D5}"/>
                </a:ext>
              </a:extLst>
            </p:cNvPr>
            <p:cNvSpPr/>
            <p:nvPr/>
          </p:nvSpPr>
          <p:spPr>
            <a:xfrm>
              <a:off x="1296181" y="1886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srgbClr val="FF0000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Component </a:t>
              </a:r>
              <a:r>
                <a:rPr lang="ko-KR" altLang="en-US" sz="1000" b="1" kern="0" dirty="0">
                  <a:solidFill>
                    <a:srgbClr val="FF0000"/>
                  </a:solidFill>
                  <a:latin typeface="Calibri" panose="020F0502020204030204"/>
                  <a:ea typeface="맑은 고딕" panose="020B0503020000020004" pitchFamily="50" charset="-127"/>
                </a:rPr>
                <a:t>중복 검사 </a:t>
              </a:r>
              <a:r>
                <a:rPr lang="en-US" altLang="ko-KR" sz="1000" b="1" kern="0" dirty="0">
                  <a:solidFill>
                    <a:srgbClr val="FF0000"/>
                  </a:solidFill>
                  <a:latin typeface="Calibri" panose="020F0502020204030204"/>
                  <a:ea typeface="맑은 고딕" panose="020B0503020000020004" pitchFamily="50" charset="-127"/>
                </a:rPr>
                <a:t>(Assert)</a:t>
              </a:r>
              <a:endParaRPr lang="en-US" altLang="ko-KR" sz="1000" kern="0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59" name="직선 화살표 연결선 384">
              <a:extLst>
                <a:ext uri="{FF2B5EF4-FFF2-40B4-BE49-F238E27FC236}">
                  <a16:creationId xmlns:a16="http://schemas.microsoft.com/office/drawing/2014/main" id="{A25B4874-61D3-0698-D980-9DC2B915A958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872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직사각형 260">
              <a:extLst>
                <a:ext uri="{FF2B5EF4-FFF2-40B4-BE49-F238E27FC236}">
                  <a16:creationId xmlns:a16="http://schemas.microsoft.com/office/drawing/2014/main" id="{5CB415CB-355B-F81C-6E87-71BEC6A5F0E8}"/>
                </a:ext>
              </a:extLst>
            </p:cNvPr>
            <p:cNvSpPr/>
            <p:nvPr/>
          </p:nvSpPr>
          <p:spPr>
            <a:xfrm>
              <a:off x="1296181" y="1929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Archetype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449" name="직선 화살표 연결선 384">
              <a:extLst>
                <a:ext uri="{FF2B5EF4-FFF2-40B4-BE49-F238E27FC236}">
                  <a16:creationId xmlns:a16="http://schemas.microsoft.com/office/drawing/2014/main" id="{A9AF7C14-563A-75F5-095C-C1A1F3D9E839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9152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직선 화살표 연결선 384">
              <a:extLst>
                <a:ext uri="{FF2B5EF4-FFF2-40B4-BE49-F238E27FC236}">
                  <a16:creationId xmlns:a16="http://schemas.microsoft.com/office/drawing/2014/main" id="{1186A0C4-D21E-9FC5-719F-4BEDBCE21A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19440350"/>
              <a:ext cx="1656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직선 화살표 연결선 384">
              <a:extLst>
                <a:ext uri="{FF2B5EF4-FFF2-40B4-BE49-F238E27FC236}">
                  <a16:creationId xmlns:a16="http://schemas.microsoft.com/office/drawing/2014/main" id="{68C58923-8AC4-FC04-BACD-3878CCDAAB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2181" y="12024351"/>
              <a:ext cx="0" cy="7415999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직선 화살표 연결선 384">
              <a:extLst>
                <a:ext uri="{FF2B5EF4-FFF2-40B4-BE49-F238E27FC236}">
                  <a16:creationId xmlns:a16="http://schemas.microsoft.com/office/drawing/2014/main" id="{FEF23136-E69C-AFEA-6DCC-A131A88B77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2180" y="12024351"/>
              <a:ext cx="7272001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직선 화살표 연결선 384">
              <a:extLst>
                <a:ext uri="{FF2B5EF4-FFF2-40B4-BE49-F238E27FC236}">
                  <a16:creationId xmlns:a16="http://schemas.microsoft.com/office/drawing/2014/main" id="{05A14D64-7458-8145-AA44-E363AD30BC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84181" y="10800350"/>
              <a:ext cx="0" cy="122400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직선 화살표 연결선 384">
              <a:extLst>
                <a:ext uri="{FF2B5EF4-FFF2-40B4-BE49-F238E27FC236}">
                  <a16:creationId xmlns:a16="http://schemas.microsoft.com/office/drawing/2014/main" id="{5BC8391D-E2E1-DFFD-035D-7E470C973FE3}"/>
                </a:ext>
              </a:extLst>
            </p:cNvPr>
            <p:cNvCxnSpPr>
              <a:cxnSpLocks/>
            </p:cNvCxnSpPr>
            <p:nvPr/>
          </p:nvCxnSpPr>
          <p:spPr>
            <a:xfrm>
              <a:off x="12384181" y="10800350"/>
              <a:ext cx="288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5" name="직사각형 260">
              <a:extLst>
                <a:ext uri="{FF2B5EF4-FFF2-40B4-BE49-F238E27FC236}">
                  <a16:creationId xmlns:a16="http://schemas.microsoft.com/office/drawing/2014/main" id="{1789B471-9E28-681E-A1BB-373D8AC1BCDC}"/>
                </a:ext>
              </a:extLst>
            </p:cNvPr>
            <p:cNvSpPr/>
            <p:nvPr/>
          </p:nvSpPr>
          <p:spPr>
            <a:xfrm>
              <a:off x="1296181" y="1972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5. 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486" name="직선 화살표 연결선 384">
              <a:extLst>
                <a:ext uri="{FF2B5EF4-FFF2-40B4-BE49-F238E27FC236}">
                  <a16:creationId xmlns:a16="http://schemas.microsoft.com/office/drawing/2014/main" id="{83AFB319-54C2-EBA4-4C73-2B11162C6664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9584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8" name="직사각형 260">
              <a:extLst>
                <a:ext uri="{FF2B5EF4-FFF2-40B4-BE49-F238E27FC236}">
                  <a16:creationId xmlns:a16="http://schemas.microsoft.com/office/drawing/2014/main" id="{28A6B5E1-9C02-82B0-B929-2BEC88A04A23}"/>
                </a:ext>
              </a:extLst>
            </p:cNvPr>
            <p:cNvSpPr/>
            <p:nvPr/>
          </p:nvSpPr>
          <p:spPr>
            <a:xfrm>
              <a:off x="1296181" y="2016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6. Entity 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변화에 따른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배열 동기화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489" name="직선 화살표 연결선 384">
              <a:extLst>
                <a:ext uri="{FF2B5EF4-FFF2-40B4-BE49-F238E27FC236}">
                  <a16:creationId xmlns:a16="http://schemas.microsoft.com/office/drawing/2014/main" id="{0915498C-F6A6-A729-849B-99066FCB4B37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001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직선 화살표 연결선 384">
              <a:extLst>
                <a:ext uri="{FF2B5EF4-FFF2-40B4-BE49-F238E27FC236}">
                  <a16:creationId xmlns:a16="http://schemas.microsoft.com/office/drawing/2014/main" id="{CBCD5D37-9C64-D1EE-A07C-CB36BC9BDB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0181" y="2520350"/>
              <a:ext cx="0" cy="1735200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직선 화살표 연결선 384">
              <a:extLst>
                <a:ext uri="{FF2B5EF4-FFF2-40B4-BE49-F238E27FC236}">
                  <a16:creationId xmlns:a16="http://schemas.microsoft.com/office/drawing/2014/main" id="{33475E09-AF89-4D28-3616-918023A31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19872350"/>
              <a:ext cx="1224000" cy="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직선 화살표 연결선 384">
              <a:extLst>
                <a:ext uri="{FF2B5EF4-FFF2-40B4-BE49-F238E27FC236}">
                  <a16:creationId xmlns:a16="http://schemas.microsoft.com/office/drawing/2014/main" id="{99AE4FA8-027D-CEFA-F7B8-2B32D823C817}"/>
                </a:ext>
              </a:extLst>
            </p:cNvPr>
            <p:cNvCxnSpPr>
              <a:cxnSpLocks/>
            </p:cNvCxnSpPr>
            <p:nvPr/>
          </p:nvCxnSpPr>
          <p:spPr>
            <a:xfrm>
              <a:off x="4680181" y="2520350"/>
              <a:ext cx="4392000" cy="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직선 화살표 연결선 384">
              <a:extLst>
                <a:ext uri="{FF2B5EF4-FFF2-40B4-BE49-F238E27FC236}">
                  <a16:creationId xmlns:a16="http://schemas.microsoft.com/office/drawing/2014/main" id="{2A57FB10-A4CF-16BA-1681-B47FA52D0F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181" y="1584350"/>
              <a:ext cx="0" cy="93600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직선 화살표 연결선 384">
              <a:extLst>
                <a:ext uri="{FF2B5EF4-FFF2-40B4-BE49-F238E27FC236}">
                  <a16:creationId xmlns:a16="http://schemas.microsoft.com/office/drawing/2014/main" id="{2C71C921-9819-F6DA-FE4E-96C86BC7E6AA}"/>
                </a:ext>
              </a:extLst>
            </p:cNvPr>
            <p:cNvCxnSpPr>
              <a:cxnSpLocks/>
            </p:cNvCxnSpPr>
            <p:nvPr/>
          </p:nvCxnSpPr>
          <p:spPr>
            <a:xfrm>
              <a:off x="9072181" y="1584350"/>
              <a:ext cx="288000" cy="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384">
              <a:extLst>
                <a:ext uri="{FF2B5EF4-FFF2-40B4-BE49-F238E27FC236}">
                  <a16:creationId xmlns:a16="http://schemas.microsoft.com/office/drawing/2014/main" id="{3622A1E8-C98E-271D-CD86-DF076BAC278D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181" y="1944350"/>
              <a:ext cx="0" cy="1439999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직사각형 260">
              <a:extLst>
                <a:ext uri="{FF2B5EF4-FFF2-40B4-BE49-F238E27FC236}">
                  <a16:creationId xmlns:a16="http://schemas.microsoft.com/office/drawing/2014/main" id="{362314A1-6C68-A991-CD8C-235D73D9C8CA}"/>
                </a:ext>
              </a:extLst>
            </p:cNvPr>
            <p:cNvSpPr/>
            <p:nvPr/>
          </p:nvSpPr>
          <p:spPr>
            <a:xfrm>
              <a:off x="39168181" y="21094479"/>
              <a:ext cx="2736000" cy="38178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ISystem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8" name="직사각형 260">
              <a:extLst>
                <a:ext uri="{FF2B5EF4-FFF2-40B4-BE49-F238E27FC236}">
                  <a16:creationId xmlns:a16="http://schemas.microsoft.com/office/drawing/2014/main" id="{4C33D29E-5516-1298-DA6E-B3006B7B12D3}"/>
                </a:ext>
              </a:extLst>
            </p:cNvPr>
            <p:cNvSpPr/>
            <p:nvPr/>
          </p:nvSpPr>
          <p:spPr>
            <a:xfrm>
              <a:off x="39457565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직사각형 260">
              <a:extLst>
                <a:ext uri="{FF2B5EF4-FFF2-40B4-BE49-F238E27FC236}">
                  <a16:creationId xmlns:a16="http://schemas.microsoft.com/office/drawing/2014/main" id="{EB7355DC-EA0F-AD29-BCA5-79B1B008381F}"/>
                </a:ext>
              </a:extLst>
            </p:cNvPr>
            <p:cNvSpPr/>
            <p:nvPr/>
          </p:nvSpPr>
          <p:spPr>
            <a:xfrm>
              <a:off x="39457565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직사각형 260">
              <a:extLst>
                <a:ext uri="{FF2B5EF4-FFF2-40B4-BE49-F238E27FC236}">
                  <a16:creationId xmlns:a16="http://schemas.microsoft.com/office/drawing/2014/main" id="{7BE21DE6-8441-F6E4-E137-C2655C6FAA70}"/>
                </a:ext>
              </a:extLst>
            </p:cNvPr>
            <p:cNvSpPr/>
            <p:nvPr/>
          </p:nvSpPr>
          <p:spPr>
            <a:xfrm>
              <a:off x="39457565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직사각형 260">
              <a:extLst>
                <a:ext uri="{FF2B5EF4-FFF2-40B4-BE49-F238E27FC236}">
                  <a16:creationId xmlns:a16="http://schemas.microsoft.com/office/drawing/2014/main" id="{56F3E902-4DCD-8782-62DA-F0CB68C76CA5}"/>
                </a:ext>
              </a:extLst>
            </p:cNvPr>
            <p:cNvSpPr/>
            <p:nvPr/>
          </p:nvSpPr>
          <p:spPr>
            <a:xfrm>
              <a:off x="39457565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직사각형 260">
              <a:extLst>
                <a:ext uri="{FF2B5EF4-FFF2-40B4-BE49-F238E27FC236}">
                  <a16:creationId xmlns:a16="http://schemas.microsoft.com/office/drawing/2014/main" id="{E96EDE9C-7A20-6410-FD2D-62C4C217A979}"/>
                </a:ext>
              </a:extLst>
            </p:cNvPr>
            <p:cNvSpPr/>
            <p:nvPr/>
          </p:nvSpPr>
          <p:spPr>
            <a:xfrm>
              <a:off x="39457565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직사각형 260">
              <a:extLst>
                <a:ext uri="{FF2B5EF4-FFF2-40B4-BE49-F238E27FC236}">
                  <a16:creationId xmlns:a16="http://schemas.microsoft.com/office/drawing/2014/main" id="{94649D95-E4A5-CAB6-4D21-D8E7E81B95EE}"/>
                </a:ext>
              </a:extLst>
            </p:cNvPr>
            <p:cNvSpPr/>
            <p:nvPr/>
          </p:nvSpPr>
          <p:spPr>
            <a:xfrm>
              <a:off x="39457565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5" name="직사각형 260">
              <a:extLst>
                <a:ext uri="{FF2B5EF4-FFF2-40B4-BE49-F238E27FC236}">
                  <a16:creationId xmlns:a16="http://schemas.microsoft.com/office/drawing/2014/main" id="{D2D563C4-7144-B55A-F9D0-0C21EC35705A}"/>
                </a:ext>
              </a:extLst>
            </p:cNvPr>
            <p:cNvSpPr/>
            <p:nvPr/>
          </p:nvSpPr>
          <p:spPr>
            <a:xfrm>
              <a:off x="39457565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직사각형 110">
              <a:extLst>
                <a:ext uri="{FF2B5EF4-FFF2-40B4-BE49-F238E27FC236}">
                  <a16:creationId xmlns:a16="http://schemas.microsoft.com/office/drawing/2014/main" id="{95BCCA9C-586E-6C57-8B7B-63EB813F5F79}"/>
                </a:ext>
              </a:extLst>
            </p:cNvPr>
            <p:cNvSpPr/>
            <p:nvPr/>
          </p:nvSpPr>
          <p:spPr>
            <a:xfrm>
              <a:off x="39168181" y="19440350"/>
              <a:ext cx="2736000" cy="115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EntitySignatureChanged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0" name="직사각형 260">
              <a:extLst>
                <a:ext uri="{FF2B5EF4-FFF2-40B4-BE49-F238E27FC236}">
                  <a16:creationId xmlns:a16="http://schemas.microsoft.com/office/drawing/2014/main" id="{E24BC84E-4BAA-D035-6A80-081A5B2D6967}"/>
                </a:ext>
              </a:extLst>
            </p:cNvPr>
            <p:cNvSpPr/>
            <p:nvPr/>
          </p:nvSpPr>
          <p:spPr>
            <a:xfrm>
              <a:off x="39456181" y="1972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모든 시스템 순회 간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의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일치 검사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70" name="직선 화살표 연결선 384">
              <a:extLst>
                <a:ext uri="{FF2B5EF4-FFF2-40B4-BE49-F238E27FC236}">
                  <a16:creationId xmlns:a16="http://schemas.microsoft.com/office/drawing/2014/main" id="{335275EC-AF5C-F41F-7829-B3FE0F195A1B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직선 화살표 연결선 384">
              <a:extLst>
                <a:ext uri="{FF2B5EF4-FFF2-40B4-BE49-F238E27FC236}">
                  <a16:creationId xmlns:a16="http://schemas.microsoft.com/office/drawing/2014/main" id="{35E60DCE-27D0-3753-A5F8-2B349962E70F}"/>
                </a:ext>
              </a:extLst>
            </p:cNvPr>
            <p:cNvCxnSpPr>
              <a:cxnSpLocks/>
            </p:cNvCxnSpPr>
            <p:nvPr/>
          </p:nvCxnSpPr>
          <p:spPr>
            <a:xfrm>
              <a:off x="14040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직선 화살표 연결선 384">
              <a:extLst>
                <a:ext uri="{FF2B5EF4-FFF2-40B4-BE49-F238E27FC236}">
                  <a16:creationId xmlns:a16="http://schemas.microsoft.com/office/drawing/2014/main" id="{C24C194E-2BE9-6CFD-1F52-6B448068F8FA}"/>
                </a:ext>
              </a:extLst>
            </p:cNvPr>
            <p:cNvCxnSpPr>
              <a:cxnSpLocks/>
            </p:cNvCxnSpPr>
            <p:nvPr/>
          </p:nvCxnSpPr>
          <p:spPr>
            <a:xfrm>
              <a:off x="17352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직선 화살표 연결선 384">
              <a:extLst>
                <a:ext uri="{FF2B5EF4-FFF2-40B4-BE49-F238E27FC236}">
                  <a16:creationId xmlns:a16="http://schemas.microsoft.com/office/drawing/2014/main" id="{F0B11C96-5099-C063-BA08-6F98E0628C6F}"/>
                </a:ext>
              </a:extLst>
            </p:cNvPr>
            <p:cNvCxnSpPr>
              <a:cxnSpLocks/>
            </p:cNvCxnSpPr>
            <p:nvPr/>
          </p:nvCxnSpPr>
          <p:spPr>
            <a:xfrm>
              <a:off x="20664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직선 화살표 연결선 384">
              <a:extLst>
                <a:ext uri="{FF2B5EF4-FFF2-40B4-BE49-F238E27FC236}">
                  <a16:creationId xmlns:a16="http://schemas.microsoft.com/office/drawing/2014/main" id="{0B6B13D9-F135-66F1-A441-4D759D19A8F5}"/>
                </a:ext>
              </a:extLst>
            </p:cNvPr>
            <p:cNvCxnSpPr>
              <a:cxnSpLocks/>
            </p:cNvCxnSpPr>
            <p:nvPr/>
          </p:nvCxnSpPr>
          <p:spPr>
            <a:xfrm>
              <a:off x="23976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직선 화살표 연결선 384">
              <a:extLst>
                <a:ext uri="{FF2B5EF4-FFF2-40B4-BE49-F238E27FC236}">
                  <a16:creationId xmlns:a16="http://schemas.microsoft.com/office/drawing/2014/main" id="{3EE0FBB5-BCFE-59A3-4346-5B9597D179ED}"/>
                </a:ext>
              </a:extLst>
            </p:cNvPr>
            <p:cNvCxnSpPr>
              <a:cxnSpLocks/>
            </p:cNvCxnSpPr>
            <p:nvPr/>
          </p:nvCxnSpPr>
          <p:spPr>
            <a:xfrm>
              <a:off x="27288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직선 화살표 연결선 384">
              <a:extLst>
                <a:ext uri="{FF2B5EF4-FFF2-40B4-BE49-F238E27FC236}">
                  <a16:creationId xmlns:a16="http://schemas.microsoft.com/office/drawing/2014/main" id="{1BC750EB-1D32-06C6-2AF6-6B7F58ED3927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직선 화살표 연결선 384">
              <a:extLst>
                <a:ext uri="{FF2B5EF4-FFF2-40B4-BE49-F238E27FC236}">
                  <a16:creationId xmlns:a16="http://schemas.microsoft.com/office/drawing/2014/main" id="{CA9895B7-86E1-D478-FE62-4773250562A7}"/>
                </a:ext>
              </a:extLst>
            </p:cNvPr>
            <p:cNvCxnSpPr>
              <a:cxnSpLocks/>
            </p:cNvCxnSpPr>
            <p:nvPr/>
          </p:nvCxnSpPr>
          <p:spPr>
            <a:xfrm>
              <a:off x="33912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직선 화살표 연결선 384">
              <a:extLst>
                <a:ext uri="{FF2B5EF4-FFF2-40B4-BE49-F238E27FC236}">
                  <a16:creationId xmlns:a16="http://schemas.microsoft.com/office/drawing/2014/main" id="{2C436EB5-EA14-5A3C-1315-FA3199148E09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직선 화살표 연결선 384">
              <a:extLst>
                <a:ext uri="{FF2B5EF4-FFF2-40B4-BE49-F238E27FC236}">
                  <a16:creationId xmlns:a16="http://schemas.microsoft.com/office/drawing/2014/main" id="{7A475C96-C06F-7CE1-6993-1A74085BDAD2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384">
              <a:extLst>
                <a:ext uri="{FF2B5EF4-FFF2-40B4-BE49-F238E27FC236}">
                  <a16:creationId xmlns:a16="http://schemas.microsoft.com/office/drawing/2014/main" id="{03D8AE28-7E0B-F53B-433B-CA629A0D9D08}"/>
                </a:ext>
              </a:extLst>
            </p:cNvPr>
            <p:cNvCxnSpPr>
              <a:cxnSpLocks/>
              <a:stCxn id="98" idx="2"/>
            </p:cNvCxnSpPr>
            <p:nvPr/>
          </p:nvCxnSpPr>
          <p:spPr>
            <a:xfrm>
              <a:off x="40536181" y="20448350"/>
              <a:ext cx="0" cy="64613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384">
              <a:extLst>
                <a:ext uri="{FF2B5EF4-FFF2-40B4-BE49-F238E27FC236}">
                  <a16:creationId xmlns:a16="http://schemas.microsoft.com/office/drawing/2014/main" id="{0A4BE36D-F169-12D0-558C-51B37C662286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24912348"/>
              <a:ext cx="0" cy="288002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384">
              <a:extLst>
                <a:ext uri="{FF2B5EF4-FFF2-40B4-BE49-F238E27FC236}">
                  <a16:creationId xmlns:a16="http://schemas.microsoft.com/office/drawing/2014/main" id="{CFC27DA5-C045-F7D1-2FC3-2ECAE0B7A975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25200350"/>
              <a:ext cx="33120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화살표 연결선 384">
              <a:extLst>
                <a:ext uri="{FF2B5EF4-FFF2-40B4-BE49-F238E27FC236}">
                  <a16:creationId xmlns:a16="http://schemas.microsoft.com/office/drawing/2014/main" id="{D11C43AC-A70E-FFB2-3B31-41499FABC2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36181" y="24912349"/>
              <a:ext cx="0" cy="288001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직사각형 260">
              <a:extLst>
                <a:ext uri="{FF2B5EF4-FFF2-40B4-BE49-F238E27FC236}">
                  <a16:creationId xmlns:a16="http://schemas.microsoft.com/office/drawing/2014/main" id="{482EDF2F-9CF8-B4CF-AB7C-DC22A45F613B}"/>
                </a:ext>
              </a:extLst>
            </p:cNvPr>
            <p:cNvSpPr/>
            <p:nvPr/>
          </p:nvSpPr>
          <p:spPr>
            <a:xfrm>
              <a:off x="39456181" y="2016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일치 시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배열 업데이트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9" name="직선 화살표 연결선 384">
              <a:extLst>
                <a:ext uri="{FF2B5EF4-FFF2-40B4-BE49-F238E27FC236}">
                  <a16:creationId xmlns:a16="http://schemas.microsoft.com/office/drawing/2014/main" id="{2B0F6FF7-944E-9877-F124-9148B3B65684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>
              <a:off x="40536181" y="2001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직사각형 110">
              <a:extLst>
                <a:ext uri="{FF2B5EF4-FFF2-40B4-BE49-F238E27FC236}">
                  <a16:creationId xmlns:a16="http://schemas.microsoft.com/office/drawing/2014/main" id="{CCB7CA0C-EC3C-A255-AB84-C65B5520D219}"/>
                </a:ext>
              </a:extLst>
            </p:cNvPr>
            <p:cNvSpPr/>
            <p:nvPr/>
          </p:nvSpPr>
          <p:spPr>
            <a:xfrm>
              <a:off x="42480180" y="18864349"/>
              <a:ext cx="3383997" cy="6911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ISystem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lvl="0" algn="ctr" defTabSz="457166">
                <a:defRPr/>
              </a:pP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별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배열 관리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lvl="0" algn="ctr" defTabSz="457166">
                <a:defRPr/>
              </a:pP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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mEntity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배열은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Signature</a:t>
              </a:r>
              <a:r>
                <a:rPr lang="ko-KR" altLang="en-US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과 동일한 모든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Entity</a:t>
              </a:r>
              <a:r>
                <a:rPr lang="ko-KR" altLang="en-US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를 보장함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lvl="0" algn="ctr" defTabSz="457166">
                <a:defRPr/>
              </a:pP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매우 효율적으로 모든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Component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제어 가능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4" name="직사각형 260">
              <a:extLst>
                <a:ext uri="{FF2B5EF4-FFF2-40B4-BE49-F238E27FC236}">
                  <a16:creationId xmlns:a16="http://schemas.microsoft.com/office/drawing/2014/main" id="{90C7FEDE-10C4-042C-0742-8A75EC7F618F}"/>
                </a:ext>
              </a:extLst>
            </p:cNvPr>
            <p:cNvSpPr/>
            <p:nvPr/>
          </p:nvSpPr>
          <p:spPr>
            <a:xfrm>
              <a:off x="42768181" y="21094479"/>
              <a:ext cx="2736000" cy="38178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각 </a:t>
              </a: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과 동일한 </a:t>
              </a: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배열을 관리함</a:t>
              </a:r>
              <a:endParaRPr lang="en-US" altLang="ko-KR" sz="1200" kern="0" dirty="0">
                <a:solidFill>
                  <a:prstClr val="black"/>
                </a:solidFill>
                <a:ea typeface="맑은 고딕" panose="020B0503020000020004" pitchFamily="50" charset="-127"/>
              </a:endParaRPr>
            </a:p>
          </p:txBody>
        </p:sp>
        <p:sp>
          <p:nvSpPr>
            <p:cNvPr id="115" name="직사각형 260">
              <a:extLst>
                <a:ext uri="{FF2B5EF4-FFF2-40B4-BE49-F238E27FC236}">
                  <a16:creationId xmlns:a16="http://schemas.microsoft.com/office/drawing/2014/main" id="{7A22B4E7-431C-E296-EDF6-EB8F4EC40EA1}"/>
                </a:ext>
              </a:extLst>
            </p:cNvPr>
            <p:cNvSpPr/>
            <p:nvPr/>
          </p:nvSpPr>
          <p:spPr>
            <a:xfrm>
              <a:off x="43056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2" name="직사각형 260">
              <a:extLst>
                <a:ext uri="{FF2B5EF4-FFF2-40B4-BE49-F238E27FC236}">
                  <a16:creationId xmlns:a16="http://schemas.microsoft.com/office/drawing/2014/main" id="{CBD5D7E6-5D31-56F2-CD0A-AF8AA95717D3}"/>
                </a:ext>
              </a:extLst>
            </p:cNvPr>
            <p:cNvSpPr/>
            <p:nvPr/>
          </p:nvSpPr>
          <p:spPr>
            <a:xfrm>
              <a:off x="43056181" y="2232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3" name="직사각형 260">
              <a:extLst>
                <a:ext uri="{FF2B5EF4-FFF2-40B4-BE49-F238E27FC236}">
                  <a16:creationId xmlns:a16="http://schemas.microsoft.com/office/drawing/2014/main" id="{536D8815-A16C-FFD9-C9D7-2FB0AA1E9640}"/>
                </a:ext>
              </a:extLst>
            </p:cNvPr>
            <p:cNvSpPr/>
            <p:nvPr/>
          </p:nvSpPr>
          <p:spPr>
            <a:xfrm>
              <a:off x="43056181" y="22752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4" name="직사각형 260">
              <a:extLst>
                <a:ext uri="{FF2B5EF4-FFF2-40B4-BE49-F238E27FC236}">
                  <a16:creationId xmlns:a16="http://schemas.microsoft.com/office/drawing/2014/main" id="{40A502F8-7A0F-9AB0-325B-911235D0A457}"/>
                </a:ext>
              </a:extLst>
            </p:cNvPr>
            <p:cNvSpPr/>
            <p:nvPr/>
          </p:nvSpPr>
          <p:spPr>
            <a:xfrm>
              <a:off x="43056181" y="2318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5" name="직사각형 260">
              <a:extLst>
                <a:ext uri="{FF2B5EF4-FFF2-40B4-BE49-F238E27FC236}">
                  <a16:creationId xmlns:a16="http://schemas.microsoft.com/office/drawing/2014/main" id="{8368C89E-E3DA-CF35-C874-997D57D4F80E}"/>
                </a:ext>
              </a:extLst>
            </p:cNvPr>
            <p:cNvSpPr/>
            <p:nvPr/>
          </p:nvSpPr>
          <p:spPr>
            <a:xfrm>
              <a:off x="43056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6" name="직사각형 260">
              <a:extLst>
                <a:ext uri="{FF2B5EF4-FFF2-40B4-BE49-F238E27FC236}">
                  <a16:creationId xmlns:a16="http://schemas.microsoft.com/office/drawing/2014/main" id="{57204A6B-7023-124F-53C8-A8711A448BBC}"/>
                </a:ext>
              </a:extLst>
            </p:cNvPr>
            <p:cNvSpPr/>
            <p:nvPr/>
          </p:nvSpPr>
          <p:spPr>
            <a:xfrm>
              <a:off x="43056181" y="24048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7" name="직사각형 260">
              <a:extLst>
                <a:ext uri="{FF2B5EF4-FFF2-40B4-BE49-F238E27FC236}">
                  <a16:creationId xmlns:a16="http://schemas.microsoft.com/office/drawing/2014/main" id="{EA4FCEC2-87C5-35C4-8F3F-2237C540B7DB}"/>
                </a:ext>
              </a:extLst>
            </p:cNvPr>
            <p:cNvSpPr/>
            <p:nvPr/>
          </p:nvSpPr>
          <p:spPr>
            <a:xfrm>
              <a:off x="43056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526" name="직선 화살표 연결선 384">
              <a:extLst>
                <a:ext uri="{FF2B5EF4-FFF2-40B4-BE49-F238E27FC236}">
                  <a16:creationId xmlns:a16="http://schemas.microsoft.com/office/drawing/2014/main" id="{7AD9FC26-3BDA-8527-0EA2-E75989EFFF01}"/>
                </a:ext>
              </a:extLst>
            </p:cNvPr>
            <p:cNvCxnSpPr>
              <a:cxnSpLocks/>
            </p:cNvCxnSpPr>
            <p:nvPr/>
          </p:nvCxnSpPr>
          <p:spPr>
            <a:xfrm>
              <a:off x="41904181" y="22896349"/>
              <a:ext cx="864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직선 화살표 연결선 384">
              <a:extLst>
                <a:ext uri="{FF2B5EF4-FFF2-40B4-BE49-F238E27FC236}">
                  <a16:creationId xmlns:a16="http://schemas.microsoft.com/office/drawing/2014/main" id="{25084E84-B6D7-5856-325F-9DDF512597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4181" y="20304350"/>
              <a:ext cx="0" cy="50400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직선 화살표 연결선 384">
              <a:extLst>
                <a:ext uri="{FF2B5EF4-FFF2-40B4-BE49-F238E27FC236}">
                  <a16:creationId xmlns:a16="http://schemas.microsoft.com/office/drawing/2014/main" id="{141D9A3D-BC6A-42EC-4BC3-A1DAB809A008}"/>
                </a:ext>
              </a:extLst>
            </p:cNvPr>
            <p:cNvCxnSpPr>
              <a:cxnSpLocks/>
            </p:cNvCxnSpPr>
            <p:nvPr/>
          </p:nvCxnSpPr>
          <p:spPr>
            <a:xfrm>
              <a:off x="5544181" y="20808350"/>
              <a:ext cx="33336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직선 화살표 연결선 384">
              <a:extLst>
                <a:ext uri="{FF2B5EF4-FFF2-40B4-BE49-F238E27FC236}">
                  <a16:creationId xmlns:a16="http://schemas.microsoft.com/office/drawing/2014/main" id="{75E1EE41-368C-7F96-11BB-2B381622D9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80181" y="20160350"/>
              <a:ext cx="0" cy="64800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직선 화살표 연결선 384">
              <a:extLst>
                <a:ext uri="{FF2B5EF4-FFF2-40B4-BE49-F238E27FC236}">
                  <a16:creationId xmlns:a16="http://schemas.microsoft.com/office/drawing/2014/main" id="{EA7B5F46-3D05-A02E-D8D8-0178DFDC4972}"/>
                </a:ext>
              </a:extLst>
            </p:cNvPr>
            <p:cNvCxnSpPr>
              <a:cxnSpLocks/>
            </p:cNvCxnSpPr>
            <p:nvPr/>
          </p:nvCxnSpPr>
          <p:spPr>
            <a:xfrm>
              <a:off x="38880181" y="20160350"/>
              <a:ext cx="288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직선 화살표 연결선 384">
              <a:extLst>
                <a:ext uri="{FF2B5EF4-FFF2-40B4-BE49-F238E27FC236}">
                  <a16:creationId xmlns:a16="http://schemas.microsoft.com/office/drawing/2014/main" id="{BE56B6AC-08C7-3835-2D50-2269C8F4DFFD}"/>
                </a:ext>
              </a:extLst>
            </p:cNvPr>
            <p:cNvCxnSpPr>
              <a:cxnSpLocks/>
            </p:cNvCxnSpPr>
            <p:nvPr/>
          </p:nvCxnSpPr>
          <p:spPr>
            <a:xfrm>
              <a:off x="3456181" y="20304350"/>
              <a:ext cx="2088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직선 화살표 연결선 384">
              <a:extLst>
                <a:ext uri="{FF2B5EF4-FFF2-40B4-BE49-F238E27FC236}">
                  <a16:creationId xmlns:a16="http://schemas.microsoft.com/office/drawing/2014/main" id="{EBB82CA5-760F-8CEC-7635-BD067DB52F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18576350"/>
              <a:ext cx="1080000" cy="0"/>
            </a:xfrm>
            <a:prstGeom prst="straightConnector1">
              <a:avLst/>
            </a:prstGeom>
            <a:ln w="25400" cap="sq" cmpd="dbl">
              <a:solidFill>
                <a:srgbClr val="0000FF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직선 화살표 연결선 384">
              <a:extLst>
                <a:ext uri="{FF2B5EF4-FFF2-40B4-BE49-F238E27FC236}">
                  <a16:creationId xmlns:a16="http://schemas.microsoft.com/office/drawing/2014/main" id="{5F0C3393-C4DD-26A1-6617-A3A1F23606A1}"/>
                </a:ext>
              </a:extLst>
            </p:cNvPr>
            <p:cNvCxnSpPr>
              <a:cxnSpLocks/>
            </p:cNvCxnSpPr>
            <p:nvPr/>
          </p:nvCxnSpPr>
          <p:spPr>
            <a:xfrm>
              <a:off x="3744181" y="8496350"/>
              <a:ext cx="1224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2" name="직사각형 283">
              <a:extLst>
                <a:ext uri="{FF2B5EF4-FFF2-40B4-BE49-F238E27FC236}">
                  <a16:creationId xmlns:a16="http://schemas.microsoft.com/office/drawing/2014/main" id="{A75D047B-BFFC-AB41-098F-6704AE6EA766}"/>
                </a:ext>
              </a:extLst>
            </p:cNvPr>
            <p:cNvSpPr/>
            <p:nvPr/>
          </p:nvSpPr>
          <p:spPr>
            <a:xfrm>
              <a:off x="720181" y="21024350"/>
              <a:ext cx="3312000" cy="4608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ECSCoordinator</a:t>
              </a: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::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Run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653" name="직사각형 260">
              <a:extLst>
                <a:ext uri="{FF2B5EF4-FFF2-40B4-BE49-F238E27FC236}">
                  <a16:creationId xmlns:a16="http://schemas.microsoft.com/office/drawing/2014/main" id="{E0A75E4E-A9CA-C602-9C19-40F40F41DFCE}"/>
                </a:ext>
              </a:extLst>
            </p:cNvPr>
            <p:cNvSpPr/>
            <p:nvPr/>
          </p:nvSpPr>
          <p:spPr>
            <a:xfrm>
              <a:off x="1296181" y="213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BeginPlayAllSystems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57" name="직사각형 283">
              <a:extLst>
                <a:ext uri="{FF2B5EF4-FFF2-40B4-BE49-F238E27FC236}">
                  <a16:creationId xmlns:a16="http://schemas.microsoft.com/office/drawing/2014/main" id="{B210D8CC-37FD-00EA-43F1-43AA4052CC6F}"/>
                </a:ext>
              </a:extLst>
            </p:cNvPr>
            <p:cNvSpPr/>
            <p:nvPr/>
          </p:nvSpPr>
          <p:spPr>
            <a:xfrm>
              <a:off x="1008181" y="21744350"/>
              <a:ext cx="2736000" cy="331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while loop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8" name="직사각형 260">
              <a:extLst>
                <a:ext uri="{FF2B5EF4-FFF2-40B4-BE49-F238E27FC236}">
                  <a16:creationId xmlns:a16="http://schemas.microsoft.com/office/drawing/2014/main" id="{E93588F3-2966-8FF1-1E6B-62C437C7DAE3}"/>
                </a:ext>
              </a:extLst>
            </p:cNvPr>
            <p:cNvSpPr/>
            <p:nvPr/>
          </p:nvSpPr>
          <p:spPr>
            <a:xfrm>
              <a:off x="1296181" y="2246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SyncAllSystems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59" name="직사각형 260">
              <a:extLst>
                <a:ext uri="{FF2B5EF4-FFF2-40B4-BE49-F238E27FC236}">
                  <a16:creationId xmlns:a16="http://schemas.microsoft.com/office/drawing/2014/main" id="{758ADC80-7DC7-CE73-232C-3555C470AED8}"/>
                </a:ext>
              </a:extLst>
            </p:cNvPr>
            <p:cNvSpPr/>
            <p:nvPr/>
          </p:nvSpPr>
          <p:spPr>
            <a:xfrm>
              <a:off x="1296181" y="2289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PreUpdateAllSystems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1" name="직사각형 260">
              <a:extLst>
                <a:ext uri="{FF2B5EF4-FFF2-40B4-BE49-F238E27FC236}">
                  <a16:creationId xmlns:a16="http://schemas.microsoft.com/office/drawing/2014/main" id="{BFB5A427-0844-CE8F-5E89-F4D21469CE0F}"/>
                </a:ext>
              </a:extLst>
            </p:cNvPr>
            <p:cNvSpPr/>
            <p:nvPr/>
          </p:nvSpPr>
          <p:spPr>
            <a:xfrm>
              <a:off x="1296181" y="2332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2" name="직사각형 260">
              <a:extLst>
                <a:ext uri="{FF2B5EF4-FFF2-40B4-BE49-F238E27FC236}">
                  <a16:creationId xmlns:a16="http://schemas.microsoft.com/office/drawing/2014/main" id="{8EDDE2C4-F465-E958-CF0E-94C47E3C258B}"/>
                </a:ext>
              </a:extLst>
            </p:cNvPr>
            <p:cNvSpPr/>
            <p:nvPr/>
          </p:nvSpPr>
          <p:spPr>
            <a:xfrm>
              <a:off x="1296181" y="2376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5.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LateUpdateAllSystems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3" name="직사각형 260">
              <a:extLst>
                <a:ext uri="{FF2B5EF4-FFF2-40B4-BE49-F238E27FC236}">
                  <a16:creationId xmlns:a16="http://schemas.microsoft.com/office/drawing/2014/main" id="{55CA8918-92AB-EEB0-D1B3-DDE5B0C3EE8B}"/>
                </a:ext>
              </a:extLst>
            </p:cNvPr>
            <p:cNvSpPr/>
            <p:nvPr/>
          </p:nvSpPr>
          <p:spPr>
            <a:xfrm>
              <a:off x="1296181" y="2419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6.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FixedUpdateAllSystems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4" name="직사각형 260">
              <a:extLst>
                <a:ext uri="{FF2B5EF4-FFF2-40B4-BE49-F238E27FC236}">
                  <a16:creationId xmlns:a16="http://schemas.microsoft.com/office/drawing/2014/main" id="{257E01E5-E1A9-3A4F-F4A7-0708C6A76485}"/>
                </a:ext>
              </a:extLst>
            </p:cNvPr>
            <p:cNvSpPr/>
            <p:nvPr/>
          </p:nvSpPr>
          <p:spPr>
            <a:xfrm>
              <a:off x="1296181" y="2462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7.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FinalUpdateAllSystems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5" name="직사각형 260">
              <a:extLst>
                <a:ext uri="{FF2B5EF4-FFF2-40B4-BE49-F238E27FC236}">
                  <a16:creationId xmlns:a16="http://schemas.microsoft.com/office/drawing/2014/main" id="{2AC712DB-BFDA-96D9-5822-2EE45EA15FB7}"/>
                </a:ext>
              </a:extLst>
            </p:cNvPr>
            <p:cNvSpPr/>
            <p:nvPr/>
          </p:nvSpPr>
          <p:spPr>
            <a:xfrm>
              <a:off x="1296181" y="2203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WindowSystem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::Sync()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6" name="직사각형 260">
              <a:extLst>
                <a:ext uri="{FF2B5EF4-FFF2-40B4-BE49-F238E27FC236}">
                  <a16:creationId xmlns:a16="http://schemas.microsoft.com/office/drawing/2014/main" id="{DB2EDB84-4F8A-EFE1-F6A2-21E29FEEF9B1}"/>
                </a:ext>
              </a:extLst>
            </p:cNvPr>
            <p:cNvSpPr/>
            <p:nvPr/>
          </p:nvSpPr>
          <p:spPr>
            <a:xfrm>
              <a:off x="1296181" y="2520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EndPlayAllSystems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667" name="직선 화살표 연결선 384">
              <a:extLst>
                <a:ext uri="{FF2B5EF4-FFF2-40B4-BE49-F238E27FC236}">
                  <a16:creationId xmlns:a16="http://schemas.microsoft.com/office/drawing/2014/main" id="{4B7D031F-9CB8-66C6-3E33-6C746B347DD9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160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직선 화살표 연결선 384">
              <a:extLst>
                <a:ext uri="{FF2B5EF4-FFF2-40B4-BE49-F238E27FC236}">
                  <a16:creationId xmlns:a16="http://schemas.microsoft.com/office/drawing/2014/main" id="{CAD200C4-0AAF-53CF-10B3-AE8D53113D65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232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직선 화살표 연결선 384">
              <a:extLst>
                <a:ext uri="{FF2B5EF4-FFF2-40B4-BE49-F238E27FC236}">
                  <a16:creationId xmlns:a16="http://schemas.microsoft.com/office/drawing/2014/main" id="{0FDC7936-73BB-62AA-264F-83D3394054C9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2752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직선 화살표 연결선 384">
              <a:extLst>
                <a:ext uri="{FF2B5EF4-FFF2-40B4-BE49-F238E27FC236}">
                  <a16:creationId xmlns:a16="http://schemas.microsoft.com/office/drawing/2014/main" id="{4A16B86A-0EF5-DF14-9FCB-B31606AC4C9C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3184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직선 화살표 연결선 384">
              <a:extLst>
                <a:ext uri="{FF2B5EF4-FFF2-40B4-BE49-F238E27FC236}">
                  <a16:creationId xmlns:a16="http://schemas.microsoft.com/office/drawing/2014/main" id="{AD1B6731-8B05-6B89-2F19-268433C4BBCC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361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직선 화살표 연결선 384">
              <a:extLst>
                <a:ext uri="{FF2B5EF4-FFF2-40B4-BE49-F238E27FC236}">
                  <a16:creationId xmlns:a16="http://schemas.microsoft.com/office/drawing/2014/main" id="{A46A3152-BBBC-85A7-4762-AE226610D60A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4048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직선 화살표 연결선 384">
              <a:extLst>
                <a:ext uri="{FF2B5EF4-FFF2-40B4-BE49-F238E27FC236}">
                  <a16:creationId xmlns:a16="http://schemas.microsoft.com/office/drawing/2014/main" id="{DD670B99-4F16-AE5A-4D39-2643B7F8EFD8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448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화살표 연결선 384">
              <a:extLst>
                <a:ext uri="{FF2B5EF4-FFF2-40B4-BE49-F238E27FC236}">
                  <a16:creationId xmlns:a16="http://schemas.microsoft.com/office/drawing/2014/main" id="{3E9AC3A3-10BE-9079-9E82-0096A98178E8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505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화살표 연결선 384">
              <a:extLst>
                <a:ext uri="{FF2B5EF4-FFF2-40B4-BE49-F238E27FC236}">
                  <a16:creationId xmlns:a16="http://schemas.microsoft.com/office/drawing/2014/main" id="{A60AD75D-2E07-3EEE-43C7-48A0F878E8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1456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직선 화살표 연결선 384">
              <a:extLst>
                <a:ext uri="{FF2B5EF4-FFF2-40B4-BE49-F238E27FC236}">
                  <a16:creationId xmlns:a16="http://schemas.microsoft.com/office/drawing/2014/main" id="{F5A1D776-DDBF-EFB9-83F7-3EC81639A8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4181" y="21456350"/>
              <a:ext cx="0" cy="3888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직선 화살표 연결선 384">
              <a:extLst>
                <a:ext uri="{FF2B5EF4-FFF2-40B4-BE49-F238E27FC236}">
                  <a16:creationId xmlns:a16="http://schemas.microsoft.com/office/drawing/2014/main" id="{EBD43C75-58D6-F0E6-C80E-68CD0FD3CD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2176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직선 화살표 연결선 384">
              <a:extLst>
                <a:ext uri="{FF2B5EF4-FFF2-40B4-BE49-F238E27FC236}">
                  <a16:creationId xmlns:a16="http://schemas.microsoft.com/office/drawing/2014/main" id="{FBB4F283-CE22-CF68-D1CD-952365DBB0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2608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직선 화살표 연결선 384">
              <a:extLst>
                <a:ext uri="{FF2B5EF4-FFF2-40B4-BE49-F238E27FC236}">
                  <a16:creationId xmlns:a16="http://schemas.microsoft.com/office/drawing/2014/main" id="{A99CA934-C046-99A6-28B4-4BCB9E990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3040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직선 화살표 연결선 384">
              <a:extLst>
                <a:ext uri="{FF2B5EF4-FFF2-40B4-BE49-F238E27FC236}">
                  <a16:creationId xmlns:a16="http://schemas.microsoft.com/office/drawing/2014/main" id="{FAED2BF3-E257-D177-D8BE-658EDF86CD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3472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화살표 연결선 384">
              <a:extLst>
                <a:ext uri="{FF2B5EF4-FFF2-40B4-BE49-F238E27FC236}">
                  <a16:creationId xmlns:a16="http://schemas.microsoft.com/office/drawing/2014/main" id="{41F8896B-7C8D-687A-8D3F-52DB64F702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3904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직선 화살표 연결선 384">
              <a:extLst>
                <a:ext uri="{FF2B5EF4-FFF2-40B4-BE49-F238E27FC236}">
                  <a16:creationId xmlns:a16="http://schemas.microsoft.com/office/drawing/2014/main" id="{8459CE22-CD32-C27E-12C5-3FB65C89BB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4336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384">
              <a:extLst>
                <a:ext uri="{FF2B5EF4-FFF2-40B4-BE49-F238E27FC236}">
                  <a16:creationId xmlns:a16="http://schemas.microsoft.com/office/drawing/2014/main" id="{EC1600B6-0C63-D94C-3870-9477936C8B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4768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화살표 연결선 384">
              <a:extLst>
                <a:ext uri="{FF2B5EF4-FFF2-40B4-BE49-F238E27FC236}">
                  <a16:creationId xmlns:a16="http://schemas.microsoft.com/office/drawing/2014/main" id="{5DF1F4C7-9459-9F4E-01EB-4815E5892B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5344350"/>
              <a:ext cx="337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화살표 연결선 384">
              <a:extLst>
                <a:ext uri="{FF2B5EF4-FFF2-40B4-BE49-F238E27FC236}">
                  <a16:creationId xmlns:a16="http://schemas.microsoft.com/office/drawing/2014/main" id="{FCF5A070-FEFB-CC6F-8588-03D7273245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8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직선 화살표 연결선 384">
              <a:extLst>
                <a:ext uri="{FF2B5EF4-FFF2-40B4-BE49-F238E27FC236}">
                  <a16:creationId xmlns:a16="http://schemas.microsoft.com/office/drawing/2014/main" id="{B9CC64B6-02FB-B5EC-3D7E-0813E2128D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40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화살표 연결선 384">
              <a:extLst>
                <a:ext uri="{FF2B5EF4-FFF2-40B4-BE49-F238E27FC236}">
                  <a16:creationId xmlns:a16="http://schemas.microsoft.com/office/drawing/2014/main" id="{919B16DF-63E5-B0DB-F87C-BB867185D9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52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화살표 연결선 384">
              <a:extLst>
                <a:ext uri="{FF2B5EF4-FFF2-40B4-BE49-F238E27FC236}">
                  <a16:creationId xmlns:a16="http://schemas.microsoft.com/office/drawing/2014/main" id="{EA9DD91C-64A5-66B9-5B50-AF7C1FD116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64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화살표 연결선 384">
              <a:extLst>
                <a:ext uri="{FF2B5EF4-FFF2-40B4-BE49-F238E27FC236}">
                  <a16:creationId xmlns:a16="http://schemas.microsoft.com/office/drawing/2014/main" id="{FBCB873D-87F6-C699-B7F1-013A3EA0CB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76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화살표 연결선 384">
              <a:extLst>
                <a:ext uri="{FF2B5EF4-FFF2-40B4-BE49-F238E27FC236}">
                  <a16:creationId xmlns:a16="http://schemas.microsoft.com/office/drawing/2014/main" id="{BA557029-F042-CC0E-0224-42ECF8CD54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88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화살표 연결선 384">
              <a:extLst>
                <a:ext uri="{FF2B5EF4-FFF2-40B4-BE49-F238E27FC236}">
                  <a16:creationId xmlns:a16="http://schemas.microsoft.com/office/drawing/2014/main" id="{F2C6096E-880B-47C5-6B5B-E6768ABE17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00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384">
              <a:extLst>
                <a:ext uri="{FF2B5EF4-FFF2-40B4-BE49-F238E27FC236}">
                  <a16:creationId xmlns:a16="http://schemas.microsoft.com/office/drawing/2014/main" id="{D39DCC61-5458-7FB4-13F4-E9B7A8AD12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12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384">
              <a:extLst>
                <a:ext uri="{FF2B5EF4-FFF2-40B4-BE49-F238E27FC236}">
                  <a16:creationId xmlns:a16="http://schemas.microsoft.com/office/drawing/2014/main" id="{BA742EC3-D23D-3C22-8D7C-DAF58A1F2D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24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직사각형 260">
              <a:extLst>
                <a:ext uri="{FF2B5EF4-FFF2-40B4-BE49-F238E27FC236}">
                  <a16:creationId xmlns:a16="http://schemas.microsoft.com/office/drawing/2014/main" id="{2D887C5F-C394-49AD-3E0C-B092FA5F960F}"/>
                </a:ext>
              </a:extLst>
            </p:cNvPr>
            <p:cNvSpPr/>
            <p:nvPr/>
          </p:nvSpPr>
          <p:spPr>
            <a:xfrm>
              <a:off x="15984181" y="12382480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&lt;Signature,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SharedComponentID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&lt;Archetype&gt;&gt;&gt;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mArchetypes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95" name="직사각형 260">
              <a:extLst>
                <a:ext uri="{FF2B5EF4-FFF2-40B4-BE49-F238E27FC236}">
                  <a16:creationId xmlns:a16="http://schemas.microsoft.com/office/drawing/2014/main" id="{D341E52E-2336-E03C-B678-6595ECAD98F2}"/>
                </a:ext>
              </a:extLst>
            </p:cNvPr>
            <p:cNvSpPr/>
            <p:nvPr/>
          </p:nvSpPr>
          <p:spPr>
            <a:xfrm>
              <a:off x="16272181" y="13318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[{4}][0]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6" name="직사각형 260">
              <a:extLst>
                <a:ext uri="{FF2B5EF4-FFF2-40B4-BE49-F238E27FC236}">
                  <a16:creationId xmlns:a16="http://schemas.microsoft.com/office/drawing/2014/main" id="{2A4DCAF9-6504-2B06-0C49-71B2953B245E}"/>
                </a:ext>
              </a:extLst>
            </p:cNvPr>
            <p:cNvSpPr/>
            <p:nvPr/>
          </p:nvSpPr>
          <p:spPr>
            <a:xfrm>
              <a:off x="16272181" y="13750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[{5}][0]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297" name="직사각형 260">
              <a:extLst>
                <a:ext uri="{FF2B5EF4-FFF2-40B4-BE49-F238E27FC236}">
                  <a16:creationId xmlns:a16="http://schemas.microsoft.com/office/drawing/2014/main" id="{3FAF109B-B7F1-0B30-80DC-52B3A9D99197}"/>
                </a:ext>
              </a:extLst>
            </p:cNvPr>
            <p:cNvSpPr/>
            <p:nvPr/>
          </p:nvSpPr>
          <p:spPr>
            <a:xfrm>
              <a:off x="16272181" y="14182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[{5,6}][0]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298" name="직사각형 260">
              <a:extLst>
                <a:ext uri="{FF2B5EF4-FFF2-40B4-BE49-F238E27FC236}">
                  <a16:creationId xmlns:a16="http://schemas.microsoft.com/office/drawing/2014/main" id="{75D77993-68F6-80F2-4D47-1CA79396A5FA}"/>
                </a:ext>
              </a:extLst>
            </p:cNvPr>
            <p:cNvSpPr/>
            <p:nvPr/>
          </p:nvSpPr>
          <p:spPr>
            <a:xfrm>
              <a:off x="16272181" y="15046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[{0}][0]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299" name="직사각형 260">
              <a:extLst>
                <a:ext uri="{FF2B5EF4-FFF2-40B4-BE49-F238E27FC236}">
                  <a16:creationId xmlns:a16="http://schemas.microsoft.com/office/drawing/2014/main" id="{1A14B284-D66C-4EDE-4771-89DCB401D0DF}"/>
                </a:ext>
              </a:extLst>
            </p:cNvPr>
            <p:cNvSpPr/>
            <p:nvPr/>
          </p:nvSpPr>
          <p:spPr>
            <a:xfrm>
              <a:off x="16272181" y="159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[{0,1,5}][0]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300" name="직사각형 260">
              <a:extLst>
                <a:ext uri="{FF2B5EF4-FFF2-40B4-BE49-F238E27FC236}">
                  <a16:creationId xmlns:a16="http://schemas.microsoft.com/office/drawing/2014/main" id="{E578B014-4BA5-6F4A-769E-305ED41C0A6A}"/>
                </a:ext>
              </a:extLst>
            </p:cNvPr>
            <p:cNvSpPr/>
            <p:nvPr/>
          </p:nvSpPr>
          <p:spPr>
            <a:xfrm>
              <a:off x="16272181" y="15478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[{0,1}][0]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301" name="직사각형 260">
              <a:extLst>
                <a:ext uri="{FF2B5EF4-FFF2-40B4-BE49-F238E27FC236}">
                  <a16:creationId xmlns:a16="http://schemas.microsoft.com/office/drawing/2014/main" id="{74C0B66D-762D-080E-35F2-E7071200B173}"/>
                </a:ext>
              </a:extLst>
            </p:cNvPr>
            <p:cNvSpPr/>
            <p:nvPr/>
          </p:nvSpPr>
          <p:spPr>
            <a:xfrm>
              <a:off x="16272181" y="14614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[{5,6,7}][0]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cxnSp>
          <p:nvCxnSpPr>
            <p:cNvPr id="302" name="직선 화살표 연결선 384">
              <a:extLst>
                <a:ext uri="{FF2B5EF4-FFF2-40B4-BE49-F238E27FC236}">
                  <a16:creationId xmlns:a16="http://schemas.microsoft.com/office/drawing/2014/main" id="{05FFA84C-9FE3-40C8-3B6D-6DBB5CEDA64B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181" y="10800350"/>
              <a:ext cx="0" cy="158213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6" name="직사각형 260">
              <a:extLst>
                <a:ext uri="{FF2B5EF4-FFF2-40B4-BE49-F238E27FC236}">
                  <a16:creationId xmlns:a16="http://schemas.microsoft.com/office/drawing/2014/main" id="{3095742C-6255-4744-FA5B-C708242DA613}"/>
                </a:ext>
              </a:extLst>
            </p:cNvPr>
            <p:cNvSpPr/>
            <p:nvPr/>
          </p:nvSpPr>
          <p:spPr>
            <a:xfrm>
              <a:off x="12960181" y="1634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[7] = 0</a:t>
              </a:r>
            </a:p>
          </p:txBody>
        </p:sp>
        <p:sp>
          <p:nvSpPr>
            <p:cNvPr id="747" name="직사각형 260">
              <a:extLst>
                <a:ext uri="{FF2B5EF4-FFF2-40B4-BE49-F238E27FC236}">
                  <a16:creationId xmlns:a16="http://schemas.microsoft.com/office/drawing/2014/main" id="{84B5CE1D-1D41-B6AD-FE58-16BD309D1BBD}"/>
                </a:ext>
              </a:extLst>
            </p:cNvPr>
            <p:cNvSpPr/>
            <p:nvPr/>
          </p:nvSpPr>
          <p:spPr>
            <a:xfrm>
              <a:off x="12960181" y="1720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[9] = 1</a:t>
              </a:r>
            </a:p>
          </p:txBody>
        </p:sp>
        <p:sp>
          <p:nvSpPr>
            <p:cNvPr id="748" name="직사각형 260">
              <a:extLst>
                <a:ext uri="{FF2B5EF4-FFF2-40B4-BE49-F238E27FC236}">
                  <a16:creationId xmlns:a16="http://schemas.microsoft.com/office/drawing/2014/main" id="{1E51F969-AFF8-2FC6-855D-39E9F3EBC641}"/>
                </a:ext>
              </a:extLst>
            </p:cNvPr>
            <p:cNvSpPr/>
            <p:nvPr/>
          </p:nvSpPr>
          <p:spPr>
            <a:xfrm>
              <a:off x="12960181" y="1807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749" name="직사각형 260">
              <a:extLst>
                <a:ext uri="{FF2B5EF4-FFF2-40B4-BE49-F238E27FC236}">
                  <a16:creationId xmlns:a16="http://schemas.microsoft.com/office/drawing/2014/main" id="{DECAA6C8-2C35-3B66-DAEA-205870F43971}"/>
                </a:ext>
              </a:extLst>
            </p:cNvPr>
            <p:cNvSpPr/>
            <p:nvPr/>
          </p:nvSpPr>
          <p:spPr>
            <a:xfrm>
              <a:off x="12960181" y="1764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750" name="직사각형 260">
              <a:extLst>
                <a:ext uri="{FF2B5EF4-FFF2-40B4-BE49-F238E27FC236}">
                  <a16:creationId xmlns:a16="http://schemas.microsoft.com/office/drawing/2014/main" id="{099A7ECA-9F1C-2B13-BBD5-E3D6F8D90474}"/>
                </a:ext>
              </a:extLst>
            </p:cNvPr>
            <p:cNvSpPr/>
            <p:nvPr/>
          </p:nvSpPr>
          <p:spPr>
            <a:xfrm>
              <a:off x="12960181" y="1677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[8] = 0</a:t>
              </a:r>
            </a:p>
          </p:txBody>
        </p:sp>
        <p:sp>
          <p:nvSpPr>
            <p:cNvPr id="751" name="직사각형 260">
              <a:extLst>
                <a:ext uri="{FF2B5EF4-FFF2-40B4-BE49-F238E27FC236}">
                  <a16:creationId xmlns:a16="http://schemas.microsoft.com/office/drawing/2014/main" id="{1D6AEB2B-CEAB-DA9A-F23A-6A563C78C79E}"/>
                </a:ext>
              </a:extLst>
            </p:cNvPr>
            <p:cNvSpPr/>
            <p:nvPr/>
          </p:nvSpPr>
          <p:spPr>
            <a:xfrm>
              <a:off x="16272181" y="1634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36000" rIns="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[{5,6,10}][0]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752" name="직사각형 260">
              <a:extLst>
                <a:ext uri="{FF2B5EF4-FFF2-40B4-BE49-F238E27FC236}">
                  <a16:creationId xmlns:a16="http://schemas.microsoft.com/office/drawing/2014/main" id="{A6B340EA-0CA9-994E-F1A4-73A6F985723A}"/>
                </a:ext>
              </a:extLst>
            </p:cNvPr>
            <p:cNvSpPr/>
            <p:nvPr/>
          </p:nvSpPr>
          <p:spPr>
            <a:xfrm>
              <a:off x="16272181" y="1720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753" name="직사각형 260">
              <a:extLst>
                <a:ext uri="{FF2B5EF4-FFF2-40B4-BE49-F238E27FC236}">
                  <a16:creationId xmlns:a16="http://schemas.microsoft.com/office/drawing/2014/main" id="{75435E2D-5CA3-C178-11B3-B640457DE525}"/>
                </a:ext>
              </a:extLst>
            </p:cNvPr>
            <p:cNvSpPr/>
            <p:nvPr/>
          </p:nvSpPr>
          <p:spPr>
            <a:xfrm>
              <a:off x="16272181" y="1807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54" name="직사각형 260">
              <a:extLst>
                <a:ext uri="{FF2B5EF4-FFF2-40B4-BE49-F238E27FC236}">
                  <a16:creationId xmlns:a16="http://schemas.microsoft.com/office/drawing/2014/main" id="{88D9FC11-8B32-6325-BD0F-19EC5BBC28F8}"/>
                </a:ext>
              </a:extLst>
            </p:cNvPr>
            <p:cNvSpPr/>
            <p:nvPr/>
          </p:nvSpPr>
          <p:spPr>
            <a:xfrm>
              <a:off x="16272181" y="1764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[{1,2,3,4,5,6,8,9,11}][0]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755" name="직사각형 260">
              <a:extLst>
                <a:ext uri="{FF2B5EF4-FFF2-40B4-BE49-F238E27FC236}">
                  <a16:creationId xmlns:a16="http://schemas.microsoft.com/office/drawing/2014/main" id="{710C1869-B7D0-7AE6-07FE-82254B2544DA}"/>
                </a:ext>
              </a:extLst>
            </p:cNvPr>
            <p:cNvSpPr/>
            <p:nvPr/>
          </p:nvSpPr>
          <p:spPr>
            <a:xfrm>
              <a:off x="16272181" y="1677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[{1}][0]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756" name="직사각형 260">
              <a:extLst>
                <a:ext uri="{FF2B5EF4-FFF2-40B4-BE49-F238E27FC236}">
                  <a16:creationId xmlns:a16="http://schemas.microsoft.com/office/drawing/2014/main" id="{EBB4739F-8A1C-F56F-17F0-2362C5731F5D}"/>
                </a:ext>
              </a:extLst>
            </p:cNvPr>
            <p:cNvSpPr/>
            <p:nvPr/>
          </p:nvSpPr>
          <p:spPr>
            <a:xfrm>
              <a:off x="13392181" y="11304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SharedComponent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ID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결정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동일한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이나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ID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따라 다른 배열로 관리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(e.g. Render Layer)</a:t>
              </a:r>
            </a:p>
          </p:txBody>
        </p:sp>
        <p:sp>
          <p:nvSpPr>
            <p:cNvPr id="757" name="직사각형 260">
              <a:extLst>
                <a:ext uri="{FF2B5EF4-FFF2-40B4-BE49-F238E27FC236}">
                  <a16:creationId xmlns:a16="http://schemas.microsoft.com/office/drawing/2014/main" id="{3A9D3224-E1A4-B8E7-CFE5-9E2AA1F922C6}"/>
                </a:ext>
              </a:extLst>
            </p:cNvPr>
            <p:cNvSpPr/>
            <p:nvPr/>
          </p:nvSpPr>
          <p:spPr>
            <a:xfrm>
              <a:off x="15840181" y="105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목적지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탐색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Signature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맞는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확보</a:t>
              </a:r>
              <a:endParaRPr lang="en-US" altLang="ko-KR" sz="8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61" name="직사각형 260">
              <a:extLst>
                <a:ext uri="{FF2B5EF4-FFF2-40B4-BE49-F238E27FC236}">
                  <a16:creationId xmlns:a16="http://schemas.microsoft.com/office/drawing/2014/main" id="{E8C7C20A-4FC6-E68B-7977-5F0C89B7439A}"/>
                </a:ext>
              </a:extLst>
            </p:cNvPr>
            <p:cNvSpPr/>
            <p:nvPr/>
          </p:nvSpPr>
          <p:spPr>
            <a:xfrm>
              <a:off x="16128181" y="10872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5.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목적지 이동 처리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변경 시 기존의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를 신규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경로 내 배열로 이동</a:t>
              </a:r>
              <a:endParaRPr lang="en-US" altLang="ko-KR" sz="8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62" name="직사각형 260">
              <a:extLst>
                <a:ext uri="{FF2B5EF4-FFF2-40B4-BE49-F238E27FC236}">
                  <a16:creationId xmlns:a16="http://schemas.microsoft.com/office/drawing/2014/main" id="{21CA071A-F44B-8554-04B0-EAAAAB36FC56}"/>
                </a:ext>
              </a:extLst>
            </p:cNvPr>
            <p:cNvSpPr/>
            <p:nvPr/>
          </p:nvSpPr>
          <p:spPr>
            <a:xfrm>
              <a:off x="16416181" y="1144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6. Component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데이터 추가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7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</a:t>
              </a:r>
              <a:r>
                <a:rPr lang="ko-KR" altLang="en-US" sz="7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의 </a:t>
              </a:r>
              <a:r>
                <a:rPr lang="en-US" altLang="ko-KR" sz="7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ComponentArray</a:t>
              </a:r>
              <a:r>
                <a:rPr lang="ko-KR" altLang="en-US" sz="7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데이터 추가</a:t>
              </a:r>
              <a:endParaRPr lang="en-US" altLang="ko-KR" sz="7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765" name="직선 화살표 연결선 384">
              <a:extLst>
                <a:ext uri="{FF2B5EF4-FFF2-40B4-BE49-F238E27FC236}">
                  <a16:creationId xmlns:a16="http://schemas.microsoft.com/office/drawing/2014/main" id="{7C849A7E-6160-3215-935F-DFBC1A5D26B9}"/>
                </a:ext>
              </a:extLst>
            </p:cNvPr>
            <p:cNvCxnSpPr>
              <a:cxnSpLocks/>
            </p:cNvCxnSpPr>
            <p:nvPr/>
          </p:nvCxnSpPr>
          <p:spPr>
            <a:xfrm>
              <a:off x="16272181" y="11304350"/>
              <a:ext cx="0" cy="792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직선 화살표 연결선 384">
              <a:extLst>
                <a:ext uri="{FF2B5EF4-FFF2-40B4-BE49-F238E27FC236}">
                  <a16:creationId xmlns:a16="http://schemas.microsoft.com/office/drawing/2014/main" id="{4E2AC867-59D8-B047-0566-5EBEE1883E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60181" y="12096350"/>
              <a:ext cx="331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직선 화살표 연결선 384">
              <a:extLst>
                <a:ext uri="{FF2B5EF4-FFF2-40B4-BE49-F238E27FC236}">
                  <a16:creationId xmlns:a16="http://schemas.microsoft.com/office/drawing/2014/main" id="{9834E74D-8EE8-AB2A-B606-A1946DCF832C}"/>
                </a:ext>
              </a:extLst>
            </p:cNvPr>
            <p:cNvCxnSpPr>
              <a:cxnSpLocks/>
            </p:cNvCxnSpPr>
            <p:nvPr/>
          </p:nvCxnSpPr>
          <p:spPr>
            <a:xfrm>
              <a:off x="17496181" y="11736350"/>
              <a:ext cx="0" cy="64613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6" name="직사각형 110">
              <a:extLst>
                <a:ext uri="{FF2B5EF4-FFF2-40B4-BE49-F238E27FC236}">
                  <a16:creationId xmlns:a16="http://schemas.microsoft.com/office/drawing/2014/main" id="{7CAA907C-BFB1-1B63-E15B-8BDB12CDED49}"/>
                </a:ext>
              </a:extLst>
            </p:cNvPr>
            <p:cNvSpPr/>
            <p:nvPr/>
          </p:nvSpPr>
          <p:spPr>
            <a:xfrm>
              <a:off x="19296181" y="9792350"/>
              <a:ext cx="15552000" cy="89279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lang="en-US" altLang="ko-KR" sz="120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ArchetypeManager</a:t>
              </a: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</a:t>
              </a:r>
              <a:r>
                <a:rPr lang="ko-KR" altLang="en-US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중 </a:t>
              </a: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Archetype </a:t>
              </a:r>
              <a:r>
                <a:rPr lang="ko-KR" altLang="en-US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관리 방식</a:t>
              </a:r>
              <a:endParaRPr lang="en-US" altLang="ko-KR" sz="1200" b="1" kern="0" dirty="0">
                <a:solidFill>
                  <a:prstClr val="black"/>
                </a:solidFill>
                <a:ea typeface="맑은 고딕" panose="020B0503020000020004" pitchFamily="50" charset="-127"/>
              </a:endParaRPr>
            </a:p>
            <a:p>
              <a:pPr lvl="0" algn="ctr" defTabSz="457166"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활용 데이터 관리 유닛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7" name="직사각형 110">
              <a:extLst>
                <a:ext uri="{FF2B5EF4-FFF2-40B4-BE49-F238E27FC236}">
                  <a16:creationId xmlns:a16="http://schemas.microsoft.com/office/drawing/2014/main" id="{437C39F8-B8E6-EA4D-3174-0EF0AB6493C8}"/>
                </a:ext>
              </a:extLst>
            </p:cNvPr>
            <p:cNvSpPr/>
            <p:nvPr/>
          </p:nvSpPr>
          <p:spPr>
            <a:xfrm>
              <a:off x="19584181" y="10368350"/>
              <a:ext cx="3528000" cy="820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</a:t>
              </a:r>
            </a:p>
          </p:txBody>
        </p:sp>
        <p:sp>
          <p:nvSpPr>
            <p:cNvPr id="858" name="직사각형 283">
              <a:extLst>
                <a:ext uri="{FF2B5EF4-FFF2-40B4-BE49-F238E27FC236}">
                  <a16:creationId xmlns:a16="http://schemas.microsoft.com/office/drawing/2014/main" id="{58DB5E47-7999-B2EA-B63A-2548AC837B3D}"/>
                </a:ext>
              </a:extLst>
            </p:cNvPr>
            <p:cNvSpPr/>
            <p:nvPr/>
          </p:nvSpPr>
          <p:spPr>
            <a:xfrm>
              <a:off x="19872181" y="12600350"/>
              <a:ext cx="2952000" cy="583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std::unordered_map&lt;ComponentType, std::unique_ptr&lt;IComponentArray&gt;&gt;</a:t>
              </a:r>
              <a:b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mComponentArrays</a:t>
              </a:r>
            </a:p>
            <a:p>
              <a:pPr algn="ctr" defTabSz="457122">
                <a:defRPr/>
              </a:pP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목적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: Signature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와 동일한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Array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algn="ctr" defTabSz="457122">
                <a:defRPr/>
              </a:pP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예시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Component Type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이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4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인 경우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59" name="직사각형 283">
              <a:extLst>
                <a:ext uri="{FF2B5EF4-FFF2-40B4-BE49-F238E27FC236}">
                  <a16:creationId xmlns:a16="http://schemas.microsoft.com/office/drawing/2014/main" id="{D73161DB-8474-A2F9-C92C-1E42D00FA4F1}"/>
                </a:ext>
              </a:extLst>
            </p:cNvPr>
            <p:cNvSpPr/>
            <p:nvPr/>
          </p:nvSpPr>
          <p:spPr>
            <a:xfrm>
              <a:off x="19872181" y="10656350"/>
              <a:ext cx="2952000" cy="180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Member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Variable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60" name="직사각형 260">
              <a:extLst>
                <a:ext uri="{FF2B5EF4-FFF2-40B4-BE49-F238E27FC236}">
                  <a16:creationId xmlns:a16="http://schemas.microsoft.com/office/drawing/2014/main" id="{D90F69FB-900F-10FE-045A-AD299B9FA973}"/>
                </a:ext>
              </a:extLst>
            </p:cNvPr>
            <p:cNvSpPr/>
            <p:nvPr/>
          </p:nvSpPr>
          <p:spPr>
            <a:xfrm>
              <a:off x="20160527" y="10944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ArchetypeManager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* const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mManager</a:t>
              </a:r>
              <a:b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Manager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관리되는 생성자 참조</a:t>
              </a:r>
              <a:endParaRPr lang="en-US" altLang="ko-KR" sz="6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61" name="직사각형 260">
              <a:extLst>
                <a:ext uri="{FF2B5EF4-FFF2-40B4-BE49-F238E27FC236}">
                  <a16:creationId xmlns:a16="http://schemas.microsoft.com/office/drawing/2014/main" id="{F6788C7A-3FE4-4A0D-16AB-4C010B2D72B3}"/>
                </a:ext>
              </a:extLst>
            </p:cNvPr>
            <p:cNvSpPr/>
            <p:nvPr/>
          </p:nvSpPr>
          <p:spPr>
            <a:xfrm>
              <a:off x="20160527" y="11376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Signature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해당하는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62" name="직사각형 260">
              <a:extLst>
                <a:ext uri="{FF2B5EF4-FFF2-40B4-BE49-F238E27FC236}">
                  <a16:creationId xmlns:a16="http://schemas.microsoft.com/office/drawing/2014/main" id="{8895B414-2122-56DB-B92B-6749D19D2762}"/>
                </a:ext>
              </a:extLst>
            </p:cNvPr>
            <p:cNvSpPr/>
            <p:nvPr/>
          </p:nvSpPr>
          <p:spPr>
            <a:xfrm>
              <a:off x="20160527" y="11808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ComponentHandle</a:t>
              </a: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mSharedComponentId</a:t>
              </a:r>
              <a:endParaRPr lang="en-US" altLang="ko-KR" sz="9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동일한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라도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ID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Array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관리를 위함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63" name="직사각형 260">
              <a:extLst>
                <a:ext uri="{FF2B5EF4-FFF2-40B4-BE49-F238E27FC236}">
                  <a16:creationId xmlns:a16="http://schemas.microsoft.com/office/drawing/2014/main" id="{9125C07A-4F38-D596-7808-A2F8E4401B92}"/>
                </a:ext>
              </a:extLst>
            </p:cNvPr>
            <p:cNvSpPr/>
            <p:nvPr/>
          </p:nvSpPr>
          <p:spPr>
            <a:xfrm>
              <a:off x="20268181" y="1483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[4]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864" name="직사각형 110">
              <a:extLst>
                <a:ext uri="{FF2B5EF4-FFF2-40B4-BE49-F238E27FC236}">
                  <a16:creationId xmlns:a16="http://schemas.microsoft.com/office/drawing/2014/main" id="{0174C41A-05CF-A3F5-59D2-C9C85BC795FB}"/>
                </a:ext>
              </a:extLst>
            </p:cNvPr>
            <p:cNvSpPr/>
            <p:nvPr/>
          </p:nvSpPr>
          <p:spPr>
            <a:xfrm>
              <a:off x="23400181" y="10368350"/>
              <a:ext cx="3528000" cy="820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Archetype</a:t>
              </a:r>
            </a:p>
          </p:txBody>
        </p:sp>
        <p:sp>
          <p:nvSpPr>
            <p:cNvPr id="866" name="직사각형 283">
              <a:extLst>
                <a:ext uri="{FF2B5EF4-FFF2-40B4-BE49-F238E27FC236}">
                  <a16:creationId xmlns:a16="http://schemas.microsoft.com/office/drawing/2014/main" id="{951D7408-E6BB-5384-0AC4-3F8C1BD5277B}"/>
                </a:ext>
              </a:extLst>
            </p:cNvPr>
            <p:cNvSpPr/>
            <p:nvPr/>
          </p:nvSpPr>
          <p:spPr>
            <a:xfrm>
              <a:off x="23688181" y="12600350"/>
              <a:ext cx="2952000" cy="583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std::unordered_map&lt;ComponentType, std::unique_ptr&lt;IComponentArray&gt;&gt;</a:t>
              </a:r>
              <a:b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mComponentArrays</a:t>
              </a:r>
            </a:p>
            <a:p>
              <a:pPr algn="ctr" defTabSz="457122">
                <a:defRPr/>
              </a:pP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목적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: Signature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와 동일한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Array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algn="ctr" defTabSz="457122">
                <a:defRPr/>
              </a:pP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예시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Component Type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이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5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인 경우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67" name="직사각형 283">
              <a:extLst>
                <a:ext uri="{FF2B5EF4-FFF2-40B4-BE49-F238E27FC236}">
                  <a16:creationId xmlns:a16="http://schemas.microsoft.com/office/drawing/2014/main" id="{7E63C646-B7F9-BA03-0DC7-436AFF902718}"/>
                </a:ext>
              </a:extLst>
            </p:cNvPr>
            <p:cNvSpPr/>
            <p:nvPr/>
          </p:nvSpPr>
          <p:spPr>
            <a:xfrm>
              <a:off x="23688181" y="10656350"/>
              <a:ext cx="2952000" cy="180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Member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Variable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69" name="직사각형 260">
              <a:extLst>
                <a:ext uri="{FF2B5EF4-FFF2-40B4-BE49-F238E27FC236}">
                  <a16:creationId xmlns:a16="http://schemas.microsoft.com/office/drawing/2014/main" id="{963F2055-7346-6EC0-806F-7C44C71E9019}"/>
                </a:ext>
              </a:extLst>
            </p:cNvPr>
            <p:cNvSpPr/>
            <p:nvPr/>
          </p:nvSpPr>
          <p:spPr>
            <a:xfrm>
              <a:off x="23976527" y="10944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ArchetypeManager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* const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mManager</a:t>
              </a:r>
              <a:b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Manager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관리되는 생성자 참조</a:t>
              </a:r>
              <a:endParaRPr lang="en-US" altLang="ko-KR" sz="6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60" name="직사각형 260">
              <a:extLst>
                <a:ext uri="{FF2B5EF4-FFF2-40B4-BE49-F238E27FC236}">
                  <a16:creationId xmlns:a16="http://schemas.microsoft.com/office/drawing/2014/main" id="{B1B5E01B-06B6-4042-1171-441A74A35390}"/>
                </a:ext>
              </a:extLst>
            </p:cNvPr>
            <p:cNvSpPr/>
            <p:nvPr/>
          </p:nvSpPr>
          <p:spPr>
            <a:xfrm>
              <a:off x="23976527" y="11376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Signature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해당하는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61" name="직사각형 260">
              <a:extLst>
                <a:ext uri="{FF2B5EF4-FFF2-40B4-BE49-F238E27FC236}">
                  <a16:creationId xmlns:a16="http://schemas.microsoft.com/office/drawing/2014/main" id="{84B82566-35F7-EB85-AAE1-D3B15BFC5905}"/>
                </a:ext>
              </a:extLst>
            </p:cNvPr>
            <p:cNvSpPr/>
            <p:nvPr/>
          </p:nvSpPr>
          <p:spPr>
            <a:xfrm>
              <a:off x="23976527" y="11808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ComponentHandle</a:t>
              </a: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mSharedComponentId</a:t>
              </a:r>
              <a:endParaRPr lang="en-US" altLang="ko-KR" sz="9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동일한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라도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ID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Array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관리를 위함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62" name="직사각형 260">
              <a:extLst>
                <a:ext uri="{FF2B5EF4-FFF2-40B4-BE49-F238E27FC236}">
                  <a16:creationId xmlns:a16="http://schemas.microsoft.com/office/drawing/2014/main" id="{74992DDB-27AC-0BB0-BFBE-A1495E731246}"/>
                </a:ext>
              </a:extLst>
            </p:cNvPr>
            <p:cNvSpPr/>
            <p:nvPr/>
          </p:nvSpPr>
          <p:spPr>
            <a:xfrm>
              <a:off x="24084181" y="1483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[5]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TransformComponent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cxnSp>
          <p:nvCxnSpPr>
            <p:cNvPr id="979" name="직선 화살표 연결선 384">
              <a:extLst>
                <a:ext uri="{FF2B5EF4-FFF2-40B4-BE49-F238E27FC236}">
                  <a16:creationId xmlns:a16="http://schemas.microsoft.com/office/drawing/2014/main" id="{0A38B7BD-04E7-4986-6917-04B548335102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181" y="13464350"/>
              <a:ext cx="1152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직선 화살표 연결선 384">
              <a:extLst>
                <a:ext uri="{FF2B5EF4-FFF2-40B4-BE49-F238E27FC236}">
                  <a16:creationId xmlns:a16="http://schemas.microsoft.com/office/drawing/2014/main" id="{C98C95B9-45BF-8DD1-7E6A-781382EF670C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181" y="13896350"/>
              <a:ext cx="4968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직선 화살표 연결선 384">
              <a:extLst>
                <a:ext uri="{FF2B5EF4-FFF2-40B4-BE49-F238E27FC236}">
                  <a16:creationId xmlns:a16="http://schemas.microsoft.com/office/drawing/2014/main" id="{53924C6C-66C1-5476-ABDB-F67124FD4665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181" y="17784350"/>
              <a:ext cx="12600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4" name="직사각형 110">
              <a:extLst>
                <a:ext uri="{FF2B5EF4-FFF2-40B4-BE49-F238E27FC236}">
                  <a16:creationId xmlns:a16="http://schemas.microsoft.com/office/drawing/2014/main" id="{1AC309C0-9579-8E7D-D292-2DD8920EF177}"/>
                </a:ext>
              </a:extLst>
            </p:cNvPr>
            <p:cNvSpPr/>
            <p:nvPr/>
          </p:nvSpPr>
          <p:spPr>
            <a:xfrm>
              <a:off x="31032181" y="10368350"/>
              <a:ext cx="3528000" cy="820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Archetype</a:t>
              </a:r>
            </a:p>
          </p:txBody>
        </p:sp>
        <p:sp>
          <p:nvSpPr>
            <p:cNvPr id="985" name="직사각형 283">
              <a:extLst>
                <a:ext uri="{FF2B5EF4-FFF2-40B4-BE49-F238E27FC236}">
                  <a16:creationId xmlns:a16="http://schemas.microsoft.com/office/drawing/2014/main" id="{D85CF448-5B89-A827-C5B0-60F4B057B7B3}"/>
                </a:ext>
              </a:extLst>
            </p:cNvPr>
            <p:cNvSpPr/>
            <p:nvPr/>
          </p:nvSpPr>
          <p:spPr>
            <a:xfrm>
              <a:off x="31320181" y="12600350"/>
              <a:ext cx="2952000" cy="583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std::unordered_map&lt;ComponentType, std::unique_ptr&lt;IComponentArray&gt;&gt;</a:t>
              </a:r>
              <a:b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mComponentArrays</a:t>
              </a:r>
            </a:p>
            <a:p>
              <a:pPr algn="ctr" defTabSz="457122">
                <a:defRPr/>
              </a:pP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목적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: Signature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와 동일한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Array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algn="ctr" defTabSz="457122">
                <a:defRPr/>
              </a:pP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예시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Component Type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이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1,2,3,4,5,7,8,9,11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인 경우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86" name="직사각형 283">
              <a:extLst>
                <a:ext uri="{FF2B5EF4-FFF2-40B4-BE49-F238E27FC236}">
                  <a16:creationId xmlns:a16="http://schemas.microsoft.com/office/drawing/2014/main" id="{F9BDE9E0-A31C-02A0-E265-9FCCF572960F}"/>
                </a:ext>
              </a:extLst>
            </p:cNvPr>
            <p:cNvSpPr/>
            <p:nvPr/>
          </p:nvSpPr>
          <p:spPr>
            <a:xfrm>
              <a:off x="31320181" y="10656350"/>
              <a:ext cx="2952000" cy="180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Member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Variable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7" name="직사각형 260">
              <a:extLst>
                <a:ext uri="{FF2B5EF4-FFF2-40B4-BE49-F238E27FC236}">
                  <a16:creationId xmlns:a16="http://schemas.microsoft.com/office/drawing/2014/main" id="{353D80FD-4C6F-A03E-EFAA-897ABE44BAD2}"/>
                </a:ext>
              </a:extLst>
            </p:cNvPr>
            <p:cNvSpPr/>
            <p:nvPr/>
          </p:nvSpPr>
          <p:spPr>
            <a:xfrm>
              <a:off x="31608527" y="10944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ArchetypeManager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* const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mManager</a:t>
              </a:r>
              <a:b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Manager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관리되는 생성자 참조</a:t>
              </a:r>
              <a:endParaRPr lang="en-US" altLang="ko-KR" sz="6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88" name="직사각형 260">
              <a:extLst>
                <a:ext uri="{FF2B5EF4-FFF2-40B4-BE49-F238E27FC236}">
                  <a16:creationId xmlns:a16="http://schemas.microsoft.com/office/drawing/2014/main" id="{8FC016AF-6E9E-A141-5986-43ADC21854D0}"/>
                </a:ext>
              </a:extLst>
            </p:cNvPr>
            <p:cNvSpPr/>
            <p:nvPr/>
          </p:nvSpPr>
          <p:spPr>
            <a:xfrm>
              <a:off x="31608527" y="11376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Signature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해당하는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89" name="직사각형 260">
              <a:extLst>
                <a:ext uri="{FF2B5EF4-FFF2-40B4-BE49-F238E27FC236}">
                  <a16:creationId xmlns:a16="http://schemas.microsoft.com/office/drawing/2014/main" id="{159A8284-729F-F356-32B0-A3503AAD78E8}"/>
                </a:ext>
              </a:extLst>
            </p:cNvPr>
            <p:cNvSpPr/>
            <p:nvPr/>
          </p:nvSpPr>
          <p:spPr>
            <a:xfrm>
              <a:off x="31608527" y="11808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ComponentHandle</a:t>
              </a: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mSharedComponentId</a:t>
              </a:r>
              <a:endParaRPr lang="en-US" altLang="ko-KR" sz="9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동일한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라도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ID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Array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관리를 위함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90" name="직사각형 260">
              <a:extLst>
                <a:ext uri="{FF2B5EF4-FFF2-40B4-BE49-F238E27FC236}">
                  <a16:creationId xmlns:a16="http://schemas.microsoft.com/office/drawing/2014/main" id="{3AE9848D-F344-B459-AE3C-218E46222A50}"/>
                </a:ext>
              </a:extLst>
            </p:cNvPr>
            <p:cNvSpPr/>
            <p:nvPr/>
          </p:nvSpPr>
          <p:spPr>
            <a:xfrm>
              <a:off x="31716181" y="1360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[1(DX12_MeshComponent)]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IComponentArray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1" name="직사각형 260">
              <a:extLst>
                <a:ext uri="{FF2B5EF4-FFF2-40B4-BE49-F238E27FC236}">
                  <a16:creationId xmlns:a16="http://schemas.microsoft.com/office/drawing/2014/main" id="{53620095-9593-ADCC-33EC-17E13CD679AD}"/>
                </a:ext>
              </a:extLst>
            </p:cNvPr>
            <p:cNvSpPr/>
            <p:nvPr/>
          </p:nvSpPr>
          <p:spPr>
            <a:xfrm>
              <a:off x="31716181" y="1404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[2(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InstanceData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)]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IComponentArray</a:t>
              </a:r>
              <a:endParaRPr lang="en-US" altLang="ko-KR" sz="1000" kern="0" dirty="0">
                <a:solidFill>
                  <a:prstClr val="black"/>
                </a:solidFill>
                <a:ea typeface="맑은 고딕" panose="020B0503020000020004" pitchFamily="50" charset="-127"/>
              </a:endParaRPr>
            </a:p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InstanceData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&gt;)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2" name="직사각형 260">
              <a:extLst>
                <a:ext uri="{FF2B5EF4-FFF2-40B4-BE49-F238E27FC236}">
                  <a16:creationId xmlns:a16="http://schemas.microsoft.com/office/drawing/2014/main" id="{9AD21E9A-6E48-432E-800F-42112C828651}"/>
                </a:ext>
              </a:extLst>
            </p:cNvPr>
            <p:cNvSpPr/>
            <p:nvPr/>
          </p:nvSpPr>
          <p:spPr>
            <a:xfrm>
              <a:off x="31716181" y="144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[3]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3" name="직사각형 260">
              <a:extLst>
                <a:ext uri="{FF2B5EF4-FFF2-40B4-BE49-F238E27FC236}">
                  <a16:creationId xmlns:a16="http://schemas.microsoft.com/office/drawing/2014/main" id="{6CB976DA-69AB-1514-75C3-E74C65EE7829}"/>
                </a:ext>
              </a:extLst>
            </p:cNvPr>
            <p:cNvSpPr/>
            <p:nvPr/>
          </p:nvSpPr>
          <p:spPr>
            <a:xfrm>
              <a:off x="31716181" y="1490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[4]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4" name="직사각형 260">
              <a:extLst>
                <a:ext uri="{FF2B5EF4-FFF2-40B4-BE49-F238E27FC236}">
                  <a16:creationId xmlns:a16="http://schemas.microsoft.com/office/drawing/2014/main" id="{DA40428C-F704-225B-1054-1AA4983C50CB}"/>
                </a:ext>
              </a:extLst>
            </p:cNvPr>
            <p:cNvSpPr/>
            <p:nvPr/>
          </p:nvSpPr>
          <p:spPr>
            <a:xfrm>
              <a:off x="31716181" y="1533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[5]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TransformComponent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5" name="직사각형 260">
              <a:extLst>
                <a:ext uri="{FF2B5EF4-FFF2-40B4-BE49-F238E27FC236}">
                  <a16:creationId xmlns:a16="http://schemas.microsoft.com/office/drawing/2014/main" id="{CDDB9E90-2A45-07D2-E022-C88CB801306A}"/>
                </a:ext>
              </a:extLst>
            </p:cNvPr>
            <p:cNvSpPr/>
            <p:nvPr/>
          </p:nvSpPr>
          <p:spPr>
            <a:xfrm>
              <a:off x="31716181" y="1576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[7]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GravityComponent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6" name="직사각형 260">
              <a:extLst>
                <a:ext uri="{FF2B5EF4-FFF2-40B4-BE49-F238E27FC236}">
                  <a16:creationId xmlns:a16="http://schemas.microsoft.com/office/drawing/2014/main" id="{90048FBE-62FF-97DE-C7E8-30D42BEADE28}"/>
                </a:ext>
              </a:extLst>
            </p:cNvPr>
            <p:cNvSpPr/>
            <p:nvPr/>
          </p:nvSpPr>
          <p:spPr>
            <a:xfrm>
              <a:off x="31716181" y="1620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36000" rIns="0" bIns="36000" rtlCol="0" anchor="ctr"/>
            <a:lstStyle/>
            <a:p>
              <a:pPr algn="ctr" defTabSz="457122">
                <a:defRPr/>
              </a:pPr>
              <a:r>
                <a:rPr lang="en-US" altLang="ko-KR" sz="9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[8] = std::vector&lt;</a:t>
              </a:r>
              <a:r>
                <a:rPr lang="en-US" altLang="ko-KR" sz="9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BoundingVolumnComponent</a:t>
              </a:r>
              <a:r>
                <a:rPr lang="en-US" altLang="ko-KR" sz="9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7" name="직사각형 260">
              <a:extLst>
                <a:ext uri="{FF2B5EF4-FFF2-40B4-BE49-F238E27FC236}">
                  <a16:creationId xmlns:a16="http://schemas.microsoft.com/office/drawing/2014/main" id="{2EE08366-31B4-CA48-5AA3-3CA9EDA754AF}"/>
                </a:ext>
              </a:extLst>
            </p:cNvPr>
            <p:cNvSpPr/>
            <p:nvPr/>
          </p:nvSpPr>
          <p:spPr>
            <a:xfrm>
              <a:off x="31716181" y="1663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[9]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CFGInstanceComponent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8" name="직사각형 260">
              <a:extLst>
                <a:ext uri="{FF2B5EF4-FFF2-40B4-BE49-F238E27FC236}">
                  <a16:creationId xmlns:a16="http://schemas.microsoft.com/office/drawing/2014/main" id="{2BCCB9BD-1B61-3E4B-88E8-8D641091C188}"/>
                </a:ext>
              </a:extLst>
            </p:cNvPr>
            <p:cNvSpPr/>
            <p:nvPr/>
          </p:nvSpPr>
          <p:spPr>
            <a:xfrm>
              <a:off x="31716181" y="1706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[11]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TextureScaleComponent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9" name="직사각형 260">
              <a:extLst>
                <a:ext uri="{FF2B5EF4-FFF2-40B4-BE49-F238E27FC236}">
                  <a16:creationId xmlns:a16="http://schemas.microsoft.com/office/drawing/2014/main" id="{750F2072-C958-84D1-21DE-BE98302C2D26}"/>
                </a:ext>
              </a:extLst>
            </p:cNvPr>
            <p:cNvSpPr/>
            <p:nvPr/>
          </p:nvSpPr>
          <p:spPr>
            <a:xfrm>
              <a:off x="27900181" y="1360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</a:p>
          </p:txBody>
        </p:sp>
        <p:cxnSp>
          <p:nvCxnSpPr>
            <p:cNvPr id="1001" name="직선 화살표 연결선 384">
              <a:extLst>
                <a:ext uri="{FF2B5EF4-FFF2-40B4-BE49-F238E27FC236}">
                  <a16:creationId xmlns:a16="http://schemas.microsoft.com/office/drawing/2014/main" id="{0AEA1549-6A42-AEF8-AB66-4012D7A82E6C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088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2" name="직사각형 260">
              <a:extLst>
                <a:ext uri="{FF2B5EF4-FFF2-40B4-BE49-F238E27FC236}">
                  <a16:creationId xmlns:a16="http://schemas.microsoft.com/office/drawing/2014/main" id="{45B26E05-0A2E-017C-5C95-AD793B038427}"/>
                </a:ext>
              </a:extLst>
            </p:cNvPr>
            <p:cNvSpPr/>
            <p:nvPr/>
          </p:nvSpPr>
          <p:spPr>
            <a:xfrm>
              <a:off x="12960181" y="1224350"/>
              <a:ext cx="2736000" cy="8279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ISingletonComponent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mSingletonComponents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유일한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인 경우 관리</a:t>
              </a:r>
              <a:endParaRPr lang="en-US" altLang="ko-KR" sz="11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003" name="직사각형 260">
              <a:extLst>
                <a:ext uri="{FF2B5EF4-FFF2-40B4-BE49-F238E27FC236}">
                  <a16:creationId xmlns:a16="http://schemas.microsoft.com/office/drawing/2014/main" id="{F3E30CFE-25F8-59AF-D3EC-42DB8DE51CB4}"/>
                </a:ext>
              </a:extLst>
            </p:cNvPr>
            <p:cNvSpPr/>
            <p:nvPr/>
          </p:nvSpPr>
          <p:spPr>
            <a:xfrm>
              <a:off x="13248181" y="2160352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TimeComponent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TimeComponent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4" name="직사각형 260">
              <a:extLst>
                <a:ext uri="{FF2B5EF4-FFF2-40B4-BE49-F238E27FC236}">
                  <a16:creationId xmlns:a16="http://schemas.microsoft.com/office/drawing/2014/main" id="{680AB4B3-4726-8C41-C2CB-A602706F68AA}"/>
                </a:ext>
              </a:extLst>
            </p:cNvPr>
            <p:cNvSpPr/>
            <p:nvPr/>
          </p:nvSpPr>
          <p:spPr>
            <a:xfrm>
              <a:off x="13248181" y="259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Light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Component]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86" name="Picture 1185">
              <a:extLst>
                <a:ext uri="{FF2B5EF4-FFF2-40B4-BE49-F238E27FC236}">
                  <a16:creationId xmlns:a16="http://schemas.microsoft.com/office/drawing/2014/main" id="{470BB64A-F562-5942-2FED-9D05C0AE2DF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048181" y="8784350"/>
              <a:ext cx="7560000" cy="792000"/>
            </a:xfrm>
            <a:prstGeom prst="rect">
              <a:avLst/>
            </a:prstGeom>
            <a:ln w="25400">
              <a:solidFill>
                <a:srgbClr val="FF0000"/>
              </a:solidFill>
            </a:ln>
          </p:spPr>
        </p:pic>
        <p:pic>
          <p:nvPicPr>
            <p:cNvPr id="1188" name="Picture 1187">
              <a:extLst>
                <a:ext uri="{FF2B5EF4-FFF2-40B4-BE49-F238E27FC236}">
                  <a16:creationId xmlns:a16="http://schemas.microsoft.com/office/drawing/2014/main" id="{2C718F00-F112-C212-F5D3-32C02304AE92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165562" y="720350"/>
              <a:ext cx="5976000" cy="8856000"/>
            </a:xfrm>
            <a:prstGeom prst="rect">
              <a:avLst/>
            </a:prstGeom>
            <a:ln w="25400">
              <a:solidFill>
                <a:srgbClr val="FF0000"/>
              </a:solidFill>
            </a:ln>
          </p:spPr>
        </p:pic>
        <p:pic>
          <p:nvPicPr>
            <p:cNvPr id="1190" name="Picture 1189">
              <a:extLst>
                <a:ext uri="{FF2B5EF4-FFF2-40B4-BE49-F238E27FC236}">
                  <a16:creationId xmlns:a16="http://schemas.microsoft.com/office/drawing/2014/main" id="{2EC37FAE-3141-4C8F-4ADC-3DCFA74FBB5A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048181" y="720350"/>
              <a:ext cx="7560000" cy="7776000"/>
            </a:xfrm>
            <a:prstGeom prst="rect">
              <a:avLst/>
            </a:prstGeom>
            <a:ln w="25400">
              <a:solidFill>
                <a:srgbClr val="FF0000"/>
              </a:solidFill>
            </a:ln>
          </p:spPr>
        </p:pic>
        <p:pic>
          <p:nvPicPr>
            <p:cNvPr id="1192" name="Picture 1191">
              <a:extLst>
                <a:ext uri="{FF2B5EF4-FFF2-40B4-BE49-F238E27FC236}">
                  <a16:creationId xmlns:a16="http://schemas.microsoft.com/office/drawing/2014/main" id="{67E29767-C762-15FF-B1B3-5F70107E3585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992181" y="720348"/>
              <a:ext cx="10872000" cy="18000002"/>
            </a:xfrm>
            <a:prstGeom prst="rect">
              <a:avLst/>
            </a:prstGeom>
            <a:ln w="25400">
              <a:solidFill>
                <a:srgbClr val="FF0000"/>
              </a:solidFill>
            </a:ln>
          </p:spPr>
        </p:pic>
        <p:cxnSp>
          <p:nvCxnSpPr>
            <p:cNvPr id="1193" name="직선 화살표 연결선 384">
              <a:extLst>
                <a:ext uri="{FF2B5EF4-FFF2-40B4-BE49-F238E27FC236}">
                  <a16:creationId xmlns:a16="http://schemas.microsoft.com/office/drawing/2014/main" id="{C19A2BCD-9A98-323C-197E-54D5CC8ED2E4}"/>
                </a:ext>
              </a:extLst>
            </p:cNvPr>
            <p:cNvCxnSpPr>
              <a:cxnSpLocks/>
              <a:stCxn id="1188" idx="3"/>
            </p:cNvCxnSpPr>
            <p:nvPr/>
          </p:nvCxnSpPr>
          <p:spPr>
            <a:xfrm>
              <a:off x="22141562" y="5148350"/>
              <a:ext cx="288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직선 화살표 연결선 384">
              <a:extLst>
                <a:ext uri="{FF2B5EF4-FFF2-40B4-BE49-F238E27FC236}">
                  <a16:creationId xmlns:a16="http://schemas.microsoft.com/office/drawing/2014/main" id="{1C0D2998-5952-D00C-8EF6-35DDA659FCBD}"/>
                </a:ext>
              </a:extLst>
            </p:cNvPr>
            <p:cNvCxnSpPr>
              <a:cxnSpLocks/>
              <a:stCxn id="1190" idx="3"/>
            </p:cNvCxnSpPr>
            <p:nvPr/>
          </p:nvCxnSpPr>
          <p:spPr>
            <a:xfrm>
              <a:off x="31608181" y="4608350"/>
              <a:ext cx="288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직선 화살표 연결선 384">
              <a:extLst>
                <a:ext uri="{FF2B5EF4-FFF2-40B4-BE49-F238E27FC236}">
                  <a16:creationId xmlns:a16="http://schemas.microsoft.com/office/drawing/2014/main" id="{598937F4-8650-52D5-05AB-A46FD55C5F11}"/>
                </a:ext>
              </a:extLst>
            </p:cNvPr>
            <p:cNvCxnSpPr>
              <a:cxnSpLocks/>
              <a:stCxn id="1186" idx="3"/>
            </p:cNvCxnSpPr>
            <p:nvPr/>
          </p:nvCxnSpPr>
          <p:spPr>
            <a:xfrm flipV="1">
              <a:off x="31608181" y="9165461"/>
              <a:ext cx="288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2" name="직사각형 260">
              <a:extLst>
                <a:ext uri="{FF2B5EF4-FFF2-40B4-BE49-F238E27FC236}">
                  <a16:creationId xmlns:a16="http://schemas.microsoft.com/office/drawing/2014/main" id="{12DCD9C9-C5D3-F915-DA4D-13BBE10B62BA}"/>
                </a:ext>
              </a:extLst>
            </p:cNvPr>
            <p:cNvSpPr/>
            <p:nvPr/>
          </p:nvSpPr>
          <p:spPr>
            <a:xfrm>
              <a:off x="22464180" y="5006141"/>
              <a:ext cx="1314667" cy="288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defTabSz="457122"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물리 관련 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</a:t>
              </a:r>
            </a:p>
          </p:txBody>
        </p:sp>
        <p:sp>
          <p:nvSpPr>
            <p:cNvPr id="1203" name="직사각형 260">
              <a:extLst>
                <a:ext uri="{FF2B5EF4-FFF2-40B4-BE49-F238E27FC236}">
                  <a16:creationId xmlns:a16="http://schemas.microsoft.com/office/drawing/2014/main" id="{3E99170A-9925-C7C8-E2EB-9DFA59C5B883}"/>
                </a:ext>
              </a:extLst>
            </p:cNvPr>
            <p:cNvSpPr/>
            <p:nvPr/>
          </p:nvSpPr>
          <p:spPr>
            <a:xfrm>
              <a:off x="31896181" y="4464351"/>
              <a:ext cx="2304000" cy="288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defTabSz="457122">
                <a:defRPr/>
              </a:pP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Direct X 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관련 구조체 관리 </a:t>
              </a: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System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04" name="직사각형 260">
              <a:extLst>
                <a:ext uri="{FF2B5EF4-FFF2-40B4-BE49-F238E27FC236}">
                  <a16:creationId xmlns:a16="http://schemas.microsoft.com/office/drawing/2014/main" id="{ED4F6E1C-5929-063B-D960-252B97D7C1D3}"/>
                </a:ext>
              </a:extLst>
            </p:cNvPr>
            <p:cNvSpPr/>
            <p:nvPr/>
          </p:nvSpPr>
          <p:spPr>
            <a:xfrm>
              <a:off x="31896180" y="9000351"/>
              <a:ext cx="1314667" cy="288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defTabSz="457122"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Audio 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관리 </a:t>
              </a: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System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05" name="직사각형 260">
              <a:extLst>
                <a:ext uri="{FF2B5EF4-FFF2-40B4-BE49-F238E27FC236}">
                  <a16:creationId xmlns:a16="http://schemas.microsoft.com/office/drawing/2014/main" id="{D8D8A2D9-56B2-B4BF-A887-A03D6DECB872}"/>
                </a:ext>
              </a:extLst>
            </p:cNvPr>
            <p:cNvSpPr/>
            <p:nvPr/>
          </p:nvSpPr>
          <p:spPr>
            <a:xfrm>
              <a:off x="31824181" y="6128525"/>
              <a:ext cx="2880000" cy="288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r" defTabSz="457122"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DirectX 12 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관리를 위한 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Singleton System</a:t>
              </a:r>
            </a:p>
            <a:p>
              <a:pPr lvl="0" algn="r" defTabSz="457122">
                <a:defRPr/>
              </a:pP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(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사유</a:t>
              </a: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: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Window System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의 메시지 처리 간 멀티스레드 처리 시 오류 발생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06" name="직선 화살표 연결선 384">
              <a:extLst>
                <a:ext uri="{FF2B5EF4-FFF2-40B4-BE49-F238E27FC236}">
                  <a16:creationId xmlns:a16="http://schemas.microsoft.com/office/drawing/2014/main" id="{28AF259B-F0EC-FE12-1285-E7751BDDB1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04181" y="6270221"/>
              <a:ext cx="288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9" name="Group 1218">
              <a:extLst>
                <a:ext uri="{FF2B5EF4-FFF2-40B4-BE49-F238E27FC236}">
                  <a16:creationId xmlns:a16="http://schemas.microsoft.com/office/drawing/2014/main" id="{9B9FB090-4892-311D-3DE2-B8E947F46C61}"/>
                </a:ext>
              </a:extLst>
            </p:cNvPr>
            <p:cNvGrpSpPr/>
            <p:nvPr/>
          </p:nvGrpSpPr>
          <p:grpSpPr>
            <a:xfrm>
              <a:off x="27648181" y="288350"/>
              <a:ext cx="7560000" cy="288000"/>
              <a:chOff x="28800181" y="144350"/>
              <a:chExt cx="7560000" cy="288000"/>
            </a:xfrm>
          </p:grpSpPr>
          <p:cxnSp>
            <p:nvCxnSpPr>
              <p:cNvPr id="1208" name="직선 화살표 연결선 384">
                <a:extLst>
                  <a:ext uri="{FF2B5EF4-FFF2-40B4-BE49-F238E27FC236}">
                    <a16:creationId xmlns:a16="http://schemas.microsoft.com/office/drawing/2014/main" id="{3A7D6CB0-CB1A-9A0D-BE51-46CFC474932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800181" y="288350"/>
                <a:ext cx="576000" cy="0"/>
              </a:xfrm>
              <a:prstGeom prst="straightConnector1">
                <a:avLst/>
              </a:prstGeom>
              <a:ln w="25400" cap="sq" cmpd="dbl">
                <a:solidFill>
                  <a:srgbClr val="0000FF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9" name="직선 화살표 연결선 384">
                <a:extLst>
                  <a:ext uri="{FF2B5EF4-FFF2-40B4-BE49-F238E27FC236}">
                    <a16:creationId xmlns:a16="http://schemas.microsoft.com/office/drawing/2014/main" id="{68E1D548-2EF1-F20D-48B0-A2A40621A5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240181" y="288350"/>
                <a:ext cx="576000" cy="0"/>
              </a:xfrm>
              <a:prstGeom prst="straightConnector1">
                <a:avLst/>
              </a:prstGeom>
              <a:ln w="25400" cap="sq">
                <a:solidFill>
                  <a:srgbClr val="009900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0" name="직선 화살표 연결선 384">
                <a:extLst>
                  <a:ext uri="{FF2B5EF4-FFF2-40B4-BE49-F238E27FC236}">
                    <a16:creationId xmlns:a16="http://schemas.microsoft.com/office/drawing/2014/main" id="{16367FD0-9BE8-AEAD-B701-E6B02A45CF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0181" y="288350"/>
                <a:ext cx="576000" cy="0"/>
              </a:xfrm>
              <a:prstGeom prst="straightConnector1">
                <a:avLst/>
              </a:prstGeom>
              <a:ln w="25400" cap="sq" cmpd="dbl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1" name="직사각형 110">
                <a:extLst>
                  <a:ext uri="{FF2B5EF4-FFF2-40B4-BE49-F238E27FC236}">
                    <a16:creationId xmlns:a16="http://schemas.microsoft.com/office/drawing/2014/main" id="{C3BD5739-4722-5306-EE11-55D179BE56E0}"/>
                  </a:ext>
                </a:extLst>
              </p:cNvPr>
              <p:cNvSpPr/>
              <p:nvPr/>
            </p:nvSpPr>
            <p:spPr>
              <a:xfrm>
                <a:off x="33120181" y="144350"/>
                <a:ext cx="576000" cy="288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36000" tIns="36000" rIns="36000" bIns="36000" rtlCol="0" anchor="t"/>
              <a:lstStyle/>
              <a:p>
                <a:pPr lvl="0" algn="ctr" defTabSz="457166">
                  <a:defRPr/>
                </a:pPr>
                <a:endPara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2" name="직사각형 260">
                <a:extLst>
                  <a:ext uri="{FF2B5EF4-FFF2-40B4-BE49-F238E27FC236}">
                    <a16:creationId xmlns:a16="http://schemas.microsoft.com/office/drawing/2014/main" id="{5AAEA556-5D71-1906-74D5-730FC477E9D3}"/>
                  </a:ext>
                </a:extLst>
              </p:cNvPr>
              <p:cNvSpPr/>
              <p:nvPr/>
            </p:nvSpPr>
            <p:spPr>
              <a:xfrm>
                <a:off x="34560181" y="144350"/>
                <a:ext cx="576000" cy="28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36000" tIns="36000" rIns="36000" bIns="36000" rtlCol="0" anchor="t"/>
              <a:lstStyle/>
              <a:p>
                <a:pPr algn="ctr" defTabSz="457122"/>
                <a:endPara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14" name="직사각형 260">
                <a:extLst>
                  <a:ext uri="{FF2B5EF4-FFF2-40B4-BE49-F238E27FC236}">
                    <a16:creationId xmlns:a16="http://schemas.microsoft.com/office/drawing/2014/main" id="{CBDB25BB-8A7B-173F-C519-03D939EF86EE}"/>
                  </a:ext>
                </a:extLst>
              </p:cNvPr>
              <p:cNvSpPr/>
              <p:nvPr/>
            </p:nvSpPr>
            <p:spPr>
              <a:xfrm>
                <a:off x="29376181" y="144350"/>
                <a:ext cx="86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Entity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5" name="직사각형 260">
                <a:extLst>
                  <a:ext uri="{FF2B5EF4-FFF2-40B4-BE49-F238E27FC236}">
                    <a16:creationId xmlns:a16="http://schemas.microsoft.com/office/drawing/2014/main" id="{492C7F99-8553-023F-F799-C5E3C306EE1A}"/>
                  </a:ext>
                </a:extLst>
              </p:cNvPr>
              <p:cNvSpPr/>
              <p:nvPr/>
            </p:nvSpPr>
            <p:spPr>
              <a:xfrm>
                <a:off x="30816181" y="144350"/>
                <a:ext cx="86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Component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6" name="직사각형 260">
                <a:extLst>
                  <a:ext uri="{FF2B5EF4-FFF2-40B4-BE49-F238E27FC236}">
                    <a16:creationId xmlns:a16="http://schemas.microsoft.com/office/drawing/2014/main" id="{AEC3C2B5-9E91-561D-7F2E-B76537BFB8CC}"/>
                  </a:ext>
                </a:extLst>
              </p:cNvPr>
              <p:cNvSpPr/>
              <p:nvPr/>
            </p:nvSpPr>
            <p:spPr>
              <a:xfrm>
                <a:off x="32256181" y="144350"/>
                <a:ext cx="86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System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7" name="직사각형 260">
                <a:extLst>
                  <a:ext uri="{FF2B5EF4-FFF2-40B4-BE49-F238E27FC236}">
                    <a16:creationId xmlns:a16="http://schemas.microsoft.com/office/drawing/2014/main" id="{4E3DFAE5-E095-318D-42C6-62713C9C7A4A}"/>
                  </a:ext>
                </a:extLst>
              </p:cNvPr>
              <p:cNvSpPr/>
              <p:nvPr/>
            </p:nvSpPr>
            <p:spPr>
              <a:xfrm>
                <a:off x="33696181" y="144350"/>
                <a:ext cx="86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Function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8" name="직사각형 260">
                <a:extLst>
                  <a:ext uri="{FF2B5EF4-FFF2-40B4-BE49-F238E27FC236}">
                    <a16:creationId xmlns:a16="http://schemas.microsoft.com/office/drawing/2014/main" id="{FF27BCCF-78DD-6CEC-5265-2DA963B6C5BE}"/>
                  </a:ext>
                </a:extLst>
              </p:cNvPr>
              <p:cNvSpPr/>
              <p:nvPr/>
            </p:nvSpPr>
            <p:spPr>
              <a:xfrm>
                <a:off x="35136181" y="144350"/>
                <a:ext cx="122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Member Variable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6008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CF4-9689-89C1-1263-ADF84109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제목 1">
            <a:extLst>
              <a:ext uri="{FF2B5EF4-FFF2-40B4-BE49-F238E27FC236}">
                <a16:creationId xmlns:a16="http://schemas.microsoft.com/office/drawing/2014/main" id="{B1E77D27-CEDB-3E46-3E38-0A1500A221B2}"/>
              </a:ext>
            </a:extLst>
          </p:cNvPr>
          <p:cNvSpPr txBox="1">
            <a:spLocks/>
          </p:cNvSpPr>
          <p:nvPr/>
        </p:nvSpPr>
        <p:spPr>
          <a:xfrm>
            <a:off x="432181" y="228613"/>
            <a:ext cx="3312000" cy="286809"/>
          </a:xfrm>
          <a:prstGeom prst="rect">
            <a:avLst/>
          </a:prstGeom>
        </p:spPr>
        <p:txBody>
          <a:bodyPr vert="horz" wrap="none" lIns="91440" tIns="46800" rIns="91440" bIns="46800" rtlCol="0" anchor="ctr">
            <a:noAutofit/>
          </a:bodyPr>
          <a:lstStyle>
            <a:lvl1pPr algn="l" defTabSz="914331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800" b="1" kern="1200" baseline="0">
                <a:solidFill>
                  <a:schemeClr val="tx1"/>
                </a:solidFill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defRPr>
            </a:lvl1pPr>
          </a:lstStyle>
          <a:p>
            <a:pPr marL="0" marR="0" lvl="0" indent="0" algn="l" defTabSz="914331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rPr>
              <a:t>DX12 with ECS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rPr>
              <a:t>엔진 개발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에스코어 드림 7 ExtraBold" panose="020B0803030302020204" pitchFamily="34" charset="-127"/>
                <a:ea typeface="에스코어 드림 7 ExtraBold" panose="020B0803030302020204" pitchFamily="34" charset="-127"/>
                <a:cs typeface="+mj-cs"/>
              </a:rPr>
              <a:t>| 1. </a:t>
            </a:r>
            <a:r>
              <a:rPr lang="en-US" altLang="ko-KR" dirty="0">
                <a:solidFill>
                  <a:sysClr val="windowText" lastClr="000000"/>
                </a:solidFill>
              </a:rPr>
              <a:t>Block</a:t>
            </a:r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ko-KR" dirty="0">
                <a:solidFill>
                  <a:sysClr val="windowText" lastClr="000000"/>
                </a:solidFill>
              </a:rPr>
              <a:t>Diagram</a:t>
            </a:r>
            <a:endParaRPr kumimoji="0" lang="ko-KR" altLang="en-US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에스코어 드림 7 ExtraBold" panose="020B0803030302020204" pitchFamily="34" charset="-127"/>
              <a:ea typeface="에스코어 드림 7 ExtraBold" panose="020B0803030302020204" pitchFamily="34" charset="-127"/>
              <a:cs typeface="+mj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38AC110-1725-BF6B-7598-C71D4115CE29}"/>
              </a:ext>
            </a:extLst>
          </p:cNvPr>
          <p:cNvGrpSpPr/>
          <p:nvPr/>
        </p:nvGrpSpPr>
        <p:grpSpPr>
          <a:xfrm>
            <a:off x="432181" y="216350"/>
            <a:ext cx="45431996" cy="25559998"/>
            <a:chOff x="432181" y="216350"/>
            <a:chExt cx="45431996" cy="25559998"/>
          </a:xfrm>
        </p:grpSpPr>
        <p:sp>
          <p:nvSpPr>
            <p:cNvPr id="27" name="직사각형 110">
              <a:extLst>
                <a:ext uri="{FF2B5EF4-FFF2-40B4-BE49-F238E27FC236}">
                  <a16:creationId xmlns:a16="http://schemas.microsoft.com/office/drawing/2014/main" id="{30802A19-DA38-6D91-0D4E-14573DF9BC45}"/>
                </a:ext>
              </a:extLst>
            </p:cNvPr>
            <p:cNvSpPr/>
            <p:nvPr/>
          </p:nvSpPr>
          <p:spPr>
            <a:xfrm>
              <a:off x="34992181" y="720350"/>
              <a:ext cx="10799999" cy="1800000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110">
              <a:extLst>
                <a:ext uri="{FF2B5EF4-FFF2-40B4-BE49-F238E27FC236}">
                  <a16:creationId xmlns:a16="http://schemas.microsoft.com/office/drawing/2014/main" id="{C7A06118-BB14-6558-28A8-5EAD7046A6C6}"/>
                </a:ext>
              </a:extLst>
            </p:cNvPr>
            <p:cNvSpPr/>
            <p:nvPr/>
          </p:nvSpPr>
          <p:spPr>
            <a:xfrm>
              <a:off x="16522522" y="720352"/>
              <a:ext cx="18432000" cy="8999998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직사각형 110">
              <a:extLst>
                <a:ext uri="{FF2B5EF4-FFF2-40B4-BE49-F238E27FC236}">
                  <a16:creationId xmlns:a16="http://schemas.microsoft.com/office/drawing/2014/main" id="{5E06AA68-873C-D913-53E3-158AF5737475}"/>
                </a:ext>
              </a:extLst>
            </p:cNvPr>
            <p:cNvSpPr/>
            <p:nvPr/>
          </p:nvSpPr>
          <p:spPr>
            <a:xfrm>
              <a:off x="34920181" y="720350"/>
              <a:ext cx="144000" cy="9000000"/>
            </a:xfrm>
            <a:prstGeom prst="rect">
              <a:avLst/>
            </a:prstGeom>
            <a:solidFill>
              <a:srgbClr val="FFFF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135E69DE-0760-1F50-4107-939CE429A715}"/>
                </a:ext>
              </a:extLst>
            </p:cNvPr>
            <p:cNvSpPr/>
            <p:nvPr/>
          </p:nvSpPr>
          <p:spPr>
            <a:xfrm>
              <a:off x="432181" y="720348"/>
              <a:ext cx="3888000" cy="2505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ECSCoordinator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16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관리 유닛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84" name="직사각형 283">
              <a:extLst>
                <a:ext uri="{FF2B5EF4-FFF2-40B4-BE49-F238E27FC236}">
                  <a16:creationId xmlns:a16="http://schemas.microsoft.com/office/drawing/2014/main" id="{4124B329-CD61-88BD-ED71-32A1F3F89D0D}"/>
                </a:ext>
              </a:extLst>
            </p:cNvPr>
            <p:cNvSpPr/>
            <p:nvPr/>
          </p:nvSpPr>
          <p:spPr>
            <a:xfrm>
              <a:off x="720181" y="1296349"/>
              <a:ext cx="3312000" cy="1958400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ECSCoordinator</a:t>
              </a: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::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Init()</a:t>
              </a:r>
            </a:p>
          </p:txBody>
        </p:sp>
        <p:sp>
          <p:nvSpPr>
            <p:cNvPr id="508" name="직사각형 110">
              <a:extLst>
                <a:ext uri="{FF2B5EF4-FFF2-40B4-BE49-F238E27FC236}">
                  <a16:creationId xmlns:a16="http://schemas.microsoft.com/office/drawing/2014/main" id="{44241010-B8D7-3F0D-EE21-BE805DD99254}"/>
                </a:ext>
              </a:extLst>
            </p:cNvPr>
            <p:cNvSpPr/>
            <p:nvPr/>
          </p:nvSpPr>
          <p:spPr>
            <a:xfrm>
              <a:off x="5760181" y="9792350"/>
              <a:ext cx="13248000" cy="89279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활용 데이터 관리 유닛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09" name="직사각형 283">
              <a:extLst>
                <a:ext uri="{FF2B5EF4-FFF2-40B4-BE49-F238E27FC236}">
                  <a16:creationId xmlns:a16="http://schemas.microsoft.com/office/drawing/2014/main" id="{3E5A1817-2C0E-925B-B89D-513AD7C41469}"/>
                </a:ext>
              </a:extLst>
            </p:cNvPr>
            <p:cNvSpPr/>
            <p:nvPr/>
          </p:nvSpPr>
          <p:spPr>
            <a:xfrm>
              <a:off x="1008181" y="1584348"/>
              <a:ext cx="2736000" cy="223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Make Manager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ECS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관련 </a:t>
              </a: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Manager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객체 등록</a:t>
              </a:r>
              <a:endParaRPr lang="en-US" altLang="ko-KR" sz="12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510" name="직사각형 283">
              <a:extLst>
                <a:ext uri="{FF2B5EF4-FFF2-40B4-BE49-F238E27FC236}">
                  <a16:creationId xmlns:a16="http://schemas.microsoft.com/office/drawing/2014/main" id="{FCB83F23-C576-7855-4076-A57B30430A85}"/>
                </a:ext>
              </a:extLst>
            </p:cNvPr>
            <p:cNvSpPr/>
            <p:nvPr/>
          </p:nvSpPr>
          <p:spPr>
            <a:xfrm>
              <a:off x="1008181" y="3960350"/>
              <a:ext cx="2736000" cy="561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Register Component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전체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등록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(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예시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)</a:t>
              </a:r>
            </a:p>
          </p:txBody>
        </p:sp>
        <p:sp>
          <p:nvSpPr>
            <p:cNvPr id="82" name="직사각형 110">
              <a:extLst>
                <a:ext uri="{FF2B5EF4-FFF2-40B4-BE49-F238E27FC236}">
                  <a16:creationId xmlns:a16="http://schemas.microsoft.com/office/drawing/2014/main" id="{073DA92F-C3CF-9FCE-4216-3E49A34CBBEB}"/>
                </a:ext>
              </a:extLst>
            </p:cNvPr>
            <p:cNvSpPr/>
            <p:nvPr/>
          </p:nvSpPr>
          <p:spPr>
            <a:xfrm>
              <a:off x="6048181" y="10224351"/>
              <a:ext cx="6048000" cy="15858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RegisterComponent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3" name="직사각형 260">
              <a:extLst>
                <a:ext uri="{FF2B5EF4-FFF2-40B4-BE49-F238E27FC236}">
                  <a16:creationId xmlns:a16="http://schemas.microsoft.com/office/drawing/2014/main" id="{0F535A23-4676-DCB4-0B40-E52D5CA21D34}"/>
                </a:ext>
              </a:extLst>
            </p:cNvPr>
            <p:cNvSpPr/>
            <p:nvPr/>
          </p:nvSpPr>
          <p:spPr>
            <a:xfrm>
              <a:off x="1296181" y="2088350"/>
              <a:ext cx="2160000" cy="28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4" name="직사각형 260">
              <a:extLst>
                <a:ext uri="{FF2B5EF4-FFF2-40B4-BE49-F238E27FC236}">
                  <a16:creationId xmlns:a16="http://schemas.microsoft.com/office/drawing/2014/main" id="{219E6A90-339C-E4CC-124F-A1FD146721AD}"/>
                </a:ext>
              </a:extLst>
            </p:cNvPr>
            <p:cNvSpPr/>
            <p:nvPr/>
          </p:nvSpPr>
          <p:spPr>
            <a:xfrm>
              <a:off x="1296181" y="252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SingletonComponentManager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5" name="직사각형 260">
              <a:extLst>
                <a:ext uri="{FF2B5EF4-FFF2-40B4-BE49-F238E27FC236}">
                  <a16:creationId xmlns:a16="http://schemas.microsoft.com/office/drawing/2014/main" id="{A819B534-C74D-79B7-B85C-880FDDA26424}"/>
                </a:ext>
              </a:extLst>
            </p:cNvPr>
            <p:cNvSpPr/>
            <p:nvPr/>
          </p:nvSpPr>
          <p:spPr>
            <a:xfrm>
              <a:off x="1296181" y="2952350"/>
              <a:ext cx="2160000" cy="288000"/>
            </a:xfrm>
            <a:prstGeom prst="rect">
              <a:avLst/>
            </a:prstGeom>
            <a:solidFill>
              <a:srgbClr val="66FF66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EntityManager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6" name="직사각형 260">
              <a:extLst>
                <a:ext uri="{FF2B5EF4-FFF2-40B4-BE49-F238E27FC236}">
                  <a16:creationId xmlns:a16="http://schemas.microsoft.com/office/drawing/2014/main" id="{C8537678-3FB3-4959-7B65-6396F2C7B42D}"/>
                </a:ext>
              </a:extLst>
            </p:cNvPr>
            <p:cNvSpPr/>
            <p:nvPr/>
          </p:nvSpPr>
          <p:spPr>
            <a:xfrm>
              <a:off x="1296181" y="3384350"/>
              <a:ext cx="2160000" cy="288000"/>
            </a:xfrm>
            <a:prstGeom prst="rect">
              <a:avLst/>
            </a:prstGeom>
            <a:solidFill>
              <a:srgbClr val="FF9999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SystemManager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7" name="직사각형 260">
              <a:extLst>
                <a:ext uri="{FF2B5EF4-FFF2-40B4-BE49-F238E27FC236}">
                  <a16:creationId xmlns:a16="http://schemas.microsoft.com/office/drawing/2014/main" id="{A814FF31-8E5A-275A-657B-BF5008AA2C72}"/>
                </a:ext>
              </a:extLst>
            </p:cNvPr>
            <p:cNvSpPr/>
            <p:nvPr/>
          </p:nvSpPr>
          <p:spPr>
            <a:xfrm>
              <a:off x="1296181" y="4392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DX12_BoundingComponent</a:t>
              </a:r>
            </a:p>
          </p:txBody>
        </p:sp>
        <p:sp>
          <p:nvSpPr>
            <p:cNvPr id="518" name="직사각형 260">
              <a:extLst>
                <a:ext uri="{FF2B5EF4-FFF2-40B4-BE49-F238E27FC236}">
                  <a16:creationId xmlns:a16="http://schemas.microsoft.com/office/drawing/2014/main" id="{7371F143-2931-6ECB-638B-16746697B115}"/>
                </a:ext>
              </a:extLst>
            </p:cNvPr>
            <p:cNvSpPr/>
            <p:nvPr/>
          </p:nvSpPr>
          <p:spPr>
            <a:xfrm>
              <a:off x="1296181" y="4824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DX12_MeshComponent</a:t>
              </a:r>
            </a:p>
          </p:txBody>
        </p:sp>
        <p:sp>
          <p:nvSpPr>
            <p:cNvPr id="519" name="직사각형 260">
              <a:extLst>
                <a:ext uri="{FF2B5EF4-FFF2-40B4-BE49-F238E27FC236}">
                  <a16:creationId xmlns:a16="http://schemas.microsoft.com/office/drawing/2014/main" id="{FD09F10D-22C2-40B2-3E4E-36DEC76384E3}"/>
                </a:ext>
              </a:extLst>
            </p:cNvPr>
            <p:cNvSpPr/>
            <p:nvPr/>
          </p:nvSpPr>
          <p:spPr>
            <a:xfrm>
              <a:off x="1296181" y="5256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InstanceData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20" name="직선 화살표 연결선 384">
              <a:extLst>
                <a:ext uri="{FF2B5EF4-FFF2-40B4-BE49-F238E27FC236}">
                  <a16:creationId xmlns:a16="http://schemas.microsoft.com/office/drawing/2014/main" id="{A4ACA87D-7BC5-3B0E-5DBD-5C357B19A4C6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2808352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직선 화살표 연결선 384">
              <a:extLst>
                <a:ext uri="{FF2B5EF4-FFF2-40B4-BE49-F238E27FC236}">
                  <a16:creationId xmlns:a16="http://schemas.microsoft.com/office/drawing/2014/main" id="{DEFBACD6-7868-FDC4-A411-C58008B69000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4680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직선 화살표 연결선 384">
              <a:extLst>
                <a:ext uri="{FF2B5EF4-FFF2-40B4-BE49-F238E27FC236}">
                  <a16:creationId xmlns:a16="http://schemas.microsoft.com/office/drawing/2014/main" id="{E779C44C-C9C1-8DDB-7553-EFA9FF3D9576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2376352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직선 화살표 연결선 384">
              <a:extLst>
                <a:ext uri="{FF2B5EF4-FFF2-40B4-BE49-F238E27FC236}">
                  <a16:creationId xmlns:a16="http://schemas.microsoft.com/office/drawing/2014/main" id="{B87E4BB0-F484-10B7-6EA9-1DFBF6795404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3240352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직선 화살표 연결선 384">
              <a:extLst>
                <a:ext uri="{FF2B5EF4-FFF2-40B4-BE49-F238E27FC236}">
                  <a16:creationId xmlns:a16="http://schemas.microsoft.com/office/drawing/2014/main" id="{C2A645CD-E74E-3D92-6FF4-CE50F3B2260F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5112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직선 화살표 연결선 384">
              <a:extLst>
                <a:ext uri="{FF2B5EF4-FFF2-40B4-BE49-F238E27FC236}">
                  <a16:creationId xmlns:a16="http://schemas.microsoft.com/office/drawing/2014/main" id="{13758F25-98AF-3DC9-1ECF-CE27F355BBFF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381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1" name="직사각형 110">
              <a:extLst>
                <a:ext uri="{FF2B5EF4-FFF2-40B4-BE49-F238E27FC236}">
                  <a16:creationId xmlns:a16="http://schemas.microsoft.com/office/drawing/2014/main" id="{26B2CB0E-D1CA-F662-09D7-C65C94E5520E}"/>
                </a:ext>
              </a:extLst>
            </p:cNvPr>
            <p:cNvSpPr/>
            <p:nvPr/>
          </p:nvSpPr>
          <p:spPr>
            <a:xfrm>
              <a:off x="12672182" y="720350"/>
              <a:ext cx="3311999" cy="89279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SingletonComponentManager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lvl="0" algn="ctr" defTabSz="457166"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Singleton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관리 유닛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0" name="직사각형 260">
              <a:extLst>
                <a:ext uri="{FF2B5EF4-FFF2-40B4-BE49-F238E27FC236}">
                  <a16:creationId xmlns:a16="http://schemas.microsoft.com/office/drawing/2014/main" id="{A300B7FB-58DF-11D7-306C-63B57E9F61FD}"/>
                </a:ext>
              </a:extLst>
            </p:cNvPr>
            <p:cNvSpPr/>
            <p:nvPr/>
          </p:nvSpPr>
          <p:spPr>
            <a:xfrm>
              <a:off x="6336181" y="105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Component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등록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551" name="직사각형 260">
              <a:extLst>
                <a:ext uri="{FF2B5EF4-FFF2-40B4-BE49-F238E27FC236}">
                  <a16:creationId xmlns:a16="http://schemas.microsoft.com/office/drawing/2014/main" id="{C146800F-80C5-E54E-FB6D-5410DABF235B}"/>
                </a:ext>
              </a:extLst>
            </p:cNvPr>
            <p:cNvSpPr/>
            <p:nvPr/>
          </p:nvSpPr>
          <p:spPr>
            <a:xfrm>
              <a:off x="9648181" y="10512350"/>
              <a:ext cx="2160000" cy="1080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Component Factory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Type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맞는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실제 배열 생성은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Add Component 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수행 시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따라 효율적으로 생성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552" name="직사각형 260">
              <a:extLst>
                <a:ext uri="{FF2B5EF4-FFF2-40B4-BE49-F238E27FC236}">
                  <a16:creationId xmlns:a16="http://schemas.microsoft.com/office/drawing/2014/main" id="{29C5C4C2-8566-A4D4-48AA-FD94A5DB714B}"/>
                </a:ext>
              </a:extLst>
            </p:cNvPr>
            <p:cNvSpPr/>
            <p:nvPr/>
          </p:nvSpPr>
          <p:spPr>
            <a:xfrm>
              <a:off x="1296181" y="5688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LightComponent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3" name="직사각형 260">
              <a:extLst>
                <a:ext uri="{FF2B5EF4-FFF2-40B4-BE49-F238E27FC236}">
                  <a16:creationId xmlns:a16="http://schemas.microsoft.com/office/drawing/2014/main" id="{DA4E90E1-9D40-1B7B-016E-91FA408B88C4}"/>
                </a:ext>
              </a:extLst>
            </p:cNvPr>
            <p:cNvSpPr/>
            <p:nvPr/>
          </p:nvSpPr>
          <p:spPr>
            <a:xfrm>
              <a:off x="1296181" y="6120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54" name="직선 화살표 연결선 384">
              <a:extLst>
                <a:ext uri="{FF2B5EF4-FFF2-40B4-BE49-F238E27FC236}">
                  <a16:creationId xmlns:a16="http://schemas.microsoft.com/office/drawing/2014/main" id="{D153B9CF-E13B-009D-A0A1-1FBA4D1FBCA5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5544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직선 화살표 연결선 384">
              <a:extLst>
                <a:ext uri="{FF2B5EF4-FFF2-40B4-BE49-F238E27FC236}">
                  <a16:creationId xmlns:a16="http://schemas.microsoft.com/office/drawing/2014/main" id="{3EB81C6F-623F-69A6-753E-89248EDAA382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5976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6" name="직사각형 260">
              <a:extLst>
                <a:ext uri="{FF2B5EF4-FFF2-40B4-BE49-F238E27FC236}">
                  <a16:creationId xmlns:a16="http://schemas.microsoft.com/office/drawing/2014/main" id="{767320D3-726F-2709-7432-A377A892EB37}"/>
                </a:ext>
              </a:extLst>
            </p:cNvPr>
            <p:cNvSpPr/>
            <p:nvPr/>
          </p:nvSpPr>
          <p:spPr>
            <a:xfrm>
              <a:off x="1296181" y="6552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7" name="직사각형 260">
              <a:extLst>
                <a:ext uri="{FF2B5EF4-FFF2-40B4-BE49-F238E27FC236}">
                  <a16:creationId xmlns:a16="http://schemas.microsoft.com/office/drawing/2014/main" id="{64FB40E4-DD12-0B59-79FB-03BA55DD7F14}"/>
                </a:ext>
              </a:extLst>
            </p:cNvPr>
            <p:cNvSpPr/>
            <p:nvPr/>
          </p:nvSpPr>
          <p:spPr>
            <a:xfrm>
              <a:off x="1296181" y="6984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RigidBodyComponent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58" name="직선 화살표 연결선 384">
              <a:extLst>
                <a:ext uri="{FF2B5EF4-FFF2-40B4-BE49-F238E27FC236}">
                  <a16:creationId xmlns:a16="http://schemas.microsoft.com/office/drawing/2014/main" id="{9944FD82-A994-C5EF-6984-494EDE920D80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6408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직선 화살표 연결선 384">
              <a:extLst>
                <a:ext uri="{FF2B5EF4-FFF2-40B4-BE49-F238E27FC236}">
                  <a16:creationId xmlns:a16="http://schemas.microsoft.com/office/drawing/2014/main" id="{EC6FEAD8-4235-C755-0C2F-4C234A2921AA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6840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0" name="직사각형 260">
              <a:extLst>
                <a:ext uri="{FF2B5EF4-FFF2-40B4-BE49-F238E27FC236}">
                  <a16:creationId xmlns:a16="http://schemas.microsoft.com/office/drawing/2014/main" id="{203F55BA-F197-6132-4EA7-597669337D16}"/>
                </a:ext>
              </a:extLst>
            </p:cNvPr>
            <p:cNvSpPr/>
            <p:nvPr/>
          </p:nvSpPr>
          <p:spPr>
            <a:xfrm>
              <a:off x="1296181" y="7416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GravityComponent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1" name="직사각형 260">
              <a:extLst>
                <a:ext uri="{FF2B5EF4-FFF2-40B4-BE49-F238E27FC236}">
                  <a16:creationId xmlns:a16="http://schemas.microsoft.com/office/drawing/2014/main" id="{86A5E832-65CC-0C1E-D750-C609C990D1D1}"/>
                </a:ext>
              </a:extLst>
            </p:cNvPr>
            <p:cNvSpPr/>
            <p:nvPr/>
          </p:nvSpPr>
          <p:spPr>
            <a:xfrm>
              <a:off x="1296181" y="7848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BoundingVolumnComponent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62" name="직선 화살표 연결선 384">
              <a:extLst>
                <a:ext uri="{FF2B5EF4-FFF2-40B4-BE49-F238E27FC236}">
                  <a16:creationId xmlns:a16="http://schemas.microsoft.com/office/drawing/2014/main" id="{B83B8CAF-F60F-7444-530D-0F0548B62C5F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7272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직선 화살표 연결선 384">
              <a:extLst>
                <a:ext uri="{FF2B5EF4-FFF2-40B4-BE49-F238E27FC236}">
                  <a16:creationId xmlns:a16="http://schemas.microsoft.com/office/drawing/2014/main" id="{CB1DB7F1-2C59-1E00-5D46-DEA7185BAF20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7704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4" name="직사각형 260">
              <a:extLst>
                <a:ext uri="{FF2B5EF4-FFF2-40B4-BE49-F238E27FC236}">
                  <a16:creationId xmlns:a16="http://schemas.microsoft.com/office/drawing/2014/main" id="{E376EA66-F472-05CE-DF09-30657DD2A908}"/>
                </a:ext>
              </a:extLst>
            </p:cNvPr>
            <p:cNvSpPr/>
            <p:nvPr/>
          </p:nvSpPr>
          <p:spPr>
            <a:xfrm>
              <a:off x="1296181" y="8280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CFGInstanceComponent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65" name="직선 화살표 연결선 384">
              <a:extLst>
                <a:ext uri="{FF2B5EF4-FFF2-40B4-BE49-F238E27FC236}">
                  <a16:creationId xmlns:a16="http://schemas.microsoft.com/office/drawing/2014/main" id="{C9BFCE2D-36E9-A502-66BB-9357D7C0D867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8136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6" name="직사각형 260">
              <a:extLst>
                <a:ext uri="{FF2B5EF4-FFF2-40B4-BE49-F238E27FC236}">
                  <a16:creationId xmlns:a16="http://schemas.microsoft.com/office/drawing/2014/main" id="{79389924-FA70-7898-5B36-98BF6573F8F4}"/>
                </a:ext>
              </a:extLst>
            </p:cNvPr>
            <p:cNvSpPr/>
            <p:nvPr/>
          </p:nvSpPr>
          <p:spPr>
            <a:xfrm>
              <a:off x="1296181" y="8712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PlayerControlComponent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7" name="직사각형 260">
              <a:extLst>
                <a:ext uri="{FF2B5EF4-FFF2-40B4-BE49-F238E27FC236}">
                  <a16:creationId xmlns:a16="http://schemas.microsoft.com/office/drawing/2014/main" id="{C4F57553-E28A-8D21-57BA-8DBC860635C3}"/>
                </a:ext>
              </a:extLst>
            </p:cNvPr>
            <p:cNvSpPr/>
            <p:nvPr/>
          </p:nvSpPr>
          <p:spPr>
            <a:xfrm>
              <a:off x="1296181" y="9144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TextureScaleComponent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568" name="직선 화살표 연결선 384">
              <a:extLst>
                <a:ext uri="{FF2B5EF4-FFF2-40B4-BE49-F238E27FC236}">
                  <a16:creationId xmlns:a16="http://schemas.microsoft.com/office/drawing/2014/main" id="{AC4A9EBE-A4A1-0AAB-6EC8-416CEA9D1EB3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8568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직선 화살표 연결선 384">
              <a:extLst>
                <a:ext uri="{FF2B5EF4-FFF2-40B4-BE49-F238E27FC236}">
                  <a16:creationId xmlns:a16="http://schemas.microsoft.com/office/drawing/2014/main" id="{520BBD21-C8A8-04B9-F317-2BC8324B1CE6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9000351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직선 화살표 연결선 384">
              <a:extLst>
                <a:ext uri="{FF2B5EF4-FFF2-40B4-BE49-F238E27FC236}">
                  <a16:creationId xmlns:a16="http://schemas.microsoft.com/office/drawing/2014/main" id="{04CE346D-E326-9BC5-2A0B-E1FA1393E0B0}"/>
                </a:ext>
              </a:extLst>
            </p:cNvPr>
            <p:cNvCxnSpPr>
              <a:cxnSpLocks/>
            </p:cNvCxnSpPr>
            <p:nvPr/>
          </p:nvCxnSpPr>
          <p:spPr>
            <a:xfrm>
              <a:off x="4968181" y="10800350"/>
              <a:ext cx="1080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직선 화살표 연결선 384">
              <a:extLst>
                <a:ext uri="{FF2B5EF4-FFF2-40B4-BE49-F238E27FC236}">
                  <a16:creationId xmlns:a16="http://schemas.microsoft.com/office/drawing/2014/main" id="{0A490D3F-39CF-77ED-85A9-0F6E9A5E34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8181" y="8496350"/>
              <a:ext cx="0" cy="1065600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1" name="직사각형 260">
              <a:extLst>
                <a:ext uri="{FF2B5EF4-FFF2-40B4-BE49-F238E27FC236}">
                  <a16:creationId xmlns:a16="http://schemas.microsoft.com/office/drawing/2014/main" id="{31C63699-CE72-FEDD-2D6D-74CA199ED31A}"/>
                </a:ext>
              </a:extLst>
            </p:cNvPr>
            <p:cNvSpPr/>
            <p:nvPr/>
          </p:nvSpPr>
          <p:spPr>
            <a:xfrm>
              <a:off x="6048181" y="12384350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ComponentType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mComponentTypes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(Type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대해 정수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Mapping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을 진행하는 목적은 </a:t>
              </a:r>
              <a:r>
                <a:rPr lang="en-US" altLang="ko-KR" sz="11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변경 발생 시 </a:t>
              </a:r>
              <a:r>
                <a:rPr lang="en-US" altLang="ko-KR" sz="11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MoveArray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처리를 위함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582" name="직사각형 260">
              <a:extLst>
                <a:ext uri="{FF2B5EF4-FFF2-40B4-BE49-F238E27FC236}">
                  <a16:creationId xmlns:a16="http://schemas.microsoft.com/office/drawing/2014/main" id="{0E69B176-B356-4C29-0A1F-D1EC19D6D0B1}"/>
                </a:ext>
              </a:extLst>
            </p:cNvPr>
            <p:cNvSpPr/>
            <p:nvPr/>
          </p:nvSpPr>
          <p:spPr>
            <a:xfrm>
              <a:off x="9360181" y="12384350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ComponentType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IComponentArray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mComponentFactories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(Unique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생성자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Mapping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목적은 </a:t>
              </a:r>
              <a:r>
                <a:rPr lang="en-US" altLang="ko-KR" sz="11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다양한 자료형을 관리하기 위함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583" name="직사각형 260">
              <a:extLst>
                <a:ext uri="{FF2B5EF4-FFF2-40B4-BE49-F238E27FC236}">
                  <a16:creationId xmlns:a16="http://schemas.microsoft.com/office/drawing/2014/main" id="{B7E7E9E4-215D-5193-DE15-AC26E38A43D8}"/>
                </a:ext>
              </a:extLst>
            </p:cNvPr>
            <p:cNvSpPr/>
            <p:nvPr/>
          </p:nvSpPr>
          <p:spPr>
            <a:xfrm>
              <a:off x="6336181" y="1332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[DX12_BoundingComponent] = 0</a:t>
              </a:r>
            </a:p>
          </p:txBody>
        </p:sp>
        <p:sp>
          <p:nvSpPr>
            <p:cNvPr id="584" name="직사각형 260">
              <a:extLst>
                <a:ext uri="{FF2B5EF4-FFF2-40B4-BE49-F238E27FC236}">
                  <a16:creationId xmlns:a16="http://schemas.microsoft.com/office/drawing/2014/main" id="{3B530C68-7BB4-37EB-CB82-B4AC45637E57}"/>
                </a:ext>
              </a:extLst>
            </p:cNvPr>
            <p:cNvSpPr/>
            <p:nvPr/>
          </p:nvSpPr>
          <p:spPr>
            <a:xfrm>
              <a:off x="6336181" y="1375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[DX12_MeshComponent] =  1</a:t>
              </a:r>
            </a:p>
          </p:txBody>
        </p:sp>
        <p:sp>
          <p:nvSpPr>
            <p:cNvPr id="585" name="직사각형 260">
              <a:extLst>
                <a:ext uri="{FF2B5EF4-FFF2-40B4-BE49-F238E27FC236}">
                  <a16:creationId xmlns:a16="http://schemas.microsoft.com/office/drawing/2014/main" id="{DAE339E4-9BAB-B613-7BD9-1B5ABD69B672}"/>
                </a:ext>
              </a:extLst>
            </p:cNvPr>
            <p:cNvSpPr/>
            <p:nvPr/>
          </p:nvSpPr>
          <p:spPr>
            <a:xfrm>
              <a:off x="6336181" y="14186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InstanceData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2</a:t>
              </a:r>
            </a:p>
          </p:txBody>
        </p:sp>
        <p:sp>
          <p:nvSpPr>
            <p:cNvPr id="586" name="직사각형 260">
              <a:extLst>
                <a:ext uri="{FF2B5EF4-FFF2-40B4-BE49-F238E27FC236}">
                  <a16:creationId xmlns:a16="http://schemas.microsoft.com/office/drawing/2014/main" id="{C6462227-89AB-205D-57DF-D342156E7D80}"/>
                </a:ext>
              </a:extLst>
            </p:cNvPr>
            <p:cNvSpPr/>
            <p:nvPr/>
          </p:nvSpPr>
          <p:spPr>
            <a:xfrm>
              <a:off x="6336181" y="14618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LightComponent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3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7" name="직사각형 260">
              <a:extLst>
                <a:ext uri="{FF2B5EF4-FFF2-40B4-BE49-F238E27FC236}">
                  <a16:creationId xmlns:a16="http://schemas.microsoft.com/office/drawing/2014/main" id="{0898EB1C-72D0-D94C-1375-D626BE6D25EB}"/>
                </a:ext>
              </a:extLst>
            </p:cNvPr>
            <p:cNvSpPr/>
            <p:nvPr/>
          </p:nvSpPr>
          <p:spPr>
            <a:xfrm>
              <a:off x="6336181" y="15050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4</a:t>
              </a:r>
            </a:p>
          </p:txBody>
        </p:sp>
        <p:sp>
          <p:nvSpPr>
            <p:cNvPr id="588" name="직사각형 260">
              <a:extLst>
                <a:ext uri="{FF2B5EF4-FFF2-40B4-BE49-F238E27FC236}">
                  <a16:creationId xmlns:a16="http://schemas.microsoft.com/office/drawing/2014/main" id="{D44AACA4-7C7C-A4B1-2A68-253D4992CD8B}"/>
                </a:ext>
              </a:extLst>
            </p:cNvPr>
            <p:cNvSpPr/>
            <p:nvPr/>
          </p:nvSpPr>
          <p:spPr>
            <a:xfrm>
              <a:off x="6336181" y="1548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5</a:t>
              </a:r>
            </a:p>
          </p:txBody>
        </p:sp>
        <p:sp>
          <p:nvSpPr>
            <p:cNvPr id="589" name="직사각형 260">
              <a:extLst>
                <a:ext uri="{FF2B5EF4-FFF2-40B4-BE49-F238E27FC236}">
                  <a16:creationId xmlns:a16="http://schemas.microsoft.com/office/drawing/2014/main" id="{8B7B5F14-999D-C0C2-C34B-821AD07016A9}"/>
                </a:ext>
              </a:extLst>
            </p:cNvPr>
            <p:cNvSpPr/>
            <p:nvPr/>
          </p:nvSpPr>
          <p:spPr>
            <a:xfrm>
              <a:off x="6336181" y="1591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RigidBodyComponent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6</a:t>
              </a:r>
            </a:p>
          </p:txBody>
        </p:sp>
        <p:sp>
          <p:nvSpPr>
            <p:cNvPr id="590" name="직사각형 260">
              <a:extLst>
                <a:ext uri="{FF2B5EF4-FFF2-40B4-BE49-F238E27FC236}">
                  <a16:creationId xmlns:a16="http://schemas.microsoft.com/office/drawing/2014/main" id="{5D653BD9-694A-46B1-F80A-EA1F383EE64C}"/>
                </a:ext>
              </a:extLst>
            </p:cNvPr>
            <p:cNvSpPr/>
            <p:nvPr/>
          </p:nvSpPr>
          <p:spPr>
            <a:xfrm>
              <a:off x="6336181" y="16346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GravityComponent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7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1" name="직사각형 260">
              <a:extLst>
                <a:ext uri="{FF2B5EF4-FFF2-40B4-BE49-F238E27FC236}">
                  <a16:creationId xmlns:a16="http://schemas.microsoft.com/office/drawing/2014/main" id="{8AF6A883-4A3D-CA4F-BD9F-4A73621A981C}"/>
                </a:ext>
              </a:extLst>
            </p:cNvPr>
            <p:cNvSpPr/>
            <p:nvPr/>
          </p:nvSpPr>
          <p:spPr>
            <a:xfrm>
              <a:off x="6336181" y="16778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BoundingVolumnComponent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8</a:t>
              </a:r>
            </a:p>
          </p:txBody>
        </p:sp>
        <p:sp>
          <p:nvSpPr>
            <p:cNvPr id="592" name="직사각형 260">
              <a:extLst>
                <a:ext uri="{FF2B5EF4-FFF2-40B4-BE49-F238E27FC236}">
                  <a16:creationId xmlns:a16="http://schemas.microsoft.com/office/drawing/2014/main" id="{245F6A7A-53DC-4BC0-6F5C-BF17000F5A49}"/>
                </a:ext>
              </a:extLst>
            </p:cNvPr>
            <p:cNvSpPr/>
            <p:nvPr/>
          </p:nvSpPr>
          <p:spPr>
            <a:xfrm>
              <a:off x="6336181" y="17210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CFGInstanceComponent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9</a:t>
              </a:r>
            </a:p>
          </p:txBody>
        </p:sp>
        <p:sp>
          <p:nvSpPr>
            <p:cNvPr id="593" name="직사각형 260">
              <a:extLst>
                <a:ext uri="{FF2B5EF4-FFF2-40B4-BE49-F238E27FC236}">
                  <a16:creationId xmlns:a16="http://schemas.microsoft.com/office/drawing/2014/main" id="{78F5B44A-02E7-BFD6-6C23-CB4EC900F53C}"/>
                </a:ext>
              </a:extLst>
            </p:cNvPr>
            <p:cNvSpPr/>
            <p:nvPr/>
          </p:nvSpPr>
          <p:spPr>
            <a:xfrm>
              <a:off x="6336181" y="1764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PlayerControlComponent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10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94" name="직사각형 260">
              <a:extLst>
                <a:ext uri="{FF2B5EF4-FFF2-40B4-BE49-F238E27FC236}">
                  <a16:creationId xmlns:a16="http://schemas.microsoft.com/office/drawing/2014/main" id="{08A7C355-6353-25E0-39D3-DD2F659ABAA2}"/>
                </a:ext>
              </a:extLst>
            </p:cNvPr>
            <p:cNvSpPr/>
            <p:nvPr/>
          </p:nvSpPr>
          <p:spPr>
            <a:xfrm>
              <a:off x="6370793" y="180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TextureScaleComponent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11</a:t>
              </a:r>
            </a:p>
          </p:txBody>
        </p:sp>
        <p:cxnSp>
          <p:nvCxnSpPr>
            <p:cNvPr id="599" name="직선 화살표 연결선 384">
              <a:extLst>
                <a:ext uri="{FF2B5EF4-FFF2-40B4-BE49-F238E27FC236}">
                  <a16:creationId xmlns:a16="http://schemas.microsoft.com/office/drawing/2014/main" id="{29AA19FD-72B8-243D-B478-41BDF86AF4EF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10800350"/>
              <a:ext cx="0" cy="158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직선 화살표 연결선 384">
              <a:extLst>
                <a:ext uri="{FF2B5EF4-FFF2-40B4-BE49-F238E27FC236}">
                  <a16:creationId xmlns:a16="http://schemas.microsoft.com/office/drawing/2014/main" id="{3D76E247-036C-A202-D8F1-3912F30C53E9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181" y="11592350"/>
              <a:ext cx="0" cy="792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7" name="직사각형 260">
              <a:extLst>
                <a:ext uri="{FF2B5EF4-FFF2-40B4-BE49-F238E27FC236}">
                  <a16:creationId xmlns:a16="http://schemas.microsoft.com/office/drawing/2014/main" id="{645EBE28-A95E-DA76-87B0-08965F87BB9F}"/>
                </a:ext>
              </a:extLst>
            </p:cNvPr>
            <p:cNvSpPr/>
            <p:nvPr/>
          </p:nvSpPr>
          <p:spPr>
            <a:xfrm>
              <a:off x="9648181" y="1332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[DX12_BoundingComponent] = []() std::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make_unique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ComponentArray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&lt;&gt;</a:t>
              </a:r>
            </a:p>
          </p:txBody>
        </p:sp>
        <p:sp>
          <p:nvSpPr>
            <p:cNvPr id="608" name="직사각형 260">
              <a:extLst>
                <a:ext uri="{FF2B5EF4-FFF2-40B4-BE49-F238E27FC236}">
                  <a16:creationId xmlns:a16="http://schemas.microsoft.com/office/drawing/2014/main" id="{BDF5A4AB-3256-91B8-47F7-44A68F5289D9}"/>
                </a:ext>
              </a:extLst>
            </p:cNvPr>
            <p:cNvSpPr/>
            <p:nvPr/>
          </p:nvSpPr>
          <p:spPr>
            <a:xfrm>
              <a:off x="9648181" y="1375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[DX12_MeshComponent]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= 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9" name="직사각형 260">
              <a:extLst>
                <a:ext uri="{FF2B5EF4-FFF2-40B4-BE49-F238E27FC236}">
                  <a16:creationId xmlns:a16="http://schemas.microsoft.com/office/drawing/2014/main" id="{8CE94CC5-5F36-B342-FED4-8CE21AB3098D}"/>
                </a:ext>
              </a:extLst>
            </p:cNvPr>
            <p:cNvSpPr/>
            <p:nvPr/>
          </p:nvSpPr>
          <p:spPr>
            <a:xfrm>
              <a:off x="9648181" y="14186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InstanceData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= 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0" name="직사각형 260">
              <a:extLst>
                <a:ext uri="{FF2B5EF4-FFF2-40B4-BE49-F238E27FC236}">
                  <a16:creationId xmlns:a16="http://schemas.microsoft.com/office/drawing/2014/main" id="{C2B51675-D785-443C-AB08-954333EB6E46}"/>
                </a:ext>
              </a:extLst>
            </p:cNvPr>
            <p:cNvSpPr/>
            <p:nvPr/>
          </p:nvSpPr>
          <p:spPr>
            <a:xfrm>
              <a:off x="9648181" y="14618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LightComponent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1" name="직사각형 260">
              <a:extLst>
                <a:ext uri="{FF2B5EF4-FFF2-40B4-BE49-F238E27FC236}">
                  <a16:creationId xmlns:a16="http://schemas.microsoft.com/office/drawing/2014/main" id="{57477F1D-3415-7CF3-2B08-B73E475651E5}"/>
                </a:ext>
              </a:extLst>
            </p:cNvPr>
            <p:cNvSpPr/>
            <p:nvPr/>
          </p:nvSpPr>
          <p:spPr>
            <a:xfrm>
              <a:off x="9648181" y="15050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2" name="직사각형 260">
              <a:extLst>
                <a:ext uri="{FF2B5EF4-FFF2-40B4-BE49-F238E27FC236}">
                  <a16:creationId xmlns:a16="http://schemas.microsoft.com/office/drawing/2014/main" id="{1C8C5755-72EE-8FB4-D8B7-D124C48B0E16}"/>
                </a:ext>
              </a:extLst>
            </p:cNvPr>
            <p:cNvSpPr/>
            <p:nvPr/>
          </p:nvSpPr>
          <p:spPr>
            <a:xfrm>
              <a:off x="9648181" y="1548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3" name="직사각형 260">
              <a:extLst>
                <a:ext uri="{FF2B5EF4-FFF2-40B4-BE49-F238E27FC236}">
                  <a16:creationId xmlns:a16="http://schemas.microsoft.com/office/drawing/2014/main" id="{0371EBBA-E447-8885-0412-8E27E6D5F086}"/>
                </a:ext>
              </a:extLst>
            </p:cNvPr>
            <p:cNvSpPr/>
            <p:nvPr/>
          </p:nvSpPr>
          <p:spPr>
            <a:xfrm>
              <a:off x="9648181" y="1591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RigidBodyComponent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4" name="직사각형 260">
              <a:extLst>
                <a:ext uri="{FF2B5EF4-FFF2-40B4-BE49-F238E27FC236}">
                  <a16:creationId xmlns:a16="http://schemas.microsoft.com/office/drawing/2014/main" id="{4B678176-70E6-73FC-6F26-60643D8C2020}"/>
                </a:ext>
              </a:extLst>
            </p:cNvPr>
            <p:cNvSpPr/>
            <p:nvPr/>
          </p:nvSpPr>
          <p:spPr>
            <a:xfrm>
              <a:off x="9648181" y="16346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GravityComponent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5" name="직사각형 260">
              <a:extLst>
                <a:ext uri="{FF2B5EF4-FFF2-40B4-BE49-F238E27FC236}">
                  <a16:creationId xmlns:a16="http://schemas.microsoft.com/office/drawing/2014/main" id="{71CD097B-8594-15CC-74CB-11CC5A6131B0}"/>
                </a:ext>
              </a:extLst>
            </p:cNvPr>
            <p:cNvSpPr/>
            <p:nvPr/>
          </p:nvSpPr>
          <p:spPr>
            <a:xfrm>
              <a:off x="9648181" y="16778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BoundingVolumnComponent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6" name="직사각형 260">
              <a:extLst>
                <a:ext uri="{FF2B5EF4-FFF2-40B4-BE49-F238E27FC236}">
                  <a16:creationId xmlns:a16="http://schemas.microsoft.com/office/drawing/2014/main" id="{E89AAD09-15DA-C028-28A7-324E44207CA7}"/>
                </a:ext>
              </a:extLst>
            </p:cNvPr>
            <p:cNvSpPr/>
            <p:nvPr/>
          </p:nvSpPr>
          <p:spPr>
            <a:xfrm>
              <a:off x="9648181" y="17210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CFGInstanceComponent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7" name="직사각형 260">
              <a:extLst>
                <a:ext uri="{FF2B5EF4-FFF2-40B4-BE49-F238E27FC236}">
                  <a16:creationId xmlns:a16="http://schemas.microsoft.com/office/drawing/2014/main" id="{EA4A8B51-2E00-1567-B248-1459D5783CB1}"/>
                </a:ext>
              </a:extLst>
            </p:cNvPr>
            <p:cNvSpPr/>
            <p:nvPr/>
          </p:nvSpPr>
          <p:spPr>
            <a:xfrm>
              <a:off x="9648181" y="17642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PlayerControlComponent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8" name="직사각형 260">
              <a:extLst>
                <a:ext uri="{FF2B5EF4-FFF2-40B4-BE49-F238E27FC236}">
                  <a16:creationId xmlns:a16="http://schemas.microsoft.com/office/drawing/2014/main" id="{75010CF8-D27F-7D33-595A-91911EC2985E}"/>
                </a:ext>
              </a:extLst>
            </p:cNvPr>
            <p:cNvSpPr/>
            <p:nvPr/>
          </p:nvSpPr>
          <p:spPr>
            <a:xfrm>
              <a:off x="9648181" y="180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TextureScaleComponent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=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[]() {return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ComponentArray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6" name="직사각형 283">
              <a:extLst>
                <a:ext uri="{FF2B5EF4-FFF2-40B4-BE49-F238E27FC236}">
                  <a16:creationId xmlns:a16="http://schemas.microsoft.com/office/drawing/2014/main" id="{54329C0B-6B5E-EF22-BED0-ACC04E3FBD8A}"/>
                </a:ext>
              </a:extLst>
            </p:cNvPr>
            <p:cNvSpPr/>
            <p:nvPr/>
          </p:nvSpPr>
          <p:spPr>
            <a:xfrm>
              <a:off x="1008181" y="9720350"/>
              <a:ext cx="2736000" cy="633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Register System &amp; Signature</a:t>
              </a: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및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Signature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등록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예시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)</a:t>
              </a:r>
            </a:p>
          </p:txBody>
        </p:sp>
        <p:cxnSp>
          <p:nvCxnSpPr>
            <p:cNvPr id="627" name="직선 화살표 연결선 384">
              <a:extLst>
                <a:ext uri="{FF2B5EF4-FFF2-40B4-BE49-F238E27FC236}">
                  <a16:creationId xmlns:a16="http://schemas.microsoft.com/office/drawing/2014/main" id="{DFB3F276-FD13-998B-441D-00099245CB51}"/>
                </a:ext>
              </a:extLst>
            </p:cNvPr>
            <p:cNvCxnSpPr>
              <a:cxnSpLocks/>
            </p:cNvCxnSpPr>
            <p:nvPr/>
          </p:nvCxnSpPr>
          <p:spPr>
            <a:xfrm>
              <a:off x="2412181" y="957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8" name="직사각형 260">
              <a:extLst>
                <a:ext uri="{FF2B5EF4-FFF2-40B4-BE49-F238E27FC236}">
                  <a16:creationId xmlns:a16="http://schemas.microsoft.com/office/drawing/2014/main" id="{1ADF8127-B4AF-1A89-4681-922432E01DDE}"/>
                </a:ext>
              </a:extLst>
            </p:cNvPr>
            <p:cNvSpPr/>
            <p:nvPr/>
          </p:nvSpPr>
          <p:spPr>
            <a:xfrm>
              <a:off x="1296181" y="14184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PlayerControlSystem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0" name="직사각형 260">
              <a:extLst>
                <a:ext uri="{FF2B5EF4-FFF2-40B4-BE49-F238E27FC236}">
                  <a16:creationId xmlns:a16="http://schemas.microsoft.com/office/drawing/2014/main" id="{672D25DC-C9F2-C47E-8C88-0BE9A79CACBF}"/>
                </a:ext>
              </a:extLst>
            </p:cNvPr>
            <p:cNvSpPr/>
            <p:nvPr/>
          </p:nvSpPr>
          <p:spPr>
            <a:xfrm>
              <a:off x="1296181" y="1015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1" name="직사각형 260">
              <a:extLst>
                <a:ext uri="{FF2B5EF4-FFF2-40B4-BE49-F238E27FC236}">
                  <a16:creationId xmlns:a16="http://schemas.microsoft.com/office/drawing/2014/main" id="{ABFA1709-EB64-3C8B-DDC1-A77F9AE56F50}"/>
                </a:ext>
              </a:extLst>
            </p:cNvPr>
            <p:cNvSpPr/>
            <p:nvPr/>
          </p:nvSpPr>
          <p:spPr>
            <a:xfrm>
              <a:off x="1296181" y="10440351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FMODAudioComponent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{4}</a:t>
              </a:r>
            </a:p>
          </p:txBody>
        </p:sp>
        <p:cxnSp>
          <p:nvCxnSpPr>
            <p:cNvPr id="632" name="직선 화살표 연결선 384">
              <a:extLst>
                <a:ext uri="{FF2B5EF4-FFF2-40B4-BE49-F238E27FC236}">
                  <a16:creationId xmlns:a16="http://schemas.microsoft.com/office/drawing/2014/main" id="{A5D0DCC6-A02A-E2D8-9CAA-83E2B7B9CD64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4040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3" name="직사각형 110">
              <a:extLst>
                <a:ext uri="{FF2B5EF4-FFF2-40B4-BE49-F238E27FC236}">
                  <a16:creationId xmlns:a16="http://schemas.microsoft.com/office/drawing/2014/main" id="{D0A4DFFA-5482-51C2-C406-F4BF1351BAB8}"/>
                </a:ext>
              </a:extLst>
            </p:cNvPr>
            <p:cNvSpPr/>
            <p:nvPr/>
          </p:nvSpPr>
          <p:spPr>
            <a:xfrm>
              <a:off x="5760181" y="18864350"/>
              <a:ext cx="36431997" cy="69119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SystemManager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간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 유닛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간 병렬처리를 같이 고려함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42" name="직사각형 260">
              <a:extLst>
                <a:ext uri="{FF2B5EF4-FFF2-40B4-BE49-F238E27FC236}">
                  <a16:creationId xmlns:a16="http://schemas.microsoft.com/office/drawing/2014/main" id="{786E08E1-D85B-4863-4117-F4C635AD4A7C}"/>
                </a:ext>
              </a:extLst>
            </p:cNvPr>
            <p:cNvSpPr/>
            <p:nvPr/>
          </p:nvSpPr>
          <p:spPr>
            <a:xfrm>
              <a:off x="9360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Signature&gt;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44" name="직사각형 260">
              <a:extLst>
                <a:ext uri="{FF2B5EF4-FFF2-40B4-BE49-F238E27FC236}">
                  <a16:creationId xmlns:a16="http://schemas.microsoft.com/office/drawing/2014/main" id="{060A7382-B33B-E94B-571D-4B4E0FB504EA}"/>
                </a:ext>
              </a:extLst>
            </p:cNvPr>
            <p:cNvSpPr/>
            <p:nvPr/>
          </p:nvSpPr>
          <p:spPr>
            <a:xfrm>
              <a:off x="9648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{4}</a:t>
              </a:r>
            </a:p>
          </p:txBody>
        </p:sp>
        <p:sp>
          <p:nvSpPr>
            <p:cNvPr id="645" name="직사각형 260">
              <a:extLst>
                <a:ext uri="{FF2B5EF4-FFF2-40B4-BE49-F238E27FC236}">
                  <a16:creationId xmlns:a16="http://schemas.microsoft.com/office/drawing/2014/main" id="{C650B94A-D81A-AEF4-7034-8A7C764BF8CB}"/>
                </a:ext>
              </a:extLst>
            </p:cNvPr>
            <p:cNvSpPr/>
            <p:nvPr/>
          </p:nvSpPr>
          <p:spPr>
            <a:xfrm>
              <a:off x="9648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{5,6,7}</a:t>
              </a:r>
            </a:p>
          </p:txBody>
        </p:sp>
        <p:sp>
          <p:nvSpPr>
            <p:cNvPr id="646" name="직사각형 260">
              <a:extLst>
                <a:ext uri="{FF2B5EF4-FFF2-40B4-BE49-F238E27FC236}">
                  <a16:creationId xmlns:a16="http://schemas.microsoft.com/office/drawing/2014/main" id="{60662639-6926-B58D-3039-7E511600208A}"/>
                </a:ext>
              </a:extLst>
            </p:cNvPr>
            <p:cNvSpPr/>
            <p:nvPr/>
          </p:nvSpPr>
          <p:spPr>
            <a:xfrm>
              <a:off x="9648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{3}</a:t>
              </a:r>
            </a:p>
          </p:txBody>
        </p:sp>
        <p:sp>
          <p:nvSpPr>
            <p:cNvPr id="674" name="직사각형 260">
              <a:extLst>
                <a:ext uri="{FF2B5EF4-FFF2-40B4-BE49-F238E27FC236}">
                  <a16:creationId xmlns:a16="http://schemas.microsoft.com/office/drawing/2014/main" id="{241B7EFC-AA5C-BF1F-4F67-CC09543CBE0E}"/>
                </a:ext>
              </a:extLst>
            </p:cNvPr>
            <p:cNvSpPr/>
            <p:nvPr/>
          </p:nvSpPr>
          <p:spPr>
            <a:xfrm>
              <a:off x="1296181" y="108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PhysicsSystem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5" name="직사각형 260">
              <a:extLst>
                <a:ext uri="{FF2B5EF4-FFF2-40B4-BE49-F238E27FC236}">
                  <a16:creationId xmlns:a16="http://schemas.microsoft.com/office/drawing/2014/main" id="{045F295A-C7BB-FBA7-B968-F119E17B837C}"/>
                </a:ext>
              </a:extLst>
            </p:cNvPr>
            <p:cNvSpPr/>
            <p:nvPr/>
          </p:nvSpPr>
          <p:spPr>
            <a:xfrm>
              <a:off x="1296181" y="11160351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RigidBodyComponent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{6}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GravityComponent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{7}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76" name="직선 화살표 연결선 384">
              <a:extLst>
                <a:ext uri="{FF2B5EF4-FFF2-40B4-BE49-F238E27FC236}">
                  <a16:creationId xmlns:a16="http://schemas.microsoft.com/office/drawing/2014/main" id="{51689752-4A42-5270-A09D-B4675B07A4BE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0728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7" name="직사각형 110">
              <a:extLst>
                <a:ext uri="{FF2B5EF4-FFF2-40B4-BE49-F238E27FC236}">
                  <a16:creationId xmlns:a16="http://schemas.microsoft.com/office/drawing/2014/main" id="{1F5C7FF0-B1B5-6CE1-41FF-9229DDAA31FE}"/>
                </a:ext>
              </a:extLst>
            </p:cNvPr>
            <p:cNvSpPr/>
            <p:nvPr/>
          </p:nvSpPr>
          <p:spPr>
            <a:xfrm>
              <a:off x="6048181" y="19440350"/>
              <a:ext cx="32544000" cy="115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RegisterSystem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9" name="직사각형 260">
              <a:extLst>
                <a:ext uri="{FF2B5EF4-FFF2-40B4-BE49-F238E27FC236}">
                  <a16:creationId xmlns:a16="http://schemas.microsoft.com/office/drawing/2014/main" id="{FD84E235-F42E-A8C6-0FAC-83890DECA279}"/>
                </a:ext>
              </a:extLst>
            </p:cNvPr>
            <p:cNvSpPr/>
            <p:nvPr/>
          </p:nvSpPr>
          <p:spPr>
            <a:xfrm>
              <a:off x="12960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BeginPlay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80" name="직사각형 260">
              <a:extLst>
                <a:ext uri="{FF2B5EF4-FFF2-40B4-BE49-F238E27FC236}">
                  <a16:creationId xmlns:a16="http://schemas.microsoft.com/office/drawing/2014/main" id="{EB547F5E-BF0F-6907-A701-5B60913501CD}"/>
                </a:ext>
              </a:extLst>
            </p:cNvPr>
            <p:cNvSpPr/>
            <p:nvPr/>
          </p:nvSpPr>
          <p:spPr>
            <a:xfrm>
              <a:off x="1296181" y="11736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LightSystem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1" name="직사각형 260">
              <a:extLst>
                <a:ext uri="{FF2B5EF4-FFF2-40B4-BE49-F238E27FC236}">
                  <a16:creationId xmlns:a16="http://schemas.microsoft.com/office/drawing/2014/main" id="{346B40CD-C362-9216-2456-39FCE4DAF0BD}"/>
                </a:ext>
              </a:extLst>
            </p:cNvPr>
            <p:cNvSpPr/>
            <p:nvPr/>
          </p:nvSpPr>
          <p:spPr>
            <a:xfrm>
              <a:off x="1296181" y="1202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LightComponent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{3}</a:t>
              </a:r>
            </a:p>
          </p:txBody>
        </p:sp>
        <p:cxnSp>
          <p:nvCxnSpPr>
            <p:cNvPr id="682" name="직선 화살표 연결선 384">
              <a:extLst>
                <a:ext uri="{FF2B5EF4-FFF2-40B4-BE49-F238E27FC236}">
                  <a16:creationId xmlns:a16="http://schemas.microsoft.com/office/drawing/2014/main" id="{1C10FDD4-56AA-DC77-8668-FC70A1969903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1592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3" name="직사각형 260">
              <a:extLst>
                <a:ext uri="{FF2B5EF4-FFF2-40B4-BE49-F238E27FC236}">
                  <a16:creationId xmlns:a16="http://schemas.microsoft.com/office/drawing/2014/main" id="{7313C232-7E87-4392-9BA5-4A14EFEEE9A6}"/>
                </a:ext>
              </a:extLst>
            </p:cNvPr>
            <p:cNvSpPr/>
            <p:nvPr/>
          </p:nvSpPr>
          <p:spPr>
            <a:xfrm>
              <a:off x="1296181" y="14472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RigidBodyComponent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{6}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{10}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4" name="직사각형 260">
              <a:extLst>
                <a:ext uri="{FF2B5EF4-FFF2-40B4-BE49-F238E27FC236}">
                  <a16:creationId xmlns:a16="http://schemas.microsoft.com/office/drawing/2014/main" id="{E11AE9E8-2B18-21B7-2047-244C63BDF6E3}"/>
                </a:ext>
              </a:extLst>
            </p:cNvPr>
            <p:cNvSpPr/>
            <p:nvPr/>
          </p:nvSpPr>
          <p:spPr>
            <a:xfrm>
              <a:off x="1296181" y="12456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DX12_BoundingSystem</a:t>
              </a:r>
            </a:p>
          </p:txBody>
        </p:sp>
        <p:cxnSp>
          <p:nvCxnSpPr>
            <p:cNvPr id="685" name="직선 화살표 연결선 384">
              <a:extLst>
                <a:ext uri="{FF2B5EF4-FFF2-40B4-BE49-F238E27FC236}">
                  <a16:creationId xmlns:a16="http://schemas.microsoft.com/office/drawing/2014/main" id="{AEDA08F3-0E0C-86BA-B7BD-41AB9F2AF6F9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2312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6" name="직사각형 260">
              <a:extLst>
                <a:ext uri="{FF2B5EF4-FFF2-40B4-BE49-F238E27FC236}">
                  <a16:creationId xmlns:a16="http://schemas.microsoft.com/office/drawing/2014/main" id="{A70823AF-FA1A-B3E7-B5B0-F26E02352BA9}"/>
                </a:ext>
              </a:extLst>
            </p:cNvPr>
            <p:cNvSpPr/>
            <p:nvPr/>
          </p:nvSpPr>
          <p:spPr>
            <a:xfrm>
              <a:off x="1296181" y="12744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DX12_BoundingComponent {0}</a:t>
              </a:r>
            </a:p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DX12_MeshComponent {1}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7" name="직사각형 260">
              <a:extLst>
                <a:ext uri="{FF2B5EF4-FFF2-40B4-BE49-F238E27FC236}">
                  <a16:creationId xmlns:a16="http://schemas.microsoft.com/office/drawing/2014/main" id="{1A25B4B3-17BB-8D93-596C-5CEB598CACBC}"/>
                </a:ext>
              </a:extLst>
            </p:cNvPr>
            <p:cNvSpPr/>
            <p:nvPr/>
          </p:nvSpPr>
          <p:spPr>
            <a:xfrm>
              <a:off x="1296181" y="1332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BoundingVolumeUpdateSystem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88" name="직선 화살표 연결선 384">
              <a:extLst>
                <a:ext uri="{FF2B5EF4-FFF2-40B4-BE49-F238E27FC236}">
                  <a16:creationId xmlns:a16="http://schemas.microsoft.com/office/drawing/2014/main" id="{7D27CE00-D8EE-41F9-D198-88A477FFEF29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3176349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9" name="직사각형 260">
              <a:extLst>
                <a:ext uri="{FF2B5EF4-FFF2-40B4-BE49-F238E27FC236}">
                  <a16:creationId xmlns:a16="http://schemas.microsoft.com/office/drawing/2014/main" id="{AB5CBB7E-482C-0E49-3C0B-8F01248A068B}"/>
                </a:ext>
              </a:extLst>
            </p:cNvPr>
            <p:cNvSpPr/>
            <p:nvPr/>
          </p:nvSpPr>
          <p:spPr>
            <a:xfrm>
              <a:off x="1296181" y="13608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DX12_BoundingComponent {0}</a:t>
              </a:r>
            </a:p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DX12_MeshComponent {1}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91" name="직선 화살표 연결선 384">
              <a:extLst>
                <a:ext uri="{FF2B5EF4-FFF2-40B4-BE49-F238E27FC236}">
                  <a16:creationId xmlns:a16="http://schemas.microsoft.com/office/drawing/2014/main" id="{DDA3C72A-4714-FE96-E8B3-C0EB7A564F15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4904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3" name="직사각형 260">
              <a:extLst>
                <a:ext uri="{FF2B5EF4-FFF2-40B4-BE49-F238E27FC236}">
                  <a16:creationId xmlns:a16="http://schemas.microsoft.com/office/drawing/2014/main" id="{69ABCF6C-5D9C-9A51-B489-24348DFD6D6E}"/>
                </a:ext>
              </a:extLst>
            </p:cNvPr>
            <p:cNvSpPr/>
            <p:nvPr/>
          </p:nvSpPr>
          <p:spPr>
            <a:xfrm>
              <a:off x="1296181" y="1504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WorldMatrixUpdateSystem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5" name="직사각형 260">
              <a:extLst>
                <a:ext uri="{FF2B5EF4-FFF2-40B4-BE49-F238E27FC236}">
                  <a16:creationId xmlns:a16="http://schemas.microsoft.com/office/drawing/2014/main" id="{19C623F9-C784-4D00-907A-6F75CC3A0072}"/>
                </a:ext>
              </a:extLst>
            </p:cNvPr>
            <p:cNvSpPr/>
            <p:nvPr/>
          </p:nvSpPr>
          <p:spPr>
            <a:xfrm>
              <a:off x="1296181" y="15336350"/>
              <a:ext cx="2160000" cy="57599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TransformComponent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{5}</a:t>
              </a:r>
            </a:p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DX12_MeshComponent {1}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CFGInstanceComponent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{9}</a:t>
              </a:r>
            </a:p>
            <a:p>
              <a:pPr lvl="0" algn="ctr" defTabSz="457122"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TextureScaleComponent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{11}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3" name="직사각형 260">
              <a:extLst>
                <a:ext uri="{FF2B5EF4-FFF2-40B4-BE49-F238E27FC236}">
                  <a16:creationId xmlns:a16="http://schemas.microsoft.com/office/drawing/2014/main" id="{F8C3B9B3-CD6A-CF51-5A16-3CFE918679A7}"/>
                </a:ext>
              </a:extLst>
            </p:cNvPr>
            <p:cNvSpPr/>
            <p:nvPr/>
          </p:nvSpPr>
          <p:spPr>
            <a:xfrm>
              <a:off x="9648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{5,6,10}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4" name="직사각형 260">
              <a:extLst>
                <a:ext uri="{FF2B5EF4-FFF2-40B4-BE49-F238E27FC236}">
                  <a16:creationId xmlns:a16="http://schemas.microsoft.com/office/drawing/2014/main" id="{CB1426D7-D577-F051-6DC4-484558909A62}"/>
                </a:ext>
              </a:extLst>
            </p:cNvPr>
            <p:cNvSpPr/>
            <p:nvPr/>
          </p:nvSpPr>
          <p:spPr>
            <a:xfrm>
              <a:off x="9648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5" name="직사각형 260">
              <a:extLst>
                <a:ext uri="{FF2B5EF4-FFF2-40B4-BE49-F238E27FC236}">
                  <a16:creationId xmlns:a16="http://schemas.microsoft.com/office/drawing/2014/main" id="{C50AF978-19EB-716B-31C6-4AB4BEBC159C}"/>
                </a:ext>
              </a:extLst>
            </p:cNvPr>
            <p:cNvSpPr/>
            <p:nvPr/>
          </p:nvSpPr>
          <p:spPr>
            <a:xfrm>
              <a:off x="9648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{5,6,10}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6" name="직사각형 260">
              <a:extLst>
                <a:ext uri="{FF2B5EF4-FFF2-40B4-BE49-F238E27FC236}">
                  <a16:creationId xmlns:a16="http://schemas.microsoft.com/office/drawing/2014/main" id="{196F2436-E19F-4146-CAAB-66EBDA867B8E}"/>
                </a:ext>
              </a:extLst>
            </p:cNvPr>
            <p:cNvSpPr/>
            <p:nvPr/>
          </p:nvSpPr>
          <p:spPr>
            <a:xfrm>
              <a:off x="9648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{0,1,5}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8" name="직사각형 260">
              <a:extLst>
                <a:ext uri="{FF2B5EF4-FFF2-40B4-BE49-F238E27FC236}">
                  <a16:creationId xmlns:a16="http://schemas.microsoft.com/office/drawing/2014/main" id="{C7699FA7-69F8-4D36-FE5C-10878BB1A164}"/>
                </a:ext>
              </a:extLst>
            </p:cNvPr>
            <p:cNvSpPr/>
            <p:nvPr/>
          </p:nvSpPr>
          <p:spPr>
            <a:xfrm>
              <a:off x="12672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mSystemBeginPlayTasks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09" name="직사각형 260">
              <a:extLst>
                <a:ext uri="{FF2B5EF4-FFF2-40B4-BE49-F238E27FC236}">
                  <a16:creationId xmlns:a16="http://schemas.microsoft.com/office/drawing/2014/main" id="{197704C6-D8B1-B5BB-EA2D-C90C96FC078D}"/>
                </a:ext>
              </a:extLst>
            </p:cNvPr>
            <p:cNvSpPr/>
            <p:nvPr/>
          </p:nvSpPr>
          <p:spPr>
            <a:xfrm>
              <a:off x="12960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710" name="직사각형 260">
              <a:extLst>
                <a:ext uri="{FF2B5EF4-FFF2-40B4-BE49-F238E27FC236}">
                  <a16:creationId xmlns:a16="http://schemas.microsoft.com/office/drawing/2014/main" id="{33D4ACDC-D33E-76D8-5C47-659A676C9C1B}"/>
                </a:ext>
              </a:extLst>
            </p:cNvPr>
            <p:cNvSpPr/>
            <p:nvPr/>
          </p:nvSpPr>
          <p:spPr>
            <a:xfrm>
              <a:off x="12960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711" name="직사각형 260">
              <a:extLst>
                <a:ext uri="{FF2B5EF4-FFF2-40B4-BE49-F238E27FC236}">
                  <a16:creationId xmlns:a16="http://schemas.microsoft.com/office/drawing/2014/main" id="{89DE381C-4DB8-8280-A8B6-A88D9FF4E9A5}"/>
                </a:ext>
              </a:extLst>
            </p:cNvPr>
            <p:cNvSpPr/>
            <p:nvPr/>
          </p:nvSpPr>
          <p:spPr>
            <a:xfrm>
              <a:off x="12960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712" name="직사각형 260">
              <a:extLst>
                <a:ext uri="{FF2B5EF4-FFF2-40B4-BE49-F238E27FC236}">
                  <a16:creationId xmlns:a16="http://schemas.microsoft.com/office/drawing/2014/main" id="{CA32E484-1734-8637-AAF3-93A64F66D27D}"/>
                </a:ext>
              </a:extLst>
            </p:cNvPr>
            <p:cNvSpPr/>
            <p:nvPr/>
          </p:nvSpPr>
          <p:spPr>
            <a:xfrm>
              <a:off x="12960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3" name="직사각형 260">
              <a:extLst>
                <a:ext uri="{FF2B5EF4-FFF2-40B4-BE49-F238E27FC236}">
                  <a16:creationId xmlns:a16="http://schemas.microsoft.com/office/drawing/2014/main" id="{1B98BE87-703A-5114-4605-906B477865FA}"/>
                </a:ext>
              </a:extLst>
            </p:cNvPr>
            <p:cNvSpPr/>
            <p:nvPr/>
          </p:nvSpPr>
          <p:spPr>
            <a:xfrm>
              <a:off x="12960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4" name="직사각형 260">
              <a:extLst>
                <a:ext uri="{FF2B5EF4-FFF2-40B4-BE49-F238E27FC236}">
                  <a16:creationId xmlns:a16="http://schemas.microsoft.com/office/drawing/2014/main" id="{6407A29B-2510-75C1-92FB-148C743121C2}"/>
                </a:ext>
              </a:extLst>
            </p:cNvPr>
            <p:cNvSpPr/>
            <p:nvPr/>
          </p:nvSpPr>
          <p:spPr>
            <a:xfrm>
              <a:off x="12960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5" name="직사각형 260">
              <a:extLst>
                <a:ext uri="{FF2B5EF4-FFF2-40B4-BE49-F238E27FC236}">
                  <a16:creationId xmlns:a16="http://schemas.microsoft.com/office/drawing/2014/main" id="{21FCDF0A-43BD-BF57-FDDD-CCEB0FC4B01B}"/>
                </a:ext>
              </a:extLst>
            </p:cNvPr>
            <p:cNvSpPr/>
            <p:nvPr/>
          </p:nvSpPr>
          <p:spPr>
            <a:xfrm>
              <a:off x="12960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7" name="직사각형 260">
              <a:extLst>
                <a:ext uri="{FF2B5EF4-FFF2-40B4-BE49-F238E27FC236}">
                  <a16:creationId xmlns:a16="http://schemas.microsoft.com/office/drawing/2014/main" id="{F0D96BF0-4C20-448C-61D0-3146B77221BD}"/>
                </a:ext>
              </a:extLst>
            </p:cNvPr>
            <p:cNvSpPr/>
            <p:nvPr/>
          </p:nvSpPr>
          <p:spPr>
            <a:xfrm>
              <a:off x="15984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mSystemSyncTasks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18" name="직사각형 260">
              <a:extLst>
                <a:ext uri="{FF2B5EF4-FFF2-40B4-BE49-F238E27FC236}">
                  <a16:creationId xmlns:a16="http://schemas.microsoft.com/office/drawing/2014/main" id="{64849197-7EDE-CE9B-4B98-5A35E006B935}"/>
                </a:ext>
              </a:extLst>
            </p:cNvPr>
            <p:cNvSpPr/>
            <p:nvPr/>
          </p:nvSpPr>
          <p:spPr>
            <a:xfrm>
              <a:off x="16272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719" name="직사각형 260">
              <a:extLst>
                <a:ext uri="{FF2B5EF4-FFF2-40B4-BE49-F238E27FC236}">
                  <a16:creationId xmlns:a16="http://schemas.microsoft.com/office/drawing/2014/main" id="{8BFFBA93-CFBE-655B-AFE5-2C4C37FD082C}"/>
                </a:ext>
              </a:extLst>
            </p:cNvPr>
            <p:cNvSpPr/>
            <p:nvPr/>
          </p:nvSpPr>
          <p:spPr>
            <a:xfrm>
              <a:off x="16272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720" name="직사각형 260">
              <a:extLst>
                <a:ext uri="{FF2B5EF4-FFF2-40B4-BE49-F238E27FC236}">
                  <a16:creationId xmlns:a16="http://schemas.microsoft.com/office/drawing/2014/main" id="{13DC6BCF-AF58-3C62-4C66-E2ED45AC61A1}"/>
                </a:ext>
              </a:extLst>
            </p:cNvPr>
            <p:cNvSpPr/>
            <p:nvPr/>
          </p:nvSpPr>
          <p:spPr>
            <a:xfrm>
              <a:off x="16272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721" name="직사각형 260">
              <a:extLst>
                <a:ext uri="{FF2B5EF4-FFF2-40B4-BE49-F238E27FC236}">
                  <a16:creationId xmlns:a16="http://schemas.microsoft.com/office/drawing/2014/main" id="{1E71B80E-43BF-3D27-4B91-D975323B7332}"/>
                </a:ext>
              </a:extLst>
            </p:cNvPr>
            <p:cNvSpPr/>
            <p:nvPr/>
          </p:nvSpPr>
          <p:spPr>
            <a:xfrm>
              <a:off x="16272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2" name="직사각형 260">
              <a:extLst>
                <a:ext uri="{FF2B5EF4-FFF2-40B4-BE49-F238E27FC236}">
                  <a16:creationId xmlns:a16="http://schemas.microsoft.com/office/drawing/2014/main" id="{DC3A3996-ECC2-FD43-269F-E239CFEB05C3}"/>
                </a:ext>
              </a:extLst>
            </p:cNvPr>
            <p:cNvSpPr/>
            <p:nvPr/>
          </p:nvSpPr>
          <p:spPr>
            <a:xfrm>
              <a:off x="16272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3" name="직사각형 260">
              <a:extLst>
                <a:ext uri="{FF2B5EF4-FFF2-40B4-BE49-F238E27FC236}">
                  <a16:creationId xmlns:a16="http://schemas.microsoft.com/office/drawing/2014/main" id="{D8AC88AE-51C1-F919-B844-A45139017ED3}"/>
                </a:ext>
              </a:extLst>
            </p:cNvPr>
            <p:cNvSpPr/>
            <p:nvPr/>
          </p:nvSpPr>
          <p:spPr>
            <a:xfrm>
              <a:off x="16272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4" name="직사각형 260">
              <a:extLst>
                <a:ext uri="{FF2B5EF4-FFF2-40B4-BE49-F238E27FC236}">
                  <a16:creationId xmlns:a16="http://schemas.microsoft.com/office/drawing/2014/main" id="{71F78A34-693C-69E6-8195-C53D4F5D892D}"/>
                </a:ext>
              </a:extLst>
            </p:cNvPr>
            <p:cNvSpPr/>
            <p:nvPr/>
          </p:nvSpPr>
          <p:spPr>
            <a:xfrm>
              <a:off x="16272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6" name="직사각형 260">
              <a:extLst>
                <a:ext uri="{FF2B5EF4-FFF2-40B4-BE49-F238E27FC236}">
                  <a16:creationId xmlns:a16="http://schemas.microsoft.com/office/drawing/2014/main" id="{29D7A123-579D-B125-BAE4-B61BAFF6C18B}"/>
                </a:ext>
              </a:extLst>
            </p:cNvPr>
            <p:cNvSpPr/>
            <p:nvPr/>
          </p:nvSpPr>
          <p:spPr>
            <a:xfrm>
              <a:off x="19296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mSystemPreUpdateTasks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27" name="직사각형 260">
              <a:extLst>
                <a:ext uri="{FF2B5EF4-FFF2-40B4-BE49-F238E27FC236}">
                  <a16:creationId xmlns:a16="http://schemas.microsoft.com/office/drawing/2014/main" id="{67512FF3-69A0-135B-A82D-D71BC2D6AF81}"/>
                </a:ext>
              </a:extLst>
            </p:cNvPr>
            <p:cNvSpPr/>
            <p:nvPr/>
          </p:nvSpPr>
          <p:spPr>
            <a:xfrm>
              <a:off x="19584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728" name="직사각형 260">
              <a:extLst>
                <a:ext uri="{FF2B5EF4-FFF2-40B4-BE49-F238E27FC236}">
                  <a16:creationId xmlns:a16="http://schemas.microsoft.com/office/drawing/2014/main" id="{9B3D992E-7063-4D26-D0CA-8D09E81B793D}"/>
                </a:ext>
              </a:extLst>
            </p:cNvPr>
            <p:cNvSpPr/>
            <p:nvPr/>
          </p:nvSpPr>
          <p:spPr>
            <a:xfrm>
              <a:off x="19584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729" name="직사각형 260">
              <a:extLst>
                <a:ext uri="{FF2B5EF4-FFF2-40B4-BE49-F238E27FC236}">
                  <a16:creationId xmlns:a16="http://schemas.microsoft.com/office/drawing/2014/main" id="{6D17726E-418C-1D7B-2908-F0F042EF82BC}"/>
                </a:ext>
              </a:extLst>
            </p:cNvPr>
            <p:cNvSpPr/>
            <p:nvPr/>
          </p:nvSpPr>
          <p:spPr>
            <a:xfrm>
              <a:off x="19584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730" name="직사각형 260">
              <a:extLst>
                <a:ext uri="{FF2B5EF4-FFF2-40B4-BE49-F238E27FC236}">
                  <a16:creationId xmlns:a16="http://schemas.microsoft.com/office/drawing/2014/main" id="{3F510CBF-D098-1719-01FE-B70324375471}"/>
                </a:ext>
              </a:extLst>
            </p:cNvPr>
            <p:cNvSpPr/>
            <p:nvPr/>
          </p:nvSpPr>
          <p:spPr>
            <a:xfrm>
              <a:off x="19584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1" name="직사각형 260">
              <a:extLst>
                <a:ext uri="{FF2B5EF4-FFF2-40B4-BE49-F238E27FC236}">
                  <a16:creationId xmlns:a16="http://schemas.microsoft.com/office/drawing/2014/main" id="{8B022128-E9B5-E090-A8E9-031FBE1F3248}"/>
                </a:ext>
              </a:extLst>
            </p:cNvPr>
            <p:cNvSpPr/>
            <p:nvPr/>
          </p:nvSpPr>
          <p:spPr>
            <a:xfrm>
              <a:off x="19584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2" name="직사각형 260">
              <a:extLst>
                <a:ext uri="{FF2B5EF4-FFF2-40B4-BE49-F238E27FC236}">
                  <a16:creationId xmlns:a16="http://schemas.microsoft.com/office/drawing/2014/main" id="{95903368-6F9E-23B8-4427-D8AB33352283}"/>
                </a:ext>
              </a:extLst>
            </p:cNvPr>
            <p:cNvSpPr/>
            <p:nvPr/>
          </p:nvSpPr>
          <p:spPr>
            <a:xfrm>
              <a:off x="19584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3" name="직사각형 260">
              <a:extLst>
                <a:ext uri="{FF2B5EF4-FFF2-40B4-BE49-F238E27FC236}">
                  <a16:creationId xmlns:a16="http://schemas.microsoft.com/office/drawing/2014/main" id="{12163204-2A2D-3717-25FB-0FD10711D541}"/>
                </a:ext>
              </a:extLst>
            </p:cNvPr>
            <p:cNvSpPr/>
            <p:nvPr/>
          </p:nvSpPr>
          <p:spPr>
            <a:xfrm>
              <a:off x="19584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5" name="직사각형 260">
              <a:extLst>
                <a:ext uri="{FF2B5EF4-FFF2-40B4-BE49-F238E27FC236}">
                  <a16:creationId xmlns:a16="http://schemas.microsoft.com/office/drawing/2014/main" id="{D2E61BD4-95A3-8D02-9626-F78E15F5B3BC}"/>
                </a:ext>
              </a:extLst>
            </p:cNvPr>
            <p:cNvSpPr/>
            <p:nvPr/>
          </p:nvSpPr>
          <p:spPr>
            <a:xfrm>
              <a:off x="22608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36" name="직사각형 260">
              <a:extLst>
                <a:ext uri="{FF2B5EF4-FFF2-40B4-BE49-F238E27FC236}">
                  <a16:creationId xmlns:a16="http://schemas.microsoft.com/office/drawing/2014/main" id="{42E37C74-D9E1-7B0E-EC7D-9C71DD4D8D01}"/>
                </a:ext>
              </a:extLst>
            </p:cNvPr>
            <p:cNvSpPr/>
            <p:nvPr/>
          </p:nvSpPr>
          <p:spPr>
            <a:xfrm>
              <a:off x="22896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737" name="직사각형 260">
              <a:extLst>
                <a:ext uri="{FF2B5EF4-FFF2-40B4-BE49-F238E27FC236}">
                  <a16:creationId xmlns:a16="http://schemas.microsoft.com/office/drawing/2014/main" id="{EF04A09F-E9A1-5C90-7175-8453263152E8}"/>
                </a:ext>
              </a:extLst>
            </p:cNvPr>
            <p:cNvSpPr/>
            <p:nvPr/>
          </p:nvSpPr>
          <p:spPr>
            <a:xfrm>
              <a:off x="22896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738" name="직사각형 260">
              <a:extLst>
                <a:ext uri="{FF2B5EF4-FFF2-40B4-BE49-F238E27FC236}">
                  <a16:creationId xmlns:a16="http://schemas.microsoft.com/office/drawing/2014/main" id="{DC0885EF-7A73-AD04-BCD0-2C9C854352BF}"/>
                </a:ext>
              </a:extLst>
            </p:cNvPr>
            <p:cNvSpPr/>
            <p:nvPr/>
          </p:nvSpPr>
          <p:spPr>
            <a:xfrm>
              <a:off x="22896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739" name="직사각형 260">
              <a:extLst>
                <a:ext uri="{FF2B5EF4-FFF2-40B4-BE49-F238E27FC236}">
                  <a16:creationId xmlns:a16="http://schemas.microsoft.com/office/drawing/2014/main" id="{A959372B-8AE2-641B-9924-5C0310088337}"/>
                </a:ext>
              </a:extLst>
            </p:cNvPr>
            <p:cNvSpPr/>
            <p:nvPr/>
          </p:nvSpPr>
          <p:spPr>
            <a:xfrm>
              <a:off x="22896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0" name="직사각형 260">
              <a:extLst>
                <a:ext uri="{FF2B5EF4-FFF2-40B4-BE49-F238E27FC236}">
                  <a16:creationId xmlns:a16="http://schemas.microsoft.com/office/drawing/2014/main" id="{F1BE7964-E0F9-11E1-FA00-EB7139D024CC}"/>
                </a:ext>
              </a:extLst>
            </p:cNvPr>
            <p:cNvSpPr/>
            <p:nvPr/>
          </p:nvSpPr>
          <p:spPr>
            <a:xfrm>
              <a:off x="22896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1" name="직사각형 260">
              <a:extLst>
                <a:ext uri="{FF2B5EF4-FFF2-40B4-BE49-F238E27FC236}">
                  <a16:creationId xmlns:a16="http://schemas.microsoft.com/office/drawing/2014/main" id="{AD2EC73A-BF3D-2243-5D0F-A07E4D08B072}"/>
                </a:ext>
              </a:extLst>
            </p:cNvPr>
            <p:cNvSpPr/>
            <p:nvPr/>
          </p:nvSpPr>
          <p:spPr>
            <a:xfrm>
              <a:off x="22896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2" name="직사각형 260">
              <a:extLst>
                <a:ext uri="{FF2B5EF4-FFF2-40B4-BE49-F238E27FC236}">
                  <a16:creationId xmlns:a16="http://schemas.microsoft.com/office/drawing/2014/main" id="{0510CA4F-E3E1-F289-2852-3500B3E3CF2B}"/>
                </a:ext>
              </a:extLst>
            </p:cNvPr>
            <p:cNvSpPr/>
            <p:nvPr/>
          </p:nvSpPr>
          <p:spPr>
            <a:xfrm>
              <a:off x="22896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16" name="직사각형 260">
              <a:extLst>
                <a:ext uri="{FF2B5EF4-FFF2-40B4-BE49-F238E27FC236}">
                  <a16:creationId xmlns:a16="http://schemas.microsoft.com/office/drawing/2014/main" id="{04F1650A-5449-F54F-F2C0-7CC870EBF47C}"/>
                </a:ext>
              </a:extLst>
            </p:cNvPr>
            <p:cNvSpPr/>
            <p:nvPr/>
          </p:nvSpPr>
          <p:spPr>
            <a:xfrm>
              <a:off x="25920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mSystemLateUpdateTasks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17" name="직사각형 260">
              <a:extLst>
                <a:ext uri="{FF2B5EF4-FFF2-40B4-BE49-F238E27FC236}">
                  <a16:creationId xmlns:a16="http://schemas.microsoft.com/office/drawing/2014/main" id="{5DACBB14-5588-D630-BC51-23B02C0C266B}"/>
                </a:ext>
              </a:extLst>
            </p:cNvPr>
            <p:cNvSpPr/>
            <p:nvPr/>
          </p:nvSpPr>
          <p:spPr>
            <a:xfrm>
              <a:off x="26208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818" name="직사각형 260">
              <a:extLst>
                <a:ext uri="{FF2B5EF4-FFF2-40B4-BE49-F238E27FC236}">
                  <a16:creationId xmlns:a16="http://schemas.microsoft.com/office/drawing/2014/main" id="{48B58A15-76F2-8858-FD93-AD26F66EF24A}"/>
                </a:ext>
              </a:extLst>
            </p:cNvPr>
            <p:cNvSpPr/>
            <p:nvPr/>
          </p:nvSpPr>
          <p:spPr>
            <a:xfrm>
              <a:off x="26208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819" name="직사각형 260">
              <a:extLst>
                <a:ext uri="{FF2B5EF4-FFF2-40B4-BE49-F238E27FC236}">
                  <a16:creationId xmlns:a16="http://schemas.microsoft.com/office/drawing/2014/main" id="{C9DD0062-1116-D679-9AB4-BBBE72B92EC2}"/>
                </a:ext>
              </a:extLst>
            </p:cNvPr>
            <p:cNvSpPr/>
            <p:nvPr/>
          </p:nvSpPr>
          <p:spPr>
            <a:xfrm>
              <a:off x="26208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820" name="직사각형 260">
              <a:extLst>
                <a:ext uri="{FF2B5EF4-FFF2-40B4-BE49-F238E27FC236}">
                  <a16:creationId xmlns:a16="http://schemas.microsoft.com/office/drawing/2014/main" id="{A7D50A11-7B8D-C9AB-6299-C11F9BE271F0}"/>
                </a:ext>
              </a:extLst>
            </p:cNvPr>
            <p:cNvSpPr/>
            <p:nvPr/>
          </p:nvSpPr>
          <p:spPr>
            <a:xfrm>
              <a:off x="26208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1" name="직사각형 260">
              <a:extLst>
                <a:ext uri="{FF2B5EF4-FFF2-40B4-BE49-F238E27FC236}">
                  <a16:creationId xmlns:a16="http://schemas.microsoft.com/office/drawing/2014/main" id="{51B79F6E-D22E-FE0E-F92C-5E9F8DCA6F5A}"/>
                </a:ext>
              </a:extLst>
            </p:cNvPr>
            <p:cNvSpPr/>
            <p:nvPr/>
          </p:nvSpPr>
          <p:spPr>
            <a:xfrm>
              <a:off x="26208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2" name="직사각형 260">
              <a:extLst>
                <a:ext uri="{FF2B5EF4-FFF2-40B4-BE49-F238E27FC236}">
                  <a16:creationId xmlns:a16="http://schemas.microsoft.com/office/drawing/2014/main" id="{71F416DF-3A36-1E98-CE53-9EC5060A465F}"/>
                </a:ext>
              </a:extLst>
            </p:cNvPr>
            <p:cNvSpPr/>
            <p:nvPr/>
          </p:nvSpPr>
          <p:spPr>
            <a:xfrm>
              <a:off x="26208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3" name="직사각형 260">
              <a:extLst>
                <a:ext uri="{FF2B5EF4-FFF2-40B4-BE49-F238E27FC236}">
                  <a16:creationId xmlns:a16="http://schemas.microsoft.com/office/drawing/2014/main" id="{B8772E37-2FFD-AD23-63DD-D82E866CAD09}"/>
                </a:ext>
              </a:extLst>
            </p:cNvPr>
            <p:cNvSpPr/>
            <p:nvPr/>
          </p:nvSpPr>
          <p:spPr>
            <a:xfrm>
              <a:off x="26208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5" name="직사각형 260">
              <a:extLst>
                <a:ext uri="{FF2B5EF4-FFF2-40B4-BE49-F238E27FC236}">
                  <a16:creationId xmlns:a16="http://schemas.microsoft.com/office/drawing/2014/main" id="{BBA147D4-AF3C-F789-3DE7-2EC5A0EC2CAC}"/>
                </a:ext>
              </a:extLst>
            </p:cNvPr>
            <p:cNvSpPr/>
            <p:nvPr/>
          </p:nvSpPr>
          <p:spPr>
            <a:xfrm>
              <a:off x="29232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mSystemFixedUpdateTasks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26" name="직사각형 260">
              <a:extLst>
                <a:ext uri="{FF2B5EF4-FFF2-40B4-BE49-F238E27FC236}">
                  <a16:creationId xmlns:a16="http://schemas.microsoft.com/office/drawing/2014/main" id="{514ED19A-49AC-173C-D520-7B4F477E2D11}"/>
                </a:ext>
              </a:extLst>
            </p:cNvPr>
            <p:cNvSpPr/>
            <p:nvPr/>
          </p:nvSpPr>
          <p:spPr>
            <a:xfrm>
              <a:off x="29520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827" name="직사각형 260">
              <a:extLst>
                <a:ext uri="{FF2B5EF4-FFF2-40B4-BE49-F238E27FC236}">
                  <a16:creationId xmlns:a16="http://schemas.microsoft.com/office/drawing/2014/main" id="{B10522CE-5D06-C628-0445-4019FF3DC581}"/>
                </a:ext>
              </a:extLst>
            </p:cNvPr>
            <p:cNvSpPr/>
            <p:nvPr/>
          </p:nvSpPr>
          <p:spPr>
            <a:xfrm>
              <a:off x="29520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828" name="직사각형 260">
              <a:extLst>
                <a:ext uri="{FF2B5EF4-FFF2-40B4-BE49-F238E27FC236}">
                  <a16:creationId xmlns:a16="http://schemas.microsoft.com/office/drawing/2014/main" id="{86153320-A5BD-972D-A163-3B41FDEA0132}"/>
                </a:ext>
              </a:extLst>
            </p:cNvPr>
            <p:cNvSpPr/>
            <p:nvPr/>
          </p:nvSpPr>
          <p:spPr>
            <a:xfrm>
              <a:off x="29520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829" name="직사각형 260">
              <a:extLst>
                <a:ext uri="{FF2B5EF4-FFF2-40B4-BE49-F238E27FC236}">
                  <a16:creationId xmlns:a16="http://schemas.microsoft.com/office/drawing/2014/main" id="{2C5D244F-3E04-0D9D-357E-0BB0B0563EAB}"/>
                </a:ext>
              </a:extLst>
            </p:cNvPr>
            <p:cNvSpPr/>
            <p:nvPr/>
          </p:nvSpPr>
          <p:spPr>
            <a:xfrm>
              <a:off x="29520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0" name="직사각형 260">
              <a:extLst>
                <a:ext uri="{FF2B5EF4-FFF2-40B4-BE49-F238E27FC236}">
                  <a16:creationId xmlns:a16="http://schemas.microsoft.com/office/drawing/2014/main" id="{85B2AD70-AD97-EDD3-156D-B2735B57CC92}"/>
                </a:ext>
              </a:extLst>
            </p:cNvPr>
            <p:cNvSpPr/>
            <p:nvPr/>
          </p:nvSpPr>
          <p:spPr>
            <a:xfrm>
              <a:off x="29520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1" name="직사각형 260">
              <a:extLst>
                <a:ext uri="{FF2B5EF4-FFF2-40B4-BE49-F238E27FC236}">
                  <a16:creationId xmlns:a16="http://schemas.microsoft.com/office/drawing/2014/main" id="{43D5DE1E-7D27-CEF7-F14F-DD2F83B4D0D7}"/>
                </a:ext>
              </a:extLst>
            </p:cNvPr>
            <p:cNvSpPr/>
            <p:nvPr/>
          </p:nvSpPr>
          <p:spPr>
            <a:xfrm>
              <a:off x="29520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2" name="직사각형 260">
              <a:extLst>
                <a:ext uri="{FF2B5EF4-FFF2-40B4-BE49-F238E27FC236}">
                  <a16:creationId xmlns:a16="http://schemas.microsoft.com/office/drawing/2014/main" id="{48919FD9-7306-78B2-9B21-78237206D74A}"/>
                </a:ext>
              </a:extLst>
            </p:cNvPr>
            <p:cNvSpPr/>
            <p:nvPr/>
          </p:nvSpPr>
          <p:spPr>
            <a:xfrm>
              <a:off x="29520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4" name="직사각형 260">
              <a:extLst>
                <a:ext uri="{FF2B5EF4-FFF2-40B4-BE49-F238E27FC236}">
                  <a16:creationId xmlns:a16="http://schemas.microsoft.com/office/drawing/2014/main" id="{B7CA9B9F-5A35-2BF4-F74A-0B8C4ABA339E}"/>
                </a:ext>
              </a:extLst>
            </p:cNvPr>
            <p:cNvSpPr/>
            <p:nvPr/>
          </p:nvSpPr>
          <p:spPr>
            <a:xfrm>
              <a:off x="32544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mSystemFinalUpdateTasks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35" name="직사각형 260">
              <a:extLst>
                <a:ext uri="{FF2B5EF4-FFF2-40B4-BE49-F238E27FC236}">
                  <a16:creationId xmlns:a16="http://schemas.microsoft.com/office/drawing/2014/main" id="{82CF99E3-D700-F0A9-3508-9B30C3537A0D}"/>
                </a:ext>
              </a:extLst>
            </p:cNvPr>
            <p:cNvSpPr/>
            <p:nvPr/>
          </p:nvSpPr>
          <p:spPr>
            <a:xfrm>
              <a:off x="32832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836" name="직사각형 260">
              <a:extLst>
                <a:ext uri="{FF2B5EF4-FFF2-40B4-BE49-F238E27FC236}">
                  <a16:creationId xmlns:a16="http://schemas.microsoft.com/office/drawing/2014/main" id="{19E17D2C-EBBE-FC38-EA65-9614348AD39E}"/>
                </a:ext>
              </a:extLst>
            </p:cNvPr>
            <p:cNvSpPr/>
            <p:nvPr/>
          </p:nvSpPr>
          <p:spPr>
            <a:xfrm>
              <a:off x="32832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837" name="직사각형 260">
              <a:extLst>
                <a:ext uri="{FF2B5EF4-FFF2-40B4-BE49-F238E27FC236}">
                  <a16:creationId xmlns:a16="http://schemas.microsoft.com/office/drawing/2014/main" id="{B8924F83-9E94-AAFB-337B-B5038CC98D52}"/>
                </a:ext>
              </a:extLst>
            </p:cNvPr>
            <p:cNvSpPr/>
            <p:nvPr/>
          </p:nvSpPr>
          <p:spPr>
            <a:xfrm>
              <a:off x="32832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838" name="직사각형 260">
              <a:extLst>
                <a:ext uri="{FF2B5EF4-FFF2-40B4-BE49-F238E27FC236}">
                  <a16:creationId xmlns:a16="http://schemas.microsoft.com/office/drawing/2014/main" id="{28DC96E1-B924-045A-F294-3CDE5CF76611}"/>
                </a:ext>
              </a:extLst>
            </p:cNvPr>
            <p:cNvSpPr/>
            <p:nvPr/>
          </p:nvSpPr>
          <p:spPr>
            <a:xfrm>
              <a:off x="32832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39" name="직사각형 260">
              <a:extLst>
                <a:ext uri="{FF2B5EF4-FFF2-40B4-BE49-F238E27FC236}">
                  <a16:creationId xmlns:a16="http://schemas.microsoft.com/office/drawing/2014/main" id="{040EE5E4-BDA4-92B0-8371-E8A2B756D61D}"/>
                </a:ext>
              </a:extLst>
            </p:cNvPr>
            <p:cNvSpPr/>
            <p:nvPr/>
          </p:nvSpPr>
          <p:spPr>
            <a:xfrm>
              <a:off x="32832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0" name="직사각형 260">
              <a:extLst>
                <a:ext uri="{FF2B5EF4-FFF2-40B4-BE49-F238E27FC236}">
                  <a16:creationId xmlns:a16="http://schemas.microsoft.com/office/drawing/2014/main" id="{5070C78A-9071-5D56-F379-CD0C0BD95CD0}"/>
                </a:ext>
              </a:extLst>
            </p:cNvPr>
            <p:cNvSpPr/>
            <p:nvPr/>
          </p:nvSpPr>
          <p:spPr>
            <a:xfrm>
              <a:off x="32832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1" name="직사각형 260">
              <a:extLst>
                <a:ext uri="{FF2B5EF4-FFF2-40B4-BE49-F238E27FC236}">
                  <a16:creationId xmlns:a16="http://schemas.microsoft.com/office/drawing/2014/main" id="{3C7B33CC-EEDE-1D27-7F3A-946C7AC29318}"/>
                </a:ext>
              </a:extLst>
            </p:cNvPr>
            <p:cNvSpPr/>
            <p:nvPr/>
          </p:nvSpPr>
          <p:spPr>
            <a:xfrm>
              <a:off x="32832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3" name="직사각형 260">
              <a:extLst>
                <a:ext uri="{FF2B5EF4-FFF2-40B4-BE49-F238E27FC236}">
                  <a16:creationId xmlns:a16="http://schemas.microsoft.com/office/drawing/2014/main" id="{B27BA110-5E0F-ABF2-CDCE-8A6F447F510D}"/>
                </a:ext>
              </a:extLst>
            </p:cNvPr>
            <p:cNvSpPr/>
            <p:nvPr/>
          </p:nvSpPr>
          <p:spPr>
            <a:xfrm>
              <a:off x="35856181" y="21094479"/>
              <a:ext cx="2736000" cy="38161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std::function&lt;void()&gt;&gt;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mSystemEndPlayTasks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44" name="직사각형 260">
              <a:extLst>
                <a:ext uri="{FF2B5EF4-FFF2-40B4-BE49-F238E27FC236}">
                  <a16:creationId xmlns:a16="http://schemas.microsoft.com/office/drawing/2014/main" id="{2BF6C58D-C772-2ED5-F7C2-57ABE90E0131}"/>
                </a:ext>
              </a:extLst>
            </p:cNvPr>
            <p:cNvSpPr/>
            <p:nvPr/>
          </p:nvSpPr>
          <p:spPr>
            <a:xfrm>
              <a:off x="36144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</a:p>
          </p:txBody>
        </p:sp>
        <p:sp>
          <p:nvSpPr>
            <p:cNvPr id="845" name="직사각형 260">
              <a:extLst>
                <a:ext uri="{FF2B5EF4-FFF2-40B4-BE49-F238E27FC236}">
                  <a16:creationId xmlns:a16="http://schemas.microsoft.com/office/drawing/2014/main" id="{DBD5EAA1-3777-6FCE-351E-AB82959136C2}"/>
                </a:ext>
              </a:extLst>
            </p:cNvPr>
            <p:cNvSpPr/>
            <p:nvPr/>
          </p:nvSpPr>
          <p:spPr>
            <a:xfrm>
              <a:off x="36144181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</a:t>
              </a:r>
            </a:p>
          </p:txBody>
        </p:sp>
        <p:sp>
          <p:nvSpPr>
            <p:cNvPr id="846" name="직사각형 260">
              <a:extLst>
                <a:ext uri="{FF2B5EF4-FFF2-40B4-BE49-F238E27FC236}">
                  <a16:creationId xmlns:a16="http://schemas.microsoft.com/office/drawing/2014/main" id="{0A2106DF-F352-BB23-D8A8-EE876229CF65}"/>
                </a:ext>
              </a:extLst>
            </p:cNvPr>
            <p:cNvSpPr/>
            <p:nvPr/>
          </p:nvSpPr>
          <p:spPr>
            <a:xfrm>
              <a:off x="36144181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</a:t>
              </a:r>
            </a:p>
          </p:txBody>
        </p:sp>
        <p:sp>
          <p:nvSpPr>
            <p:cNvPr id="847" name="직사각형 260">
              <a:extLst>
                <a:ext uri="{FF2B5EF4-FFF2-40B4-BE49-F238E27FC236}">
                  <a16:creationId xmlns:a16="http://schemas.microsoft.com/office/drawing/2014/main" id="{D20C7C82-0CC2-2D06-55C0-281F9A264586}"/>
                </a:ext>
              </a:extLst>
            </p:cNvPr>
            <p:cNvSpPr/>
            <p:nvPr/>
          </p:nvSpPr>
          <p:spPr>
            <a:xfrm>
              <a:off x="36144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8" name="직사각형 260">
              <a:extLst>
                <a:ext uri="{FF2B5EF4-FFF2-40B4-BE49-F238E27FC236}">
                  <a16:creationId xmlns:a16="http://schemas.microsoft.com/office/drawing/2014/main" id="{88FD54AD-E49B-BBA0-B50F-6FA6F2222229}"/>
                </a:ext>
              </a:extLst>
            </p:cNvPr>
            <p:cNvSpPr/>
            <p:nvPr/>
          </p:nvSpPr>
          <p:spPr>
            <a:xfrm>
              <a:off x="36144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49" name="직사각형 260">
              <a:extLst>
                <a:ext uri="{FF2B5EF4-FFF2-40B4-BE49-F238E27FC236}">
                  <a16:creationId xmlns:a16="http://schemas.microsoft.com/office/drawing/2014/main" id="{36CFF88C-4C9C-6630-11E9-2EB5D2B2E4FC}"/>
                </a:ext>
              </a:extLst>
            </p:cNvPr>
            <p:cNvSpPr/>
            <p:nvPr/>
          </p:nvSpPr>
          <p:spPr>
            <a:xfrm>
              <a:off x="36144181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0" name="직사각형 260">
              <a:extLst>
                <a:ext uri="{FF2B5EF4-FFF2-40B4-BE49-F238E27FC236}">
                  <a16:creationId xmlns:a16="http://schemas.microsoft.com/office/drawing/2014/main" id="{48AE95FE-BFD0-C588-38D6-927823576B59}"/>
                </a:ext>
              </a:extLst>
            </p:cNvPr>
            <p:cNvSpPr/>
            <p:nvPr/>
          </p:nvSpPr>
          <p:spPr>
            <a:xfrm>
              <a:off x="36144181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852" name="직선 화살표 연결선 384">
              <a:extLst>
                <a:ext uri="{FF2B5EF4-FFF2-40B4-BE49-F238E27FC236}">
                  <a16:creationId xmlns:a16="http://schemas.microsoft.com/office/drawing/2014/main" id="{CE1AA509-5FE7-EAF1-9CB0-66E82ECBA6EF}"/>
                </a:ext>
              </a:extLst>
            </p:cNvPr>
            <p:cNvCxnSpPr>
              <a:cxnSpLocks/>
            </p:cNvCxnSpPr>
            <p:nvPr/>
          </p:nvCxnSpPr>
          <p:spPr>
            <a:xfrm>
              <a:off x="5400181" y="19944350"/>
              <a:ext cx="648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직선 화살표 연결선 384">
              <a:extLst>
                <a:ext uri="{FF2B5EF4-FFF2-40B4-BE49-F238E27FC236}">
                  <a16:creationId xmlns:a16="http://schemas.microsoft.com/office/drawing/2014/main" id="{56324FE3-6C7B-1AE4-7C7B-C49A42E8BB03}"/>
                </a:ext>
              </a:extLst>
            </p:cNvPr>
            <p:cNvCxnSpPr>
              <a:cxnSpLocks/>
            </p:cNvCxnSpPr>
            <p:nvPr/>
          </p:nvCxnSpPr>
          <p:spPr>
            <a:xfrm>
              <a:off x="8496181" y="10656350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직선 화살표 연결선 384">
              <a:extLst>
                <a:ext uri="{FF2B5EF4-FFF2-40B4-BE49-F238E27FC236}">
                  <a16:creationId xmlns:a16="http://schemas.microsoft.com/office/drawing/2014/main" id="{A7CBC32D-34E3-D97A-A972-3D21026FC9F8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3" name="직사각형 260">
              <a:extLst>
                <a:ext uri="{FF2B5EF4-FFF2-40B4-BE49-F238E27FC236}">
                  <a16:creationId xmlns:a16="http://schemas.microsoft.com/office/drawing/2014/main" id="{E568C671-0608-462B-D65B-70EFA9FDCC8D}"/>
                </a:ext>
              </a:extLst>
            </p:cNvPr>
            <p:cNvSpPr/>
            <p:nvPr/>
          </p:nvSpPr>
          <p:spPr>
            <a:xfrm>
              <a:off x="6048181" y="21094479"/>
              <a:ext cx="2736000" cy="38178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ISystem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(Entity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 시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검사 후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등록을 위해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배열 관리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660" name="직사각형 260">
              <a:extLst>
                <a:ext uri="{FF2B5EF4-FFF2-40B4-BE49-F238E27FC236}">
                  <a16:creationId xmlns:a16="http://schemas.microsoft.com/office/drawing/2014/main" id="{C4CB3F83-CA1E-1C10-59D1-343CBDDDBF6E}"/>
                </a:ext>
              </a:extLst>
            </p:cNvPr>
            <p:cNvSpPr/>
            <p:nvPr/>
          </p:nvSpPr>
          <p:spPr>
            <a:xfrm>
              <a:off x="6337565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8" name="직사각형 260">
              <a:extLst>
                <a:ext uri="{FF2B5EF4-FFF2-40B4-BE49-F238E27FC236}">
                  <a16:creationId xmlns:a16="http://schemas.microsoft.com/office/drawing/2014/main" id="{811A20C9-CEBE-BD79-F5DD-C1607421BEA3}"/>
                </a:ext>
              </a:extLst>
            </p:cNvPr>
            <p:cNvSpPr/>
            <p:nvPr/>
          </p:nvSpPr>
          <p:spPr>
            <a:xfrm>
              <a:off x="6336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System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객체 생성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96" name="직사각형 260">
              <a:extLst>
                <a:ext uri="{FF2B5EF4-FFF2-40B4-BE49-F238E27FC236}">
                  <a16:creationId xmlns:a16="http://schemas.microsoft.com/office/drawing/2014/main" id="{AF9EF4D3-8F65-FC81-1672-31A4AC8C8848}"/>
                </a:ext>
              </a:extLst>
            </p:cNvPr>
            <p:cNvSpPr/>
            <p:nvPr/>
          </p:nvSpPr>
          <p:spPr>
            <a:xfrm>
              <a:off x="6337565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7" name="직사각형 260">
              <a:extLst>
                <a:ext uri="{FF2B5EF4-FFF2-40B4-BE49-F238E27FC236}">
                  <a16:creationId xmlns:a16="http://schemas.microsoft.com/office/drawing/2014/main" id="{1185044F-7DFB-30C3-376B-042767E886BC}"/>
                </a:ext>
              </a:extLst>
            </p:cNvPr>
            <p:cNvSpPr/>
            <p:nvPr/>
          </p:nvSpPr>
          <p:spPr>
            <a:xfrm>
              <a:off x="6337565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8" name="직사각형 260">
              <a:extLst>
                <a:ext uri="{FF2B5EF4-FFF2-40B4-BE49-F238E27FC236}">
                  <a16:creationId xmlns:a16="http://schemas.microsoft.com/office/drawing/2014/main" id="{C6C9A0E8-DC57-0B85-9A5B-A639F2C8AC1C}"/>
                </a:ext>
              </a:extLst>
            </p:cNvPr>
            <p:cNvSpPr/>
            <p:nvPr/>
          </p:nvSpPr>
          <p:spPr>
            <a:xfrm>
              <a:off x="6337565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9" name="직사각형 260">
              <a:extLst>
                <a:ext uri="{FF2B5EF4-FFF2-40B4-BE49-F238E27FC236}">
                  <a16:creationId xmlns:a16="http://schemas.microsoft.com/office/drawing/2014/main" id="{2ABEDDDE-8DB8-518C-3372-FC62768375DE}"/>
                </a:ext>
              </a:extLst>
            </p:cNvPr>
            <p:cNvSpPr/>
            <p:nvPr/>
          </p:nvSpPr>
          <p:spPr>
            <a:xfrm>
              <a:off x="6337565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0" name="직사각형 260">
              <a:extLst>
                <a:ext uri="{FF2B5EF4-FFF2-40B4-BE49-F238E27FC236}">
                  <a16:creationId xmlns:a16="http://schemas.microsoft.com/office/drawing/2014/main" id="{BF8157CE-C60A-6AE5-17D0-9310939980C9}"/>
                </a:ext>
              </a:extLst>
            </p:cNvPr>
            <p:cNvSpPr/>
            <p:nvPr/>
          </p:nvSpPr>
          <p:spPr>
            <a:xfrm>
              <a:off x="6337565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1" name="직사각형 260">
              <a:extLst>
                <a:ext uri="{FF2B5EF4-FFF2-40B4-BE49-F238E27FC236}">
                  <a16:creationId xmlns:a16="http://schemas.microsoft.com/office/drawing/2014/main" id="{4D1F0AB2-9F85-2E2A-1761-1EC0F021A4A9}"/>
                </a:ext>
              </a:extLst>
            </p:cNvPr>
            <p:cNvSpPr/>
            <p:nvPr/>
          </p:nvSpPr>
          <p:spPr>
            <a:xfrm>
              <a:off x="6337565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72" name="직사각형 260">
              <a:extLst>
                <a:ext uri="{FF2B5EF4-FFF2-40B4-BE49-F238E27FC236}">
                  <a16:creationId xmlns:a16="http://schemas.microsoft.com/office/drawing/2014/main" id="{757A7F2C-CBA4-1CCB-D3B5-DB49B16D7DAF}"/>
                </a:ext>
              </a:extLst>
            </p:cNvPr>
            <p:cNvSpPr/>
            <p:nvPr/>
          </p:nvSpPr>
          <p:spPr>
            <a:xfrm>
              <a:off x="16272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5. Sync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73" name="직선 화살표 연결선 384">
              <a:extLst>
                <a:ext uri="{FF2B5EF4-FFF2-40B4-BE49-F238E27FC236}">
                  <a16:creationId xmlns:a16="http://schemas.microsoft.com/office/drawing/2014/main" id="{9C2A8B55-427A-A1A3-68CD-891106C14255}"/>
                </a:ext>
              </a:extLst>
            </p:cNvPr>
            <p:cNvCxnSpPr>
              <a:cxnSpLocks/>
            </p:cNvCxnSpPr>
            <p:nvPr/>
          </p:nvCxnSpPr>
          <p:spPr>
            <a:xfrm>
              <a:off x="15120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5" name="직사각형 260">
              <a:extLst>
                <a:ext uri="{FF2B5EF4-FFF2-40B4-BE49-F238E27FC236}">
                  <a16:creationId xmlns:a16="http://schemas.microsoft.com/office/drawing/2014/main" id="{859B8782-8DDD-1C77-5A65-5549FA3997EA}"/>
                </a:ext>
              </a:extLst>
            </p:cNvPr>
            <p:cNvSpPr/>
            <p:nvPr/>
          </p:nvSpPr>
          <p:spPr>
            <a:xfrm>
              <a:off x="19584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6.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PreUpdate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76" name="직선 화살표 연결선 384">
              <a:extLst>
                <a:ext uri="{FF2B5EF4-FFF2-40B4-BE49-F238E27FC236}">
                  <a16:creationId xmlns:a16="http://schemas.microsoft.com/office/drawing/2014/main" id="{BED3A09F-30AC-9572-63F1-8889D6FBD2AC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8" name="직사각형 260">
              <a:extLst>
                <a:ext uri="{FF2B5EF4-FFF2-40B4-BE49-F238E27FC236}">
                  <a16:creationId xmlns:a16="http://schemas.microsoft.com/office/drawing/2014/main" id="{60821B72-E911-AC7C-B2FA-C72B9DA0CC1A}"/>
                </a:ext>
              </a:extLst>
            </p:cNvPr>
            <p:cNvSpPr/>
            <p:nvPr/>
          </p:nvSpPr>
          <p:spPr>
            <a:xfrm>
              <a:off x="22896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7. Update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79" name="직선 화살표 연결선 384">
              <a:extLst>
                <a:ext uri="{FF2B5EF4-FFF2-40B4-BE49-F238E27FC236}">
                  <a16:creationId xmlns:a16="http://schemas.microsoft.com/office/drawing/2014/main" id="{806076CF-02BB-9CCE-44B4-D0D0D365A5D7}"/>
                </a:ext>
              </a:extLst>
            </p:cNvPr>
            <p:cNvCxnSpPr>
              <a:cxnSpLocks/>
            </p:cNvCxnSpPr>
            <p:nvPr/>
          </p:nvCxnSpPr>
          <p:spPr>
            <a:xfrm>
              <a:off x="21744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1" name="직사각형 260">
              <a:extLst>
                <a:ext uri="{FF2B5EF4-FFF2-40B4-BE49-F238E27FC236}">
                  <a16:creationId xmlns:a16="http://schemas.microsoft.com/office/drawing/2014/main" id="{F8AAFCF6-BB64-31EE-6AD9-E0F869CC9DDC}"/>
                </a:ext>
              </a:extLst>
            </p:cNvPr>
            <p:cNvSpPr/>
            <p:nvPr/>
          </p:nvSpPr>
          <p:spPr>
            <a:xfrm>
              <a:off x="26208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8.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LateUpdate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82" name="직선 화살표 연결선 384">
              <a:extLst>
                <a:ext uri="{FF2B5EF4-FFF2-40B4-BE49-F238E27FC236}">
                  <a16:creationId xmlns:a16="http://schemas.microsoft.com/office/drawing/2014/main" id="{7824E3FE-217A-56A0-3055-0985406A6BC2}"/>
                </a:ext>
              </a:extLst>
            </p:cNvPr>
            <p:cNvCxnSpPr>
              <a:cxnSpLocks/>
            </p:cNvCxnSpPr>
            <p:nvPr/>
          </p:nvCxnSpPr>
          <p:spPr>
            <a:xfrm>
              <a:off x="25056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4" name="직사각형 260">
              <a:extLst>
                <a:ext uri="{FF2B5EF4-FFF2-40B4-BE49-F238E27FC236}">
                  <a16:creationId xmlns:a16="http://schemas.microsoft.com/office/drawing/2014/main" id="{1975C0B6-00CF-C690-1B4F-77D7BA121B4B}"/>
                </a:ext>
              </a:extLst>
            </p:cNvPr>
            <p:cNvSpPr/>
            <p:nvPr/>
          </p:nvSpPr>
          <p:spPr>
            <a:xfrm>
              <a:off x="29520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9.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FixedUpdate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85" name="직선 화살표 연결선 384">
              <a:extLst>
                <a:ext uri="{FF2B5EF4-FFF2-40B4-BE49-F238E27FC236}">
                  <a16:creationId xmlns:a16="http://schemas.microsoft.com/office/drawing/2014/main" id="{C56FD463-73BC-F723-189F-D36A9059F153}"/>
                </a:ext>
              </a:extLst>
            </p:cNvPr>
            <p:cNvCxnSpPr>
              <a:cxnSpLocks/>
            </p:cNvCxnSpPr>
            <p:nvPr/>
          </p:nvCxnSpPr>
          <p:spPr>
            <a:xfrm>
              <a:off x="28368181" y="20160350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7" name="직사각형 260">
              <a:extLst>
                <a:ext uri="{FF2B5EF4-FFF2-40B4-BE49-F238E27FC236}">
                  <a16:creationId xmlns:a16="http://schemas.microsoft.com/office/drawing/2014/main" id="{06D55678-5C40-2C7C-04E4-B48FA0F7E232}"/>
                </a:ext>
              </a:extLst>
            </p:cNvPr>
            <p:cNvSpPr/>
            <p:nvPr/>
          </p:nvSpPr>
          <p:spPr>
            <a:xfrm>
              <a:off x="32832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10.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FinalUpdate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88" name="직선 화살표 연결선 384">
              <a:extLst>
                <a:ext uri="{FF2B5EF4-FFF2-40B4-BE49-F238E27FC236}">
                  <a16:creationId xmlns:a16="http://schemas.microsoft.com/office/drawing/2014/main" id="{1F27D0C8-983E-21C8-20C7-9760E1698107}"/>
                </a:ext>
              </a:extLst>
            </p:cNvPr>
            <p:cNvCxnSpPr>
              <a:cxnSpLocks/>
            </p:cNvCxnSpPr>
            <p:nvPr/>
          </p:nvCxnSpPr>
          <p:spPr>
            <a:xfrm>
              <a:off x="31680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0" name="직사각형 260">
              <a:extLst>
                <a:ext uri="{FF2B5EF4-FFF2-40B4-BE49-F238E27FC236}">
                  <a16:creationId xmlns:a16="http://schemas.microsoft.com/office/drawing/2014/main" id="{8CC23916-591C-531F-D17E-780BB65FBE7D}"/>
                </a:ext>
              </a:extLst>
            </p:cNvPr>
            <p:cNvSpPr/>
            <p:nvPr/>
          </p:nvSpPr>
          <p:spPr>
            <a:xfrm>
              <a:off x="36144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11.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EndPlay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함수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91" name="직선 화살표 연결선 384">
              <a:extLst>
                <a:ext uri="{FF2B5EF4-FFF2-40B4-BE49-F238E27FC236}">
                  <a16:creationId xmlns:a16="http://schemas.microsoft.com/office/drawing/2014/main" id="{0F9EFA6E-D2F9-26F5-054A-B67A3168A828}"/>
                </a:ext>
              </a:extLst>
            </p:cNvPr>
            <p:cNvCxnSpPr>
              <a:cxnSpLocks/>
            </p:cNvCxnSpPr>
            <p:nvPr/>
          </p:nvCxnSpPr>
          <p:spPr>
            <a:xfrm>
              <a:off x="34992181" y="20160349"/>
              <a:ext cx="115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3" name="직사각형 260">
              <a:extLst>
                <a:ext uri="{FF2B5EF4-FFF2-40B4-BE49-F238E27FC236}">
                  <a16:creationId xmlns:a16="http://schemas.microsoft.com/office/drawing/2014/main" id="{D1CF8CF7-76BF-9F6A-411F-09A1E0BFBD62}"/>
                </a:ext>
              </a:extLst>
            </p:cNvPr>
            <p:cNvSpPr/>
            <p:nvPr/>
          </p:nvSpPr>
          <p:spPr>
            <a:xfrm>
              <a:off x="9648181" y="2001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94" name="직선 화살표 연결선 384">
              <a:extLst>
                <a:ext uri="{FF2B5EF4-FFF2-40B4-BE49-F238E27FC236}">
                  <a16:creationId xmlns:a16="http://schemas.microsoft.com/office/drawing/2014/main" id="{1AE600AF-5A23-24BD-A087-59BDB6A16856}"/>
                </a:ext>
              </a:extLst>
            </p:cNvPr>
            <p:cNvCxnSpPr>
              <a:cxnSpLocks/>
            </p:cNvCxnSpPr>
            <p:nvPr/>
          </p:nvCxnSpPr>
          <p:spPr>
            <a:xfrm>
              <a:off x="8496181" y="20160349"/>
              <a:ext cx="57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6" name="직사각형 260">
              <a:extLst>
                <a:ext uri="{FF2B5EF4-FFF2-40B4-BE49-F238E27FC236}">
                  <a16:creationId xmlns:a16="http://schemas.microsoft.com/office/drawing/2014/main" id="{26ADD1B6-C5EB-DD12-3B4B-72DF0C2F6913}"/>
                </a:ext>
              </a:extLst>
            </p:cNvPr>
            <p:cNvSpPr/>
            <p:nvPr/>
          </p:nvSpPr>
          <p:spPr>
            <a:xfrm>
              <a:off x="9648181" y="1958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Component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00" name="직선 화살표 연결선 384">
              <a:extLst>
                <a:ext uri="{FF2B5EF4-FFF2-40B4-BE49-F238E27FC236}">
                  <a16:creationId xmlns:a16="http://schemas.microsoft.com/office/drawing/2014/main" id="{4A9865EF-37F9-BC3A-61BF-D8515580253E}"/>
                </a:ext>
              </a:extLst>
            </p:cNvPr>
            <p:cNvCxnSpPr>
              <a:cxnSpLocks/>
            </p:cNvCxnSpPr>
            <p:nvPr/>
          </p:nvCxnSpPr>
          <p:spPr>
            <a:xfrm>
              <a:off x="9072181" y="19728350"/>
              <a:ext cx="57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1" name="직선 화살표 연결선 384">
              <a:extLst>
                <a:ext uri="{FF2B5EF4-FFF2-40B4-BE49-F238E27FC236}">
                  <a16:creationId xmlns:a16="http://schemas.microsoft.com/office/drawing/2014/main" id="{55A3C6BA-AA00-6C05-0F12-5C4812C3B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181" y="19728350"/>
              <a:ext cx="0" cy="432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직선 화살표 연결선 384">
              <a:extLst>
                <a:ext uri="{FF2B5EF4-FFF2-40B4-BE49-F238E27FC236}">
                  <a16:creationId xmlns:a16="http://schemas.microsoft.com/office/drawing/2014/main" id="{7C907408-F422-7B7C-D3E6-DCBB9E0B2AA9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181" y="19872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직선 화살표 연결선 384">
              <a:extLst>
                <a:ext uri="{FF2B5EF4-FFF2-40B4-BE49-F238E27FC236}">
                  <a16:creationId xmlns:a16="http://schemas.microsoft.com/office/drawing/2014/main" id="{15CD04B7-469A-7B59-3660-980A4B568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8181" y="19152350"/>
              <a:ext cx="0" cy="432001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직선 화살표 연결선 384">
              <a:extLst>
                <a:ext uri="{FF2B5EF4-FFF2-40B4-BE49-F238E27FC236}">
                  <a16:creationId xmlns:a16="http://schemas.microsoft.com/office/drawing/2014/main" id="{9354D962-A329-F38C-1F9B-AE92227CF0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181" y="19152350"/>
              <a:ext cx="5760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직선 화살표 연결선 384">
              <a:extLst>
                <a:ext uri="{FF2B5EF4-FFF2-40B4-BE49-F238E27FC236}">
                  <a16:creationId xmlns:a16="http://schemas.microsoft.com/office/drawing/2014/main" id="{600B8101-CF77-2759-232B-CDA8E8E7F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0181" y="15840350"/>
              <a:ext cx="0" cy="410400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직사각형 283">
              <a:extLst>
                <a:ext uri="{FF2B5EF4-FFF2-40B4-BE49-F238E27FC236}">
                  <a16:creationId xmlns:a16="http://schemas.microsoft.com/office/drawing/2014/main" id="{E0B11BDB-F387-51E3-7ECE-3ABAE589C718}"/>
                </a:ext>
              </a:extLst>
            </p:cNvPr>
            <p:cNvSpPr/>
            <p:nvPr/>
          </p:nvSpPr>
          <p:spPr>
            <a:xfrm>
              <a:off x="1008181" y="16200350"/>
              <a:ext cx="2736000" cy="453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Entity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 및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lvl="0" algn="ctr" defTabSz="457122">
                <a:defRPr/>
              </a:pP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 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ko-KR" altLang="en-US" sz="12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필요한 </a:t>
              </a:r>
              <a:r>
                <a:rPr lang="en-US" altLang="ko-KR" sz="12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Component </a:t>
              </a:r>
              <a:r>
                <a:rPr lang="ko-KR" altLang="en-US" sz="12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추가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" name="직사각형 260">
              <a:extLst>
                <a:ext uri="{FF2B5EF4-FFF2-40B4-BE49-F238E27FC236}">
                  <a16:creationId xmlns:a16="http://schemas.microsoft.com/office/drawing/2014/main" id="{011D6086-87FB-63A4-F867-23AC99B8AE53}"/>
                </a:ext>
              </a:extLst>
            </p:cNvPr>
            <p:cNvSpPr/>
            <p:nvPr/>
          </p:nvSpPr>
          <p:spPr>
            <a:xfrm>
              <a:off x="1296181" y="1684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1.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획득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직사각형 110">
              <a:extLst>
                <a:ext uri="{FF2B5EF4-FFF2-40B4-BE49-F238E27FC236}">
                  <a16:creationId xmlns:a16="http://schemas.microsoft.com/office/drawing/2014/main" id="{D2623721-CF9E-0CA6-2B79-BFCB6CBDA756}"/>
                </a:ext>
              </a:extLst>
            </p:cNvPr>
            <p:cNvSpPr/>
            <p:nvPr/>
          </p:nvSpPr>
          <p:spPr>
            <a:xfrm>
              <a:off x="5760181" y="720351"/>
              <a:ext cx="6624000" cy="89279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Manager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동작 간 </a:t>
              </a: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 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110">
              <a:extLst>
                <a:ext uri="{FF2B5EF4-FFF2-40B4-BE49-F238E27FC236}">
                  <a16:creationId xmlns:a16="http://schemas.microsoft.com/office/drawing/2014/main" id="{0230C039-F318-662A-7D2D-96AC7AF54978}"/>
                </a:ext>
              </a:extLst>
            </p:cNvPr>
            <p:cNvSpPr/>
            <p:nvPr/>
          </p:nvSpPr>
          <p:spPr>
            <a:xfrm>
              <a:off x="6048181" y="1224351"/>
              <a:ext cx="2736000" cy="115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CreateEntity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직사각형 260">
              <a:extLst>
                <a:ext uri="{FF2B5EF4-FFF2-40B4-BE49-F238E27FC236}">
                  <a16:creationId xmlns:a16="http://schemas.microsoft.com/office/drawing/2014/main" id="{4AEBA47A-C2A5-F2E8-D8EC-635902B12A20}"/>
                </a:ext>
              </a:extLst>
            </p:cNvPr>
            <p:cNvSpPr/>
            <p:nvPr/>
          </p:nvSpPr>
          <p:spPr>
            <a:xfrm>
              <a:off x="6336181" y="1512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Entity Queue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front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값 획득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260">
              <a:extLst>
                <a:ext uri="{FF2B5EF4-FFF2-40B4-BE49-F238E27FC236}">
                  <a16:creationId xmlns:a16="http://schemas.microsoft.com/office/drawing/2014/main" id="{7DDB1A79-F492-D45D-DC17-DE7675B478D4}"/>
                </a:ext>
              </a:extLst>
            </p:cNvPr>
            <p:cNvSpPr/>
            <p:nvPr/>
          </p:nvSpPr>
          <p:spPr>
            <a:xfrm>
              <a:off x="6048181" y="3384349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std::queue&lt;Entity&gt;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mAvailableEntities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활용 가능한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관리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260">
              <a:extLst>
                <a:ext uri="{FF2B5EF4-FFF2-40B4-BE49-F238E27FC236}">
                  <a16:creationId xmlns:a16="http://schemas.microsoft.com/office/drawing/2014/main" id="{E1FC7430-9BE5-560C-9498-8210B3D7E321}"/>
                </a:ext>
              </a:extLst>
            </p:cNvPr>
            <p:cNvSpPr/>
            <p:nvPr/>
          </p:nvSpPr>
          <p:spPr>
            <a:xfrm>
              <a:off x="9360181" y="3384349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std::array&lt;Signature, MAX_ENTITIES&gt;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(Entity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대응되는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10" name="직사각형 260">
              <a:extLst>
                <a:ext uri="{FF2B5EF4-FFF2-40B4-BE49-F238E27FC236}">
                  <a16:creationId xmlns:a16="http://schemas.microsoft.com/office/drawing/2014/main" id="{30F8A96B-73F3-2ABA-4119-F13F6CCC45E3}"/>
                </a:ext>
              </a:extLst>
            </p:cNvPr>
            <p:cNvSpPr/>
            <p:nvPr/>
          </p:nvSpPr>
          <p:spPr>
            <a:xfrm>
              <a:off x="6336181" y="432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0</a:t>
              </a:r>
            </a:p>
          </p:txBody>
        </p:sp>
        <p:sp>
          <p:nvSpPr>
            <p:cNvPr id="11" name="직사각형 260">
              <a:extLst>
                <a:ext uri="{FF2B5EF4-FFF2-40B4-BE49-F238E27FC236}">
                  <a16:creationId xmlns:a16="http://schemas.microsoft.com/office/drawing/2014/main" id="{092F1E1A-D815-86CF-0293-EEBC68025FC0}"/>
                </a:ext>
              </a:extLst>
            </p:cNvPr>
            <p:cNvSpPr/>
            <p:nvPr/>
          </p:nvSpPr>
          <p:spPr>
            <a:xfrm>
              <a:off x="6336181" y="4754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1</a:t>
              </a:r>
            </a:p>
          </p:txBody>
        </p:sp>
        <p:sp>
          <p:nvSpPr>
            <p:cNvPr id="12" name="직사각형 260">
              <a:extLst>
                <a:ext uri="{FF2B5EF4-FFF2-40B4-BE49-F238E27FC236}">
                  <a16:creationId xmlns:a16="http://schemas.microsoft.com/office/drawing/2014/main" id="{A178029A-8A05-3C7F-3F9C-B97C600020A3}"/>
                </a:ext>
              </a:extLst>
            </p:cNvPr>
            <p:cNvSpPr/>
            <p:nvPr/>
          </p:nvSpPr>
          <p:spPr>
            <a:xfrm>
              <a:off x="6336181" y="518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2</a:t>
              </a:r>
            </a:p>
          </p:txBody>
        </p:sp>
        <p:sp>
          <p:nvSpPr>
            <p:cNvPr id="13" name="직사각형 260">
              <a:extLst>
                <a:ext uri="{FF2B5EF4-FFF2-40B4-BE49-F238E27FC236}">
                  <a16:creationId xmlns:a16="http://schemas.microsoft.com/office/drawing/2014/main" id="{EA836C5B-5824-C076-9C6B-18FF75738E88}"/>
                </a:ext>
              </a:extLst>
            </p:cNvPr>
            <p:cNvSpPr/>
            <p:nvPr/>
          </p:nvSpPr>
          <p:spPr>
            <a:xfrm>
              <a:off x="6336181" y="5618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3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직사각형 260">
              <a:extLst>
                <a:ext uri="{FF2B5EF4-FFF2-40B4-BE49-F238E27FC236}">
                  <a16:creationId xmlns:a16="http://schemas.microsoft.com/office/drawing/2014/main" id="{8EDF4349-9A8B-F380-058C-25AB498EC02C}"/>
                </a:ext>
              </a:extLst>
            </p:cNvPr>
            <p:cNvSpPr/>
            <p:nvPr/>
          </p:nvSpPr>
          <p:spPr>
            <a:xfrm>
              <a:off x="6336181" y="6050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4</a:t>
              </a:r>
            </a:p>
          </p:txBody>
        </p:sp>
        <p:sp>
          <p:nvSpPr>
            <p:cNvPr id="15" name="직사각형 260">
              <a:extLst>
                <a:ext uri="{FF2B5EF4-FFF2-40B4-BE49-F238E27FC236}">
                  <a16:creationId xmlns:a16="http://schemas.microsoft.com/office/drawing/2014/main" id="{6CBA7AD4-0045-98E5-3544-42AD5A1D0437}"/>
                </a:ext>
              </a:extLst>
            </p:cNvPr>
            <p:cNvSpPr/>
            <p:nvPr/>
          </p:nvSpPr>
          <p:spPr>
            <a:xfrm>
              <a:off x="6336181" y="648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5</a:t>
              </a:r>
            </a:p>
          </p:txBody>
        </p:sp>
        <p:sp>
          <p:nvSpPr>
            <p:cNvPr id="16" name="직사각형 260">
              <a:extLst>
                <a:ext uri="{FF2B5EF4-FFF2-40B4-BE49-F238E27FC236}">
                  <a16:creationId xmlns:a16="http://schemas.microsoft.com/office/drawing/2014/main" id="{5EF82052-8038-0E8A-AD9C-21CF92DB85B6}"/>
                </a:ext>
              </a:extLst>
            </p:cNvPr>
            <p:cNvSpPr/>
            <p:nvPr/>
          </p:nvSpPr>
          <p:spPr>
            <a:xfrm>
              <a:off x="6336181" y="6914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6</a:t>
              </a:r>
            </a:p>
          </p:txBody>
        </p:sp>
        <p:sp>
          <p:nvSpPr>
            <p:cNvPr id="17" name="직사각형 260">
              <a:extLst>
                <a:ext uri="{FF2B5EF4-FFF2-40B4-BE49-F238E27FC236}">
                  <a16:creationId xmlns:a16="http://schemas.microsoft.com/office/drawing/2014/main" id="{FE49349D-AFB7-286E-43FF-EC9B2DFCAE18}"/>
                </a:ext>
              </a:extLst>
            </p:cNvPr>
            <p:cNvSpPr/>
            <p:nvPr/>
          </p:nvSpPr>
          <p:spPr>
            <a:xfrm>
              <a:off x="6336181" y="734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7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직사각형 260">
              <a:extLst>
                <a:ext uri="{FF2B5EF4-FFF2-40B4-BE49-F238E27FC236}">
                  <a16:creationId xmlns:a16="http://schemas.microsoft.com/office/drawing/2014/main" id="{05829C39-AAD9-4532-0674-AF0032DB01B6}"/>
                </a:ext>
              </a:extLst>
            </p:cNvPr>
            <p:cNvSpPr/>
            <p:nvPr/>
          </p:nvSpPr>
          <p:spPr>
            <a:xfrm>
              <a:off x="6336181" y="7778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8</a:t>
              </a:r>
            </a:p>
          </p:txBody>
        </p:sp>
        <p:sp>
          <p:nvSpPr>
            <p:cNvPr id="19" name="직사각형 260">
              <a:extLst>
                <a:ext uri="{FF2B5EF4-FFF2-40B4-BE49-F238E27FC236}">
                  <a16:creationId xmlns:a16="http://schemas.microsoft.com/office/drawing/2014/main" id="{0B661DF6-1CE9-00BB-031C-A21BB1BAF86F}"/>
                </a:ext>
              </a:extLst>
            </p:cNvPr>
            <p:cNvSpPr/>
            <p:nvPr/>
          </p:nvSpPr>
          <p:spPr>
            <a:xfrm>
              <a:off x="6336181" y="8210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9</a:t>
              </a:r>
            </a:p>
          </p:txBody>
        </p:sp>
        <p:sp>
          <p:nvSpPr>
            <p:cNvPr id="20" name="직사각형 260">
              <a:extLst>
                <a:ext uri="{FF2B5EF4-FFF2-40B4-BE49-F238E27FC236}">
                  <a16:creationId xmlns:a16="http://schemas.microsoft.com/office/drawing/2014/main" id="{149D0ABC-024D-9B82-1E90-C91CC58FF55D}"/>
                </a:ext>
              </a:extLst>
            </p:cNvPr>
            <p:cNvSpPr/>
            <p:nvPr/>
          </p:nvSpPr>
          <p:spPr>
            <a:xfrm>
              <a:off x="6336181" y="864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60">
              <a:extLst>
                <a:ext uri="{FF2B5EF4-FFF2-40B4-BE49-F238E27FC236}">
                  <a16:creationId xmlns:a16="http://schemas.microsoft.com/office/drawing/2014/main" id="{782E04F9-FFBC-EC0C-227F-6E61875E8DC4}"/>
                </a:ext>
              </a:extLst>
            </p:cNvPr>
            <p:cNvSpPr/>
            <p:nvPr/>
          </p:nvSpPr>
          <p:spPr>
            <a:xfrm>
              <a:off x="6336181" y="9072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MAX_ENTITIES(5000)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-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2" name="직선 화살표 연결선 384">
              <a:extLst>
                <a:ext uri="{FF2B5EF4-FFF2-40B4-BE49-F238E27FC236}">
                  <a16:creationId xmlns:a16="http://schemas.microsoft.com/office/drawing/2014/main" id="{563C8460-8034-15A1-4A0B-938A2B465C49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1800349"/>
              <a:ext cx="0" cy="158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384">
              <a:extLst>
                <a:ext uri="{FF2B5EF4-FFF2-40B4-BE49-F238E27FC236}">
                  <a16:creationId xmlns:a16="http://schemas.microsoft.com/office/drawing/2014/main" id="{7B1CA635-C660-FEEF-5F11-C1B604E25397}"/>
                </a:ext>
              </a:extLst>
            </p:cNvPr>
            <p:cNvCxnSpPr>
              <a:cxnSpLocks/>
            </p:cNvCxnSpPr>
            <p:nvPr/>
          </p:nvCxnSpPr>
          <p:spPr>
            <a:xfrm>
              <a:off x="3744181" y="15840350"/>
              <a:ext cx="1656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384">
              <a:extLst>
                <a:ext uri="{FF2B5EF4-FFF2-40B4-BE49-F238E27FC236}">
                  <a16:creationId xmlns:a16="http://schemas.microsoft.com/office/drawing/2014/main" id="{54B2E60E-720C-0F91-88AF-14F5D3C536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36181" y="1584350"/>
              <a:ext cx="0" cy="16992000"/>
            </a:xfrm>
            <a:prstGeom prst="straightConnector1">
              <a:avLst/>
            </a:prstGeom>
            <a:ln w="25400" cap="sq" cmpd="dbl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384">
              <a:extLst>
                <a:ext uri="{FF2B5EF4-FFF2-40B4-BE49-F238E27FC236}">
                  <a16:creationId xmlns:a16="http://schemas.microsoft.com/office/drawing/2014/main" id="{8636F68C-18E5-2E12-011D-9BA18F62102B}"/>
                </a:ext>
              </a:extLst>
            </p:cNvPr>
            <p:cNvCxnSpPr>
              <a:cxnSpLocks/>
            </p:cNvCxnSpPr>
            <p:nvPr/>
          </p:nvCxnSpPr>
          <p:spPr>
            <a:xfrm>
              <a:off x="4536181" y="1584350"/>
              <a:ext cx="1512000" cy="0"/>
            </a:xfrm>
            <a:prstGeom prst="straightConnector1">
              <a:avLst/>
            </a:prstGeom>
            <a:ln w="25400" cap="sq" cmpd="dbl">
              <a:solidFill>
                <a:srgbClr val="0000FF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8" name="직사각형 110">
              <a:extLst>
                <a:ext uri="{FF2B5EF4-FFF2-40B4-BE49-F238E27FC236}">
                  <a16:creationId xmlns:a16="http://schemas.microsoft.com/office/drawing/2014/main" id="{AD6C9B89-6D46-DF87-F524-D8A5C0BC8038}"/>
                </a:ext>
              </a:extLst>
            </p:cNvPr>
            <p:cNvSpPr/>
            <p:nvPr/>
          </p:nvSpPr>
          <p:spPr>
            <a:xfrm>
              <a:off x="9360181" y="1224350"/>
              <a:ext cx="2736000" cy="1151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SetSignature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(Entity entity, const Signature&amp; signature)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9" name="직사각형 260">
              <a:extLst>
                <a:ext uri="{FF2B5EF4-FFF2-40B4-BE49-F238E27FC236}">
                  <a16:creationId xmlns:a16="http://schemas.microsoft.com/office/drawing/2014/main" id="{77FC2883-30B5-C874-AA02-F304A931F2DD}"/>
                </a:ext>
              </a:extLst>
            </p:cNvPr>
            <p:cNvSpPr/>
            <p:nvPr/>
          </p:nvSpPr>
          <p:spPr>
            <a:xfrm>
              <a:off x="9648181" y="165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전달받은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할당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21" name="직사각형 260">
              <a:extLst>
                <a:ext uri="{FF2B5EF4-FFF2-40B4-BE49-F238E27FC236}">
                  <a16:creationId xmlns:a16="http://schemas.microsoft.com/office/drawing/2014/main" id="{979298EC-8062-F4CB-42EA-C34CBE5BAB0B}"/>
                </a:ext>
              </a:extLst>
            </p:cNvPr>
            <p:cNvSpPr/>
            <p:nvPr/>
          </p:nvSpPr>
          <p:spPr>
            <a:xfrm>
              <a:off x="9648181" y="432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[0] = {4}</a:t>
              </a:r>
            </a:p>
          </p:txBody>
        </p:sp>
        <p:sp>
          <p:nvSpPr>
            <p:cNvPr id="922" name="직사각형 260">
              <a:extLst>
                <a:ext uri="{FF2B5EF4-FFF2-40B4-BE49-F238E27FC236}">
                  <a16:creationId xmlns:a16="http://schemas.microsoft.com/office/drawing/2014/main" id="{38F6FEFD-9E2A-2DC5-FD1C-71C3880E1A88}"/>
                </a:ext>
              </a:extLst>
            </p:cNvPr>
            <p:cNvSpPr/>
            <p:nvPr/>
          </p:nvSpPr>
          <p:spPr>
            <a:xfrm>
              <a:off x="9648181" y="4754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[1] = {4}</a:t>
              </a:r>
            </a:p>
          </p:txBody>
        </p:sp>
        <p:sp>
          <p:nvSpPr>
            <p:cNvPr id="923" name="직사각형 260">
              <a:extLst>
                <a:ext uri="{FF2B5EF4-FFF2-40B4-BE49-F238E27FC236}">
                  <a16:creationId xmlns:a16="http://schemas.microsoft.com/office/drawing/2014/main" id="{DA17915D-8EA4-046B-3E11-1B8D5E65E5D1}"/>
                </a:ext>
              </a:extLst>
            </p:cNvPr>
            <p:cNvSpPr/>
            <p:nvPr/>
          </p:nvSpPr>
          <p:spPr>
            <a:xfrm>
              <a:off x="9648181" y="518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[2] = {4}</a:t>
              </a:r>
            </a:p>
          </p:txBody>
        </p:sp>
        <p:sp>
          <p:nvSpPr>
            <p:cNvPr id="924" name="직사각형 260">
              <a:extLst>
                <a:ext uri="{FF2B5EF4-FFF2-40B4-BE49-F238E27FC236}">
                  <a16:creationId xmlns:a16="http://schemas.microsoft.com/office/drawing/2014/main" id="{14EA68FE-93F3-EE9C-5488-2DD63039F6C7}"/>
                </a:ext>
              </a:extLst>
            </p:cNvPr>
            <p:cNvSpPr/>
            <p:nvPr/>
          </p:nvSpPr>
          <p:spPr>
            <a:xfrm>
              <a:off x="9648181" y="5618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[3] = {5,6,7}</a:t>
              </a:r>
            </a:p>
          </p:txBody>
        </p:sp>
        <p:sp>
          <p:nvSpPr>
            <p:cNvPr id="925" name="직사각형 260">
              <a:extLst>
                <a:ext uri="{FF2B5EF4-FFF2-40B4-BE49-F238E27FC236}">
                  <a16:creationId xmlns:a16="http://schemas.microsoft.com/office/drawing/2014/main" id="{C9D1FFDB-F652-7E27-90CA-D67507BAB3B7}"/>
                </a:ext>
              </a:extLst>
            </p:cNvPr>
            <p:cNvSpPr/>
            <p:nvPr/>
          </p:nvSpPr>
          <p:spPr>
            <a:xfrm>
              <a:off x="9648181" y="6050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[4] = {5,6,7}</a:t>
              </a:r>
            </a:p>
          </p:txBody>
        </p:sp>
        <p:sp>
          <p:nvSpPr>
            <p:cNvPr id="926" name="직사각형 260">
              <a:extLst>
                <a:ext uri="{FF2B5EF4-FFF2-40B4-BE49-F238E27FC236}">
                  <a16:creationId xmlns:a16="http://schemas.microsoft.com/office/drawing/2014/main" id="{C52DDF43-AC17-C1F9-1212-733BBBDE2704}"/>
                </a:ext>
              </a:extLst>
            </p:cNvPr>
            <p:cNvSpPr/>
            <p:nvPr/>
          </p:nvSpPr>
          <p:spPr>
            <a:xfrm>
              <a:off x="9648181" y="648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[5] = {0,1,5}</a:t>
              </a:r>
            </a:p>
          </p:txBody>
        </p:sp>
        <p:sp>
          <p:nvSpPr>
            <p:cNvPr id="927" name="직사각형 260">
              <a:extLst>
                <a:ext uri="{FF2B5EF4-FFF2-40B4-BE49-F238E27FC236}">
                  <a16:creationId xmlns:a16="http://schemas.microsoft.com/office/drawing/2014/main" id="{31A3D94C-2D3A-C8FB-17B5-9B5176CA0183}"/>
                </a:ext>
              </a:extLst>
            </p:cNvPr>
            <p:cNvSpPr/>
            <p:nvPr/>
          </p:nvSpPr>
          <p:spPr>
            <a:xfrm>
              <a:off x="9648181" y="6914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[6] = {5,6,10}</a:t>
              </a:r>
            </a:p>
          </p:txBody>
        </p:sp>
        <p:sp>
          <p:nvSpPr>
            <p:cNvPr id="928" name="직사각형 260">
              <a:extLst>
                <a:ext uri="{FF2B5EF4-FFF2-40B4-BE49-F238E27FC236}">
                  <a16:creationId xmlns:a16="http://schemas.microsoft.com/office/drawing/2014/main" id="{53981E65-2B3A-59ED-B843-2CF91BB9504B}"/>
                </a:ext>
              </a:extLst>
            </p:cNvPr>
            <p:cNvSpPr/>
            <p:nvPr/>
          </p:nvSpPr>
          <p:spPr>
            <a:xfrm>
              <a:off x="9648181" y="734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[7] = {1,5,9,11}</a:t>
              </a:r>
            </a:p>
          </p:txBody>
        </p:sp>
        <p:sp>
          <p:nvSpPr>
            <p:cNvPr id="929" name="직사각형 260">
              <a:extLst>
                <a:ext uri="{FF2B5EF4-FFF2-40B4-BE49-F238E27FC236}">
                  <a16:creationId xmlns:a16="http://schemas.microsoft.com/office/drawing/2014/main" id="{8CBEFD95-CC72-A3C6-9913-6C2247898F7D}"/>
                </a:ext>
              </a:extLst>
            </p:cNvPr>
            <p:cNvSpPr/>
            <p:nvPr/>
          </p:nvSpPr>
          <p:spPr>
            <a:xfrm>
              <a:off x="9648181" y="7778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[8] = {5,9}</a:t>
              </a:r>
            </a:p>
          </p:txBody>
        </p:sp>
        <p:sp>
          <p:nvSpPr>
            <p:cNvPr id="930" name="직사각형 260">
              <a:extLst>
                <a:ext uri="{FF2B5EF4-FFF2-40B4-BE49-F238E27FC236}">
                  <a16:creationId xmlns:a16="http://schemas.microsoft.com/office/drawing/2014/main" id="{EDE61CCB-0EEA-0E93-33F3-860FD0908E1E}"/>
                </a:ext>
              </a:extLst>
            </p:cNvPr>
            <p:cNvSpPr/>
            <p:nvPr/>
          </p:nvSpPr>
          <p:spPr>
            <a:xfrm>
              <a:off x="9648181" y="8210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[9] = {5,9}</a:t>
              </a:r>
            </a:p>
          </p:txBody>
        </p:sp>
        <p:sp>
          <p:nvSpPr>
            <p:cNvPr id="931" name="직사각형 260">
              <a:extLst>
                <a:ext uri="{FF2B5EF4-FFF2-40B4-BE49-F238E27FC236}">
                  <a16:creationId xmlns:a16="http://schemas.microsoft.com/office/drawing/2014/main" id="{D42C26F2-5227-3AE8-E8FC-6D85FB439068}"/>
                </a:ext>
              </a:extLst>
            </p:cNvPr>
            <p:cNvSpPr/>
            <p:nvPr/>
          </p:nvSpPr>
          <p:spPr>
            <a:xfrm>
              <a:off x="9648181" y="8642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2" name="직사각형 260">
              <a:extLst>
                <a:ext uri="{FF2B5EF4-FFF2-40B4-BE49-F238E27FC236}">
                  <a16:creationId xmlns:a16="http://schemas.microsoft.com/office/drawing/2014/main" id="{16817096-B04A-4486-087F-8B4EFDCC6451}"/>
                </a:ext>
              </a:extLst>
            </p:cNvPr>
            <p:cNvSpPr/>
            <p:nvPr/>
          </p:nvSpPr>
          <p:spPr>
            <a:xfrm>
              <a:off x="9648181" y="9072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[MAX_ENTITES-1] = {}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33" name="직사각형 260">
              <a:extLst>
                <a:ext uri="{FF2B5EF4-FFF2-40B4-BE49-F238E27FC236}">
                  <a16:creationId xmlns:a16="http://schemas.microsoft.com/office/drawing/2014/main" id="{319A6BCA-7DA1-CE75-548A-3C8C4A8403A7}"/>
                </a:ext>
              </a:extLst>
            </p:cNvPr>
            <p:cNvSpPr/>
            <p:nvPr/>
          </p:nvSpPr>
          <p:spPr>
            <a:xfrm>
              <a:off x="6336181" y="194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반환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36" name="직사각형 260">
              <a:extLst>
                <a:ext uri="{FF2B5EF4-FFF2-40B4-BE49-F238E27FC236}">
                  <a16:creationId xmlns:a16="http://schemas.microsoft.com/office/drawing/2014/main" id="{3071A071-010B-8857-CB9B-E8C7E99B3A2C}"/>
                </a:ext>
              </a:extLst>
            </p:cNvPr>
            <p:cNvSpPr/>
            <p:nvPr/>
          </p:nvSpPr>
          <p:spPr>
            <a:xfrm>
              <a:off x="1296181" y="1728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Step 2. Entity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에 대한 </a:t>
              </a:r>
              <a:r>
                <a:rPr kumimoji="0" lang="en-US" altLang="ko-KR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</a:t>
              </a:r>
              <a:r>
                <a:rPr kumimoji="0" lang="ko-KR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등록</a:t>
              </a:r>
              <a:endPara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937" name="직선 화살표 연결선 384">
              <a:extLst>
                <a:ext uri="{FF2B5EF4-FFF2-40B4-BE49-F238E27FC236}">
                  <a16:creationId xmlns:a16="http://schemas.microsoft.com/office/drawing/2014/main" id="{6418019B-F4C8-F682-5158-136CCBAAEA19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605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직선 화살표 연결선 384">
              <a:extLst>
                <a:ext uri="{FF2B5EF4-FFF2-40B4-BE49-F238E27FC236}">
                  <a16:creationId xmlns:a16="http://schemas.microsoft.com/office/drawing/2014/main" id="{63CF2777-6F19-5A34-38ED-767C0578C4C2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713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0" name="직사각형 260">
              <a:extLst>
                <a:ext uri="{FF2B5EF4-FFF2-40B4-BE49-F238E27FC236}">
                  <a16:creationId xmlns:a16="http://schemas.microsoft.com/office/drawing/2014/main" id="{C20DE07E-3EAD-F69E-B332-3B1E93BADC98}"/>
                </a:ext>
              </a:extLst>
            </p:cNvPr>
            <p:cNvSpPr/>
            <p:nvPr/>
          </p:nvSpPr>
          <p:spPr>
            <a:xfrm>
              <a:off x="12672181" y="12382480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&lt;Entity,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EntityLocation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mEntityLocations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1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(Archetype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내에서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정보의 위치 정보 관리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41" name="직사각형 260">
              <a:extLst>
                <a:ext uri="{FF2B5EF4-FFF2-40B4-BE49-F238E27FC236}">
                  <a16:creationId xmlns:a16="http://schemas.microsoft.com/office/drawing/2014/main" id="{08E188D3-C581-051F-553F-39E263029B35}"/>
                </a:ext>
              </a:extLst>
            </p:cNvPr>
            <p:cNvSpPr/>
            <p:nvPr/>
          </p:nvSpPr>
          <p:spPr>
            <a:xfrm>
              <a:off x="12960181" y="13318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[0]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0</a:t>
              </a:r>
            </a:p>
          </p:txBody>
        </p:sp>
        <p:sp>
          <p:nvSpPr>
            <p:cNvPr id="942" name="직사각형 260">
              <a:extLst>
                <a:ext uri="{FF2B5EF4-FFF2-40B4-BE49-F238E27FC236}">
                  <a16:creationId xmlns:a16="http://schemas.microsoft.com/office/drawing/2014/main" id="{BDCE546E-A93F-8509-F5AC-13A933A7AA0F}"/>
                </a:ext>
              </a:extLst>
            </p:cNvPr>
            <p:cNvSpPr/>
            <p:nvPr/>
          </p:nvSpPr>
          <p:spPr>
            <a:xfrm>
              <a:off x="12960181" y="13750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1]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 1</a:t>
              </a:r>
            </a:p>
          </p:txBody>
        </p:sp>
        <p:sp>
          <p:nvSpPr>
            <p:cNvPr id="943" name="직사각형 260">
              <a:extLst>
                <a:ext uri="{FF2B5EF4-FFF2-40B4-BE49-F238E27FC236}">
                  <a16:creationId xmlns:a16="http://schemas.microsoft.com/office/drawing/2014/main" id="{05E513A4-FB77-91A7-6C95-8DA6139D7A51}"/>
                </a:ext>
              </a:extLst>
            </p:cNvPr>
            <p:cNvSpPr/>
            <p:nvPr/>
          </p:nvSpPr>
          <p:spPr>
            <a:xfrm>
              <a:off x="12960181" y="14182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[2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]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= 2</a:t>
              </a:r>
            </a:p>
          </p:txBody>
        </p:sp>
        <p:sp>
          <p:nvSpPr>
            <p:cNvPr id="944" name="직사각형 260">
              <a:extLst>
                <a:ext uri="{FF2B5EF4-FFF2-40B4-BE49-F238E27FC236}">
                  <a16:creationId xmlns:a16="http://schemas.microsoft.com/office/drawing/2014/main" id="{97F94201-2CFF-CBFD-C4D8-5543FCF9E155}"/>
                </a:ext>
              </a:extLst>
            </p:cNvPr>
            <p:cNvSpPr/>
            <p:nvPr/>
          </p:nvSpPr>
          <p:spPr>
            <a:xfrm>
              <a:off x="12960181" y="15046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[4] = 1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5" name="직사각형 260">
              <a:extLst>
                <a:ext uri="{FF2B5EF4-FFF2-40B4-BE49-F238E27FC236}">
                  <a16:creationId xmlns:a16="http://schemas.microsoft.com/office/drawing/2014/main" id="{2592FC58-0C55-36DA-8074-8E8B7EA49887}"/>
                </a:ext>
              </a:extLst>
            </p:cNvPr>
            <p:cNvSpPr/>
            <p:nvPr/>
          </p:nvSpPr>
          <p:spPr>
            <a:xfrm>
              <a:off x="12960181" y="159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[6] = 0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6" name="직사각형 260">
              <a:extLst>
                <a:ext uri="{FF2B5EF4-FFF2-40B4-BE49-F238E27FC236}">
                  <a16:creationId xmlns:a16="http://schemas.microsoft.com/office/drawing/2014/main" id="{420BF7D4-A3DD-1955-1142-A173A63E2B93}"/>
                </a:ext>
              </a:extLst>
            </p:cNvPr>
            <p:cNvSpPr/>
            <p:nvPr/>
          </p:nvSpPr>
          <p:spPr>
            <a:xfrm>
              <a:off x="12960181" y="15478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[5] = 0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7" name="직사각형 260">
              <a:extLst>
                <a:ext uri="{FF2B5EF4-FFF2-40B4-BE49-F238E27FC236}">
                  <a16:creationId xmlns:a16="http://schemas.microsoft.com/office/drawing/2014/main" id="{FC462DFE-CE6B-E0B8-8247-9B31223AEE70}"/>
                </a:ext>
              </a:extLst>
            </p:cNvPr>
            <p:cNvSpPr/>
            <p:nvPr/>
          </p:nvSpPr>
          <p:spPr>
            <a:xfrm>
              <a:off x="12960181" y="14614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[3] = 0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9" name="직사각형 110">
              <a:extLst>
                <a:ext uri="{FF2B5EF4-FFF2-40B4-BE49-F238E27FC236}">
                  <a16:creationId xmlns:a16="http://schemas.microsoft.com/office/drawing/2014/main" id="{1609E54A-D013-0D86-1125-D80153C019E8}"/>
                </a:ext>
              </a:extLst>
            </p:cNvPr>
            <p:cNvSpPr/>
            <p:nvPr/>
          </p:nvSpPr>
          <p:spPr>
            <a:xfrm>
              <a:off x="12672181" y="10224351"/>
              <a:ext cx="6048000" cy="158586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AddComponent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0" name="직사각형 260">
              <a:extLst>
                <a:ext uri="{FF2B5EF4-FFF2-40B4-BE49-F238E27FC236}">
                  <a16:creationId xmlns:a16="http://schemas.microsoft.com/office/drawing/2014/main" id="{68FAE6E5-607B-39D5-48C0-578722D00A23}"/>
                </a:ext>
              </a:extLst>
            </p:cNvPr>
            <p:cNvSpPr/>
            <p:nvPr/>
          </p:nvSpPr>
          <p:spPr>
            <a:xfrm>
              <a:off x="12816181" y="105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Entity Location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검사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현재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가 포함된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확인</a:t>
              </a:r>
              <a:endParaRPr lang="en-US" altLang="ko-KR" sz="8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51" name="직사각형 260">
              <a:extLst>
                <a:ext uri="{FF2B5EF4-FFF2-40B4-BE49-F238E27FC236}">
                  <a16:creationId xmlns:a16="http://schemas.microsoft.com/office/drawing/2014/main" id="{C410408E-3C10-0B3B-D9EA-8F11AEC1EFDA}"/>
                </a:ext>
              </a:extLst>
            </p:cNvPr>
            <p:cNvSpPr/>
            <p:nvPr/>
          </p:nvSpPr>
          <p:spPr>
            <a:xfrm>
              <a:off x="13104181" y="108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신규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계산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Component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추가 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판단</a:t>
              </a:r>
              <a:endParaRPr lang="en-US" altLang="ko-KR" sz="8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52" name="직선 화살표 연결선 384">
              <a:extLst>
                <a:ext uri="{FF2B5EF4-FFF2-40B4-BE49-F238E27FC236}">
                  <a16:creationId xmlns:a16="http://schemas.microsoft.com/office/drawing/2014/main" id="{64822CE2-25BB-FC43-5B58-F9B797B95C9C}"/>
                </a:ext>
              </a:extLst>
            </p:cNvPr>
            <p:cNvCxnSpPr>
              <a:cxnSpLocks/>
            </p:cNvCxnSpPr>
            <p:nvPr/>
          </p:nvCxnSpPr>
          <p:spPr>
            <a:xfrm>
              <a:off x="12960181" y="10800350"/>
              <a:ext cx="0" cy="158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3" name="직사각형 110">
              <a:extLst>
                <a:ext uri="{FF2B5EF4-FFF2-40B4-BE49-F238E27FC236}">
                  <a16:creationId xmlns:a16="http://schemas.microsoft.com/office/drawing/2014/main" id="{8313CDB5-107A-879E-C15A-EC8F489E22FF}"/>
                </a:ext>
              </a:extLst>
            </p:cNvPr>
            <p:cNvSpPr/>
            <p:nvPr/>
          </p:nvSpPr>
          <p:spPr>
            <a:xfrm>
              <a:off x="1152181" y="17705184"/>
              <a:ext cx="2448000" cy="288716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ECSCoordinator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AddComponent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4" name="직사각형 260">
              <a:extLst>
                <a:ext uri="{FF2B5EF4-FFF2-40B4-BE49-F238E27FC236}">
                  <a16:creationId xmlns:a16="http://schemas.microsoft.com/office/drawing/2014/main" id="{8E3519F2-95B7-8D03-9CC3-2C9B3DD9AF9D}"/>
                </a:ext>
              </a:extLst>
            </p:cNvPr>
            <p:cNvSpPr/>
            <p:nvPr/>
          </p:nvSpPr>
          <p:spPr>
            <a:xfrm>
              <a:off x="1296181" y="17993183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lock_guard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(mutex)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설정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55" name="직사각형 260">
              <a:extLst>
                <a:ext uri="{FF2B5EF4-FFF2-40B4-BE49-F238E27FC236}">
                  <a16:creationId xmlns:a16="http://schemas.microsoft.com/office/drawing/2014/main" id="{DBF177CE-3E56-5CED-810E-1BDFC14D11B0}"/>
                </a:ext>
              </a:extLst>
            </p:cNvPr>
            <p:cNvSpPr/>
            <p:nvPr/>
          </p:nvSpPr>
          <p:spPr>
            <a:xfrm>
              <a:off x="1296181" y="18425183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Entity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할당된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획득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56" name="직선 화살표 연결선 384">
              <a:extLst>
                <a:ext uri="{FF2B5EF4-FFF2-40B4-BE49-F238E27FC236}">
                  <a16:creationId xmlns:a16="http://schemas.microsoft.com/office/drawing/2014/main" id="{24F93BB0-6D29-5879-4293-058B5E88A121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8281183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직선 화살표 연결선 384">
              <a:extLst>
                <a:ext uri="{FF2B5EF4-FFF2-40B4-BE49-F238E27FC236}">
                  <a16:creationId xmlns:a16="http://schemas.microsoft.com/office/drawing/2014/main" id="{A419605C-4E01-C253-CA24-8937B0837FA4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7568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8" name="직사각형 260">
              <a:extLst>
                <a:ext uri="{FF2B5EF4-FFF2-40B4-BE49-F238E27FC236}">
                  <a16:creationId xmlns:a16="http://schemas.microsoft.com/office/drawing/2014/main" id="{E3C7FF28-F141-3BBD-0255-1A26AE103814}"/>
                </a:ext>
              </a:extLst>
            </p:cNvPr>
            <p:cNvSpPr/>
            <p:nvPr/>
          </p:nvSpPr>
          <p:spPr>
            <a:xfrm>
              <a:off x="1296181" y="1886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srgbClr val="FF0000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Component </a:t>
              </a:r>
              <a:r>
                <a:rPr lang="ko-KR" altLang="en-US" sz="1000" b="1" kern="0" dirty="0">
                  <a:solidFill>
                    <a:srgbClr val="FF0000"/>
                  </a:solidFill>
                  <a:latin typeface="Calibri" panose="020F0502020204030204"/>
                  <a:ea typeface="맑은 고딕" panose="020B0503020000020004" pitchFamily="50" charset="-127"/>
                </a:rPr>
                <a:t>중복 검사 </a:t>
              </a:r>
              <a:r>
                <a:rPr lang="en-US" altLang="ko-KR" sz="1000" b="1" kern="0" dirty="0">
                  <a:solidFill>
                    <a:srgbClr val="FF0000"/>
                  </a:solidFill>
                  <a:latin typeface="Calibri" panose="020F0502020204030204"/>
                  <a:ea typeface="맑은 고딕" panose="020B0503020000020004" pitchFamily="50" charset="-127"/>
                </a:rPr>
                <a:t>(Assert)</a:t>
              </a:r>
              <a:endParaRPr lang="en-US" altLang="ko-KR" sz="1000" kern="0" dirty="0">
                <a:solidFill>
                  <a:srgbClr val="FF0000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59" name="직선 화살표 연결선 384">
              <a:extLst>
                <a:ext uri="{FF2B5EF4-FFF2-40B4-BE49-F238E27FC236}">
                  <a16:creationId xmlns:a16="http://schemas.microsoft.com/office/drawing/2014/main" id="{BB6FC052-1DBA-0FA6-97DA-9B11C1504CD2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872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8" name="직사각형 260">
              <a:extLst>
                <a:ext uri="{FF2B5EF4-FFF2-40B4-BE49-F238E27FC236}">
                  <a16:creationId xmlns:a16="http://schemas.microsoft.com/office/drawing/2014/main" id="{2A5A2CA5-1EEA-2AB6-DE34-9C7A67A85E91}"/>
                </a:ext>
              </a:extLst>
            </p:cNvPr>
            <p:cNvSpPr/>
            <p:nvPr/>
          </p:nvSpPr>
          <p:spPr>
            <a:xfrm>
              <a:off x="1296181" y="1929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Archetype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449" name="직선 화살표 연결선 384">
              <a:extLst>
                <a:ext uri="{FF2B5EF4-FFF2-40B4-BE49-F238E27FC236}">
                  <a16:creationId xmlns:a16="http://schemas.microsoft.com/office/drawing/2014/main" id="{C3283E54-4E48-2FF4-25C9-43D515DFCCAC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9152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직선 화살표 연결선 384">
              <a:extLst>
                <a:ext uri="{FF2B5EF4-FFF2-40B4-BE49-F238E27FC236}">
                  <a16:creationId xmlns:a16="http://schemas.microsoft.com/office/drawing/2014/main" id="{1614579F-EF92-8FA2-2557-9BFE5991C5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19440350"/>
              <a:ext cx="1656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직선 화살표 연결선 384">
              <a:extLst>
                <a:ext uri="{FF2B5EF4-FFF2-40B4-BE49-F238E27FC236}">
                  <a16:creationId xmlns:a16="http://schemas.microsoft.com/office/drawing/2014/main" id="{68D72FBA-739A-E2C1-D67A-1CCC3E863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2181" y="12024351"/>
              <a:ext cx="0" cy="7415999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직선 화살표 연결선 384">
              <a:extLst>
                <a:ext uri="{FF2B5EF4-FFF2-40B4-BE49-F238E27FC236}">
                  <a16:creationId xmlns:a16="http://schemas.microsoft.com/office/drawing/2014/main" id="{FE8C731A-3480-D854-01E9-40AA96242A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2180" y="12024351"/>
              <a:ext cx="7272001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직선 화살표 연결선 384">
              <a:extLst>
                <a:ext uri="{FF2B5EF4-FFF2-40B4-BE49-F238E27FC236}">
                  <a16:creationId xmlns:a16="http://schemas.microsoft.com/office/drawing/2014/main" id="{767F9072-A1E0-B021-5804-B436464A14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84181" y="10800350"/>
              <a:ext cx="0" cy="122400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직선 화살표 연결선 384">
              <a:extLst>
                <a:ext uri="{FF2B5EF4-FFF2-40B4-BE49-F238E27FC236}">
                  <a16:creationId xmlns:a16="http://schemas.microsoft.com/office/drawing/2014/main" id="{6F67F73E-6E65-DE99-7189-A1A6C96223D4}"/>
                </a:ext>
              </a:extLst>
            </p:cNvPr>
            <p:cNvCxnSpPr>
              <a:cxnSpLocks/>
            </p:cNvCxnSpPr>
            <p:nvPr/>
          </p:nvCxnSpPr>
          <p:spPr>
            <a:xfrm>
              <a:off x="12384181" y="10800350"/>
              <a:ext cx="288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5" name="직사각형 260">
              <a:extLst>
                <a:ext uri="{FF2B5EF4-FFF2-40B4-BE49-F238E27FC236}">
                  <a16:creationId xmlns:a16="http://schemas.microsoft.com/office/drawing/2014/main" id="{0679B381-B6E1-587E-420A-B51616FE7512}"/>
                </a:ext>
              </a:extLst>
            </p:cNvPr>
            <p:cNvSpPr/>
            <p:nvPr/>
          </p:nvSpPr>
          <p:spPr>
            <a:xfrm>
              <a:off x="1296181" y="1972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5. 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등록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486" name="직선 화살표 연결선 384">
              <a:extLst>
                <a:ext uri="{FF2B5EF4-FFF2-40B4-BE49-F238E27FC236}">
                  <a16:creationId xmlns:a16="http://schemas.microsoft.com/office/drawing/2014/main" id="{E0A609BC-766D-D829-818C-6AA2EDF4B4F8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19584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8" name="직사각형 260">
              <a:extLst>
                <a:ext uri="{FF2B5EF4-FFF2-40B4-BE49-F238E27FC236}">
                  <a16:creationId xmlns:a16="http://schemas.microsoft.com/office/drawing/2014/main" id="{DF5F6A7E-BE29-3B3E-D4EA-D6BA2A6FAD82}"/>
                </a:ext>
              </a:extLst>
            </p:cNvPr>
            <p:cNvSpPr/>
            <p:nvPr/>
          </p:nvSpPr>
          <p:spPr>
            <a:xfrm>
              <a:off x="1296181" y="2016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6. Entity 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정보 변화에 따른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배열 동기화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489" name="직선 화살표 연결선 384">
              <a:extLst>
                <a:ext uri="{FF2B5EF4-FFF2-40B4-BE49-F238E27FC236}">
                  <a16:creationId xmlns:a16="http://schemas.microsoft.com/office/drawing/2014/main" id="{A27DE548-4E9B-709B-6F65-499AD7461B9A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001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직선 화살표 연결선 384">
              <a:extLst>
                <a:ext uri="{FF2B5EF4-FFF2-40B4-BE49-F238E27FC236}">
                  <a16:creationId xmlns:a16="http://schemas.microsoft.com/office/drawing/2014/main" id="{13F84B2A-0A29-D719-FB3D-7AC053DE77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0181" y="2520350"/>
              <a:ext cx="0" cy="1735200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직선 화살표 연결선 384">
              <a:extLst>
                <a:ext uri="{FF2B5EF4-FFF2-40B4-BE49-F238E27FC236}">
                  <a16:creationId xmlns:a16="http://schemas.microsoft.com/office/drawing/2014/main" id="{84A2FB49-CC04-7A7B-7BC4-8FFFED6A31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19872350"/>
              <a:ext cx="1224000" cy="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직선 화살표 연결선 384">
              <a:extLst>
                <a:ext uri="{FF2B5EF4-FFF2-40B4-BE49-F238E27FC236}">
                  <a16:creationId xmlns:a16="http://schemas.microsoft.com/office/drawing/2014/main" id="{87582B07-4025-782D-5C85-E975F8243E22}"/>
                </a:ext>
              </a:extLst>
            </p:cNvPr>
            <p:cNvCxnSpPr>
              <a:cxnSpLocks/>
            </p:cNvCxnSpPr>
            <p:nvPr/>
          </p:nvCxnSpPr>
          <p:spPr>
            <a:xfrm>
              <a:off x="4680181" y="2520350"/>
              <a:ext cx="4392000" cy="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직선 화살표 연결선 384">
              <a:extLst>
                <a:ext uri="{FF2B5EF4-FFF2-40B4-BE49-F238E27FC236}">
                  <a16:creationId xmlns:a16="http://schemas.microsoft.com/office/drawing/2014/main" id="{DFCA5438-61AB-CF0F-D909-6689490AA8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2181" y="1584350"/>
              <a:ext cx="0" cy="93600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직선 화살표 연결선 384">
              <a:extLst>
                <a:ext uri="{FF2B5EF4-FFF2-40B4-BE49-F238E27FC236}">
                  <a16:creationId xmlns:a16="http://schemas.microsoft.com/office/drawing/2014/main" id="{B1BA85A9-4643-A86B-75DF-58786881EE1F}"/>
                </a:ext>
              </a:extLst>
            </p:cNvPr>
            <p:cNvCxnSpPr>
              <a:cxnSpLocks/>
            </p:cNvCxnSpPr>
            <p:nvPr/>
          </p:nvCxnSpPr>
          <p:spPr>
            <a:xfrm>
              <a:off x="9072181" y="1584350"/>
              <a:ext cx="288000" cy="0"/>
            </a:xfrm>
            <a:prstGeom prst="straightConnector1">
              <a:avLst/>
            </a:prstGeom>
            <a:ln w="25400" cap="sq" cmpd="sng">
              <a:solidFill>
                <a:srgbClr val="0000FF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384">
              <a:extLst>
                <a:ext uri="{FF2B5EF4-FFF2-40B4-BE49-F238E27FC236}">
                  <a16:creationId xmlns:a16="http://schemas.microsoft.com/office/drawing/2014/main" id="{2C036326-C675-18C7-EDFD-6ABEB0804BB0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181" y="1944350"/>
              <a:ext cx="0" cy="1439999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직사각형 260">
              <a:extLst>
                <a:ext uri="{FF2B5EF4-FFF2-40B4-BE49-F238E27FC236}">
                  <a16:creationId xmlns:a16="http://schemas.microsoft.com/office/drawing/2014/main" id="{EC5C6DD3-64FB-09B6-0922-7403F0B3B525}"/>
                </a:ext>
              </a:extLst>
            </p:cNvPr>
            <p:cNvSpPr/>
            <p:nvPr/>
          </p:nvSpPr>
          <p:spPr>
            <a:xfrm>
              <a:off x="39168181" y="21094479"/>
              <a:ext cx="2736000" cy="38178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ISystem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mSystems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8" name="직사각형 260">
              <a:extLst>
                <a:ext uri="{FF2B5EF4-FFF2-40B4-BE49-F238E27FC236}">
                  <a16:creationId xmlns:a16="http://schemas.microsoft.com/office/drawing/2014/main" id="{2D7286A0-1621-C6C2-1F35-57FEDF04D0EA}"/>
                </a:ext>
              </a:extLst>
            </p:cNvPr>
            <p:cNvSpPr/>
            <p:nvPr/>
          </p:nvSpPr>
          <p:spPr>
            <a:xfrm>
              <a:off x="39457565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BoundingVolumeUpdateSystem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0" name="직사각형 260">
              <a:extLst>
                <a:ext uri="{FF2B5EF4-FFF2-40B4-BE49-F238E27FC236}">
                  <a16:creationId xmlns:a16="http://schemas.microsoft.com/office/drawing/2014/main" id="{BDA79A4D-CA48-5309-1E5C-C3E0A6EB389E}"/>
                </a:ext>
              </a:extLst>
            </p:cNvPr>
            <p:cNvSpPr/>
            <p:nvPr/>
          </p:nvSpPr>
          <p:spPr>
            <a:xfrm>
              <a:off x="39457565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직사각형 260">
              <a:extLst>
                <a:ext uri="{FF2B5EF4-FFF2-40B4-BE49-F238E27FC236}">
                  <a16:creationId xmlns:a16="http://schemas.microsoft.com/office/drawing/2014/main" id="{5477DFCD-041B-DD8A-2CFD-8E0673C2A6AA}"/>
                </a:ext>
              </a:extLst>
            </p:cNvPr>
            <p:cNvSpPr/>
            <p:nvPr/>
          </p:nvSpPr>
          <p:spPr>
            <a:xfrm>
              <a:off x="39457565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직사각형 260">
              <a:extLst>
                <a:ext uri="{FF2B5EF4-FFF2-40B4-BE49-F238E27FC236}">
                  <a16:creationId xmlns:a16="http://schemas.microsoft.com/office/drawing/2014/main" id="{3DDEAD64-0CE9-BF8E-5A01-F98EFE8DAD34}"/>
                </a:ext>
              </a:extLst>
            </p:cNvPr>
            <p:cNvSpPr/>
            <p:nvPr/>
          </p:nvSpPr>
          <p:spPr>
            <a:xfrm>
              <a:off x="39457565" y="2404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PlayerControlSystem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직사각형 260">
              <a:extLst>
                <a:ext uri="{FF2B5EF4-FFF2-40B4-BE49-F238E27FC236}">
                  <a16:creationId xmlns:a16="http://schemas.microsoft.com/office/drawing/2014/main" id="{F2744E15-0127-0A13-DAF5-00A0577CACA1}"/>
                </a:ext>
              </a:extLst>
            </p:cNvPr>
            <p:cNvSpPr/>
            <p:nvPr/>
          </p:nvSpPr>
          <p:spPr>
            <a:xfrm>
              <a:off x="39457565" y="22318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PhysicsSystem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직사각형 260">
              <a:extLst>
                <a:ext uri="{FF2B5EF4-FFF2-40B4-BE49-F238E27FC236}">
                  <a16:creationId xmlns:a16="http://schemas.microsoft.com/office/drawing/2014/main" id="{E2D0A846-D523-A9FB-3CB4-542A1CB48347}"/>
                </a:ext>
              </a:extLst>
            </p:cNvPr>
            <p:cNvSpPr/>
            <p:nvPr/>
          </p:nvSpPr>
          <p:spPr>
            <a:xfrm>
              <a:off x="39457565" y="23182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[DX12_BoundingSystem]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5" name="직사각형 260">
              <a:extLst>
                <a:ext uri="{FF2B5EF4-FFF2-40B4-BE49-F238E27FC236}">
                  <a16:creationId xmlns:a16="http://schemas.microsoft.com/office/drawing/2014/main" id="{A21AFC69-0B16-5701-475A-44F234AFAE52}"/>
                </a:ext>
              </a:extLst>
            </p:cNvPr>
            <p:cNvSpPr/>
            <p:nvPr/>
          </p:nvSpPr>
          <p:spPr>
            <a:xfrm>
              <a:off x="39457565" y="22750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ISystem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직사각형 110">
              <a:extLst>
                <a:ext uri="{FF2B5EF4-FFF2-40B4-BE49-F238E27FC236}">
                  <a16:creationId xmlns:a16="http://schemas.microsoft.com/office/drawing/2014/main" id="{8064EFFC-11FC-AA19-84E9-723A1FFA08A3}"/>
                </a:ext>
              </a:extLst>
            </p:cNvPr>
            <p:cNvSpPr/>
            <p:nvPr/>
          </p:nvSpPr>
          <p:spPr>
            <a:xfrm>
              <a:off x="39168181" y="19440350"/>
              <a:ext cx="2736000" cy="1152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05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SystemManager</a:t>
              </a:r>
              <a:r>
                <a:rPr lang="en-US" altLang="ko-KR" sz="105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</a:t>
              </a:r>
              <a:r>
                <a:rPr lang="en-US" altLang="ko-KR" sz="105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EntitySignatureChanged</a:t>
              </a:r>
              <a:r>
                <a:rPr lang="en-US" altLang="ko-KR" sz="105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()</a:t>
              </a:r>
              <a:endPara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0" name="직사각형 260">
              <a:extLst>
                <a:ext uri="{FF2B5EF4-FFF2-40B4-BE49-F238E27FC236}">
                  <a16:creationId xmlns:a16="http://schemas.microsoft.com/office/drawing/2014/main" id="{309A7A77-149D-7BC6-A42F-CAB3169D44D2}"/>
                </a:ext>
              </a:extLst>
            </p:cNvPr>
            <p:cNvSpPr/>
            <p:nvPr/>
          </p:nvSpPr>
          <p:spPr>
            <a:xfrm>
              <a:off x="39456181" y="1972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모든 시스템 순회 간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의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일치 검사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870" name="직선 화살표 연결선 384">
              <a:extLst>
                <a:ext uri="{FF2B5EF4-FFF2-40B4-BE49-F238E27FC236}">
                  <a16:creationId xmlns:a16="http://schemas.microsoft.com/office/drawing/2014/main" id="{58CE9A06-907E-FCB8-44D1-F31420D64641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직선 화살표 연결선 384">
              <a:extLst>
                <a:ext uri="{FF2B5EF4-FFF2-40B4-BE49-F238E27FC236}">
                  <a16:creationId xmlns:a16="http://schemas.microsoft.com/office/drawing/2014/main" id="{CA3B2FBF-F37D-2C67-055F-04BA2F6E6747}"/>
                </a:ext>
              </a:extLst>
            </p:cNvPr>
            <p:cNvCxnSpPr>
              <a:cxnSpLocks/>
            </p:cNvCxnSpPr>
            <p:nvPr/>
          </p:nvCxnSpPr>
          <p:spPr>
            <a:xfrm>
              <a:off x="14040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직선 화살표 연결선 384">
              <a:extLst>
                <a:ext uri="{FF2B5EF4-FFF2-40B4-BE49-F238E27FC236}">
                  <a16:creationId xmlns:a16="http://schemas.microsoft.com/office/drawing/2014/main" id="{FA5C6FD6-6690-E40E-E016-85B3A8B313B8}"/>
                </a:ext>
              </a:extLst>
            </p:cNvPr>
            <p:cNvCxnSpPr>
              <a:cxnSpLocks/>
            </p:cNvCxnSpPr>
            <p:nvPr/>
          </p:nvCxnSpPr>
          <p:spPr>
            <a:xfrm>
              <a:off x="17352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직선 화살표 연결선 384">
              <a:extLst>
                <a:ext uri="{FF2B5EF4-FFF2-40B4-BE49-F238E27FC236}">
                  <a16:creationId xmlns:a16="http://schemas.microsoft.com/office/drawing/2014/main" id="{39F30915-0C2F-E23F-AF7F-121948F5066C}"/>
                </a:ext>
              </a:extLst>
            </p:cNvPr>
            <p:cNvCxnSpPr>
              <a:cxnSpLocks/>
            </p:cNvCxnSpPr>
            <p:nvPr/>
          </p:nvCxnSpPr>
          <p:spPr>
            <a:xfrm>
              <a:off x="20664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직선 화살표 연결선 384">
              <a:extLst>
                <a:ext uri="{FF2B5EF4-FFF2-40B4-BE49-F238E27FC236}">
                  <a16:creationId xmlns:a16="http://schemas.microsoft.com/office/drawing/2014/main" id="{DBF788EE-40BF-8A05-84FF-E3383674A390}"/>
                </a:ext>
              </a:extLst>
            </p:cNvPr>
            <p:cNvCxnSpPr>
              <a:cxnSpLocks/>
            </p:cNvCxnSpPr>
            <p:nvPr/>
          </p:nvCxnSpPr>
          <p:spPr>
            <a:xfrm>
              <a:off x="23976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직선 화살표 연결선 384">
              <a:extLst>
                <a:ext uri="{FF2B5EF4-FFF2-40B4-BE49-F238E27FC236}">
                  <a16:creationId xmlns:a16="http://schemas.microsoft.com/office/drawing/2014/main" id="{0A67AD53-43CA-9CE2-4CB8-414E8AA38F9A}"/>
                </a:ext>
              </a:extLst>
            </p:cNvPr>
            <p:cNvCxnSpPr>
              <a:cxnSpLocks/>
            </p:cNvCxnSpPr>
            <p:nvPr/>
          </p:nvCxnSpPr>
          <p:spPr>
            <a:xfrm>
              <a:off x="27288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직선 화살표 연결선 384">
              <a:extLst>
                <a:ext uri="{FF2B5EF4-FFF2-40B4-BE49-F238E27FC236}">
                  <a16:creationId xmlns:a16="http://schemas.microsoft.com/office/drawing/2014/main" id="{86FCD4A9-8DF6-9765-3218-C20241902042}"/>
                </a:ext>
              </a:extLst>
            </p:cNvPr>
            <p:cNvCxnSpPr>
              <a:cxnSpLocks/>
            </p:cNvCxnSpPr>
            <p:nvPr/>
          </p:nvCxnSpPr>
          <p:spPr>
            <a:xfrm>
              <a:off x="30600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직선 화살표 연결선 384">
              <a:extLst>
                <a:ext uri="{FF2B5EF4-FFF2-40B4-BE49-F238E27FC236}">
                  <a16:creationId xmlns:a16="http://schemas.microsoft.com/office/drawing/2014/main" id="{C25BA9D3-86B3-D2B5-E63B-684C24F65DF6}"/>
                </a:ext>
              </a:extLst>
            </p:cNvPr>
            <p:cNvCxnSpPr>
              <a:cxnSpLocks/>
            </p:cNvCxnSpPr>
            <p:nvPr/>
          </p:nvCxnSpPr>
          <p:spPr>
            <a:xfrm>
              <a:off x="33912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직선 화살표 연결선 384">
              <a:extLst>
                <a:ext uri="{FF2B5EF4-FFF2-40B4-BE49-F238E27FC236}">
                  <a16:creationId xmlns:a16="http://schemas.microsoft.com/office/drawing/2014/main" id="{71907660-2223-A94E-753D-E221C23F0B6B}"/>
                </a:ext>
              </a:extLst>
            </p:cNvPr>
            <p:cNvCxnSpPr>
              <a:cxnSpLocks/>
            </p:cNvCxnSpPr>
            <p:nvPr/>
          </p:nvCxnSpPr>
          <p:spPr>
            <a:xfrm>
              <a:off x="37224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직선 화살표 연결선 384">
              <a:extLst>
                <a:ext uri="{FF2B5EF4-FFF2-40B4-BE49-F238E27FC236}">
                  <a16:creationId xmlns:a16="http://schemas.microsoft.com/office/drawing/2014/main" id="{04F5B1B2-A489-26C1-A6BA-91A3E9576C33}"/>
                </a:ext>
              </a:extLst>
            </p:cNvPr>
            <p:cNvCxnSpPr>
              <a:cxnSpLocks/>
            </p:cNvCxnSpPr>
            <p:nvPr/>
          </p:nvCxnSpPr>
          <p:spPr>
            <a:xfrm>
              <a:off x="10728181" y="20302479"/>
              <a:ext cx="0" cy="792001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384">
              <a:extLst>
                <a:ext uri="{FF2B5EF4-FFF2-40B4-BE49-F238E27FC236}">
                  <a16:creationId xmlns:a16="http://schemas.microsoft.com/office/drawing/2014/main" id="{62961EEA-A150-3DBE-24AC-B784409B7017}"/>
                </a:ext>
              </a:extLst>
            </p:cNvPr>
            <p:cNvCxnSpPr>
              <a:cxnSpLocks/>
              <a:stCxn id="98" idx="2"/>
            </p:cNvCxnSpPr>
            <p:nvPr/>
          </p:nvCxnSpPr>
          <p:spPr>
            <a:xfrm>
              <a:off x="40536181" y="20448350"/>
              <a:ext cx="0" cy="64613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384">
              <a:extLst>
                <a:ext uri="{FF2B5EF4-FFF2-40B4-BE49-F238E27FC236}">
                  <a16:creationId xmlns:a16="http://schemas.microsoft.com/office/drawing/2014/main" id="{51EB3639-E122-6F2B-F519-30888140D367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24912348"/>
              <a:ext cx="0" cy="288002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384">
              <a:extLst>
                <a:ext uri="{FF2B5EF4-FFF2-40B4-BE49-F238E27FC236}">
                  <a16:creationId xmlns:a16="http://schemas.microsoft.com/office/drawing/2014/main" id="{987764A8-0FE0-2574-D159-32BCDE772651}"/>
                </a:ext>
              </a:extLst>
            </p:cNvPr>
            <p:cNvCxnSpPr>
              <a:cxnSpLocks/>
            </p:cNvCxnSpPr>
            <p:nvPr/>
          </p:nvCxnSpPr>
          <p:spPr>
            <a:xfrm>
              <a:off x="7416181" y="25200350"/>
              <a:ext cx="33120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화살표 연결선 384">
              <a:extLst>
                <a:ext uri="{FF2B5EF4-FFF2-40B4-BE49-F238E27FC236}">
                  <a16:creationId xmlns:a16="http://schemas.microsoft.com/office/drawing/2014/main" id="{B261B2D1-C37A-C7E4-F54F-1ED0C2EDE5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36181" y="24912349"/>
              <a:ext cx="0" cy="288001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직사각형 260">
              <a:extLst>
                <a:ext uri="{FF2B5EF4-FFF2-40B4-BE49-F238E27FC236}">
                  <a16:creationId xmlns:a16="http://schemas.microsoft.com/office/drawing/2014/main" id="{787804AF-86FB-3DAC-42E2-563E341360D2}"/>
                </a:ext>
              </a:extLst>
            </p:cNvPr>
            <p:cNvSpPr/>
            <p:nvPr/>
          </p:nvSpPr>
          <p:spPr>
            <a:xfrm>
              <a:off x="39456181" y="2016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Signature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일치 시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내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배열 업데이트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99" name="직선 화살표 연결선 384">
              <a:extLst>
                <a:ext uri="{FF2B5EF4-FFF2-40B4-BE49-F238E27FC236}">
                  <a16:creationId xmlns:a16="http://schemas.microsoft.com/office/drawing/2014/main" id="{3F786F1D-19C9-94C1-F00D-F0279E23FB42}"/>
                </a:ext>
              </a:extLst>
            </p:cNvPr>
            <p:cNvCxnSpPr>
              <a:cxnSpLocks/>
              <a:endCxn id="98" idx="0"/>
            </p:cNvCxnSpPr>
            <p:nvPr/>
          </p:nvCxnSpPr>
          <p:spPr>
            <a:xfrm>
              <a:off x="40536181" y="2001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직사각형 110">
              <a:extLst>
                <a:ext uri="{FF2B5EF4-FFF2-40B4-BE49-F238E27FC236}">
                  <a16:creationId xmlns:a16="http://schemas.microsoft.com/office/drawing/2014/main" id="{BA31A901-55AD-062E-ECD7-B93EF8AD0FB4}"/>
                </a:ext>
              </a:extLst>
            </p:cNvPr>
            <p:cNvSpPr/>
            <p:nvPr/>
          </p:nvSpPr>
          <p:spPr>
            <a:xfrm>
              <a:off x="42480180" y="18864349"/>
              <a:ext cx="3383997" cy="691199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ISystem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lvl="0" algn="ctr" defTabSz="457166">
                <a:defRPr/>
              </a:pP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별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Entity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배열 관리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lvl="0" algn="ctr" defTabSz="457166">
                <a:defRPr/>
              </a:pP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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mEntity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배열은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Signature</a:t>
              </a:r>
              <a:r>
                <a:rPr lang="ko-KR" altLang="en-US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과 동일한 모든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Entity</a:t>
              </a:r>
              <a:r>
                <a:rPr lang="ko-KR" altLang="en-US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를 보장함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lvl="0" algn="ctr" defTabSz="457166">
                <a:defRPr/>
              </a:pP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매우 효율적으로 모든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Component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  <a:sym typeface="Wingdings" panose="05000000000000000000" pitchFamily="2" charset="2"/>
                </a:rPr>
                <a:t>제어 가능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4" name="직사각형 260">
              <a:extLst>
                <a:ext uri="{FF2B5EF4-FFF2-40B4-BE49-F238E27FC236}">
                  <a16:creationId xmlns:a16="http://schemas.microsoft.com/office/drawing/2014/main" id="{69078C13-CB57-3705-8BC1-EC48E55FCF3E}"/>
                </a:ext>
              </a:extLst>
            </p:cNvPr>
            <p:cNvSpPr/>
            <p:nvPr/>
          </p:nvSpPr>
          <p:spPr>
            <a:xfrm>
              <a:off x="42768181" y="21094479"/>
              <a:ext cx="2736000" cy="381786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각 </a:t>
              </a: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System 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과 동일한 </a:t>
              </a:r>
              <a:r>
                <a: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Entity</a:t>
              </a:r>
              <a:r>
                <a:rPr lang="ko-KR" altLang="en-US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배열을 관리함</a:t>
              </a:r>
              <a:endParaRPr lang="en-US" altLang="ko-KR" sz="1200" kern="0" dirty="0">
                <a:solidFill>
                  <a:prstClr val="black"/>
                </a:solidFill>
                <a:ea typeface="맑은 고딕" panose="020B0503020000020004" pitchFamily="50" charset="-127"/>
              </a:endParaRPr>
            </a:p>
          </p:txBody>
        </p:sp>
        <p:sp>
          <p:nvSpPr>
            <p:cNvPr id="115" name="직사각형 260">
              <a:extLst>
                <a:ext uri="{FF2B5EF4-FFF2-40B4-BE49-F238E27FC236}">
                  <a16:creationId xmlns:a16="http://schemas.microsoft.com/office/drawing/2014/main" id="{1C11B5BB-0B68-8FB5-D9FB-3CF390C9DCB9}"/>
                </a:ext>
              </a:extLst>
            </p:cNvPr>
            <p:cNvSpPr/>
            <p:nvPr/>
          </p:nvSpPr>
          <p:spPr>
            <a:xfrm>
              <a:off x="43056181" y="21886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2" name="직사각형 260">
              <a:extLst>
                <a:ext uri="{FF2B5EF4-FFF2-40B4-BE49-F238E27FC236}">
                  <a16:creationId xmlns:a16="http://schemas.microsoft.com/office/drawing/2014/main" id="{F743CE8D-C049-D898-579C-2A74A0C910CE}"/>
                </a:ext>
              </a:extLst>
            </p:cNvPr>
            <p:cNvSpPr/>
            <p:nvPr/>
          </p:nvSpPr>
          <p:spPr>
            <a:xfrm>
              <a:off x="43056181" y="2232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3" name="직사각형 260">
              <a:extLst>
                <a:ext uri="{FF2B5EF4-FFF2-40B4-BE49-F238E27FC236}">
                  <a16:creationId xmlns:a16="http://schemas.microsoft.com/office/drawing/2014/main" id="{56CFDB5F-5BF1-438E-B33F-12AB69466942}"/>
                </a:ext>
              </a:extLst>
            </p:cNvPr>
            <p:cNvSpPr/>
            <p:nvPr/>
          </p:nvSpPr>
          <p:spPr>
            <a:xfrm>
              <a:off x="43056181" y="22752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4" name="직사각형 260">
              <a:extLst>
                <a:ext uri="{FF2B5EF4-FFF2-40B4-BE49-F238E27FC236}">
                  <a16:creationId xmlns:a16="http://schemas.microsoft.com/office/drawing/2014/main" id="{672E9CEF-4DD0-CCC5-1601-A9AF3DA264B8}"/>
                </a:ext>
              </a:extLst>
            </p:cNvPr>
            <p:cNvSpPr/>
            <p:nvPr/>
          </p:nvSpPr>
          <p:spPr>
            <a:xfrm>
              <a:off x="43056181" y="2318621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5" name="직사각형 260">
              <a:extLst>
                <a:ext uri="{FF2B5EF4-FFF2-40B4-BE49-F238E27FC236}">
                  <a16:creationId xmlns:a16="http://schemas.microsoft.com/office/drawing/2014/main" id="{8DDACC26-389C-62B8-ED93-F296B3853748}"/>
                </a:ext>
              </a:extLst>
            </p:cNvPr>
            <p:cNvSpPr/>
            <p:nvPr/>
          </p:nvSpPr>
          <p:spPr>
            <a:xfrm>
              <a:off x="43056181" y="2361447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6" name="직사각형 260">
              <a:extLst>
                <a:ext uri="{FF2B5EF4-FFF2-40B4-BE49-F238E27FC236}">
                  <a16:creationId xmlns:a16="http://schemas.microsoft.com/office/drawing/2014/main" id="{9C2B194C-3467-56E3-1BB0-20DCBE6FABAD}"/>
                </a:ext>
              </a:extLst>
            </p:cNvPr>
            <p:cNvSpPr/>
            <p:nvPr/>
          </p:nvSpPr>
          <p:spPr>
            <a:xfrm>
              <a:off x="43056181" y="24048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std::set&lt;Entity&gt;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mEntity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27" name="직사각형 260">
              <a:extLst>
                <a:ext uri="{FF2B5EF4-FFF2-40B4-BE49-F238E27FC236}">
                  <a16:creationId xmlns:a16="http://schemas.microsoft.com/office/drawing/2014/main" id="{FB478DD0-83F0-BFC0-6EFE-9CBE64131CB6}"/>
                </a:ext>
              </a:extLst>
            </p:cNvPr>
            <p:cNvSpPr/>
            <p:nvPr/>
          </p:nvSpPr>
          <p:spPr>
            <a:xfrm>
              <a:off x="43056181" y="24480349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526" name="직선 화살표 연결선 384">
              <a:extLst>
                <a:ext uri="{FF2B5EF4-FFF2-40B4-BE49-F238E27FC236}">
                  <a16:creationId xmlns:a16="http://schemas.microsoft.com/office/drawing/2014/main" id="{B4926CD5-8B2A-64C3-A298-DBE757A28B27}"/>
                </a:ext>
              </a:extLst>
            </p:cNvPr>
            <p:cNvCxnSpPr>
              <a:cxnSpLocks/>
            </p:cNvCxnSpPr>
            <p:nvPr/>
          </p:nvCxnSpPr>
          <p:spPr>
            <a:xfrm>
              <a:off x="41904181" y="22896349"/>
              <a:ext cx="864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직선 화살표 연결선 384">
              <a:extLst>
                <a:ext uri="{FF2B5EF4-FFF2-40B4-BE49-F238E27FC236}">
                  <a16:creationId xmlns:a16="http://schemas.microsoft.com/office/drawing/2014/main" id="{168C0669-F013-C2FC-1D75-B791B33476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44181" y="20304350"/>
              <a:ext cx="0" cy="50400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직선 화살표 연결선 384">
              <a:extLst>
                <a:ext uri="{FF2B5EF4-FFF2-40B4-BE49-F238E27FC236}">
                  <a16:creationId xmlns:a16="http://schemas.microsoft.com/office/drawing/2014/main" id="{D33F0A96-F212-8B32-0C0D-A4EB25905DC0}"/>
                </a:ext>
              </a:extLst>
            </p:cNvPr>
            <p:cNvCxnSpPr>
              <a:cxnSpLocks/>
            </p:cNvCxnSpPr>
            <p:nvPr/>
          </p:nvCxnSpPr>
          <p:spPr>
            <a:xfrm>
              <a:off x="5544181" y="20808350"/>
              <a:ext cx="33336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직선 화살표 연결선 384">
              <a:extLst>
                <a:ext uri="{FF2B5EF4-FFF2-40B4-BE49-F238E27FC236}">
                  <a16:creationId xmlns:a16="http://schemas.microsoft.com/office/drawing/2014/main" id="{AC1650EA-2E75-851A-0AAA-4CD4D037FD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880181" y="20160350"/>
              <a:ext cx="0" cy="64800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직선 화살표 연결선 384">
              <a:extLst>
                <a:ext uri="{FF2B5EF4-FFF2-40B4-BE49-F238E27FC236}">
                  <a16:creationId xmlns:a16="http://schemas.microsoft.com/office/drawing/2014/main" id="{25386473-D0DF-270A-99D1-34B43B33DE62}"/>
                </a:ext>
              </a:extLst>
            </p:cNvPr>
            <p:cNvCxnSpPr>
              <a:cxnSpLocks/>
            </p:cNvCxnSpPr>
            <p:nvPr/>
          </p:nvCxnSpPr>
          <p:spPr>
            <a:xfrm>
              <a:off x="38880181" y="20160350"/>
              <a:ext cx="288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직선 화살표 연결선 384">
              <a:extLst>
                <a:ext uri="{FF2B5EF4-FFF2-40B4-BE49-F238E27FC236}">
                  <a16:creationId xmlns:a16="http://schemas.microsoft.com/office/drawing/2014/main" id="{D4016C9B-DB18-AC80-6479-A7FCB95B799F}"/>
                </a:ext>
              </a:extLst>
            </p:cNvPr>
            <p:cNvCxnSpPr>
              <a:cxnSpLocks/>
            </p:cNvCxnSpPr>
            <p:nvPr/>
          </p:nvCxnSpPr>
          <p:spPr>
            <a:xfrm>
              <a:off x="3456181" y="20304350"/>
              <a:ext cx="2088000" cy="0"/>
            </a:xfrm>
            <a:prstGeom prst="straightConnector1">
              <a:avLst/>
            </a:prstGeom>
            <a:ln w="25400" cap="sq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직선 화살표 연결선 384">
              <a:extLst>
                <a:ext uri="{FF2B5EF4-FFF2-40B4-BE49-F238E27FC236}">
                  <a16:creationId xmlns:a16="http://schemas.microsoft.com/office/drawing/2014/main" id="{C6999B13-0771-2345-A29E-915EEEC9E4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18576350"/>
              <a:ext cx="1080000" cy="0"/>
            </a:xfrm>
            <a:prstGeom prst="straightConnector1">
              <a:avLst/>
            </a:prstGeom>
            <a:ln w="25400" cap="sq" cmpd="dbl">
              <a:solidFill>
                <a:srgbClr val="0000FF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직선 화살표 연결선 384">
              <a:extLst>
                <a:ext uri="{FF2B5EF4-FFF2-40B4-BE49-F238E27FC236}">
                  <a16:creationId xmlns:a16="http://schemas.microsoft.com/office/drawing/2014/main" id="{1E6DA7F9-317E-6C8B-FBFB-15989EA01DC5}"/>
                </a:ext>
              </a:extLst>
            </p:cNvPr>
            <p:cNvCxnSpPr>
              <a:cxnSpLocks/>
            </p:cNvCxnSpPr>
            <p:nvPr/>
          </p:nvCxnSpPr>
          <p:spPr>
            <a:xfrm>
              <a:off x="3744181" y="8496350"/>
              <a:ext cx="1224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2" name="직사각형 283">
              <a:extLst>
                <a:ext uri="{FF2B5EF4-FFF2-40B4-BE49-F238E27FC236}">
                  <a16:creationId xmlns:a16="http://schemas.microsoft.com/office/drawing/2014/main" id="{82D1A26A-83E9-2E10-53F5-9F74C8E54BBB}"/>
                </a:ext>
              </a:extLst>
            </p:cNvPr>
            <p:cNvSpPr/>
            <p:nvPr/>
          </p:nvSpPr>
          <p:spPr>
            <a:xfrm>
              <a:off x="720181" y="21024350"/>
              <a:ext cx="3312000" cy="4608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ECSCoordinator</a:t>
              </a: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::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Run</a:t>
              </a: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()</a:t>
              </a:r>
            </a:p>
          </p:txBody>
        </p:sp>
        <p:sp>
          <p:nvSpPr>
            <p:cNvPr id="653" name="직사각형 260">
              <a:extLst>
                <a:ext uri="{FF2B5EF4-FFF2-40B4-BE49-F238E27FC236}">
                  <a16:creationId xmlns:a16="http://schemas.microsoft.com/office/drawing/2014/main" id="{B329FD59-4635-5785-017D-A10DAE1B50A1}"/>
                </a:ext>
              </a:extLst>
            </p:cNvPr>
            <p:cNvSpPr/>
            <p:nvPr/>
          </p:nvSpPr>
          <p:spPr>
            <a:xfrm>
              <a:off x="1296181" y="213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BeginPlayAllSystems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57" name="직사각형 283">
              <a:extLst>
                <a:ext uri="{FF2B5EF4-FFF2-40B4-BE49-F238E27FC236}">
                  <a16:creationId xmlns:a16="http://schemas.microsoft.com/office/drawing/2014/main" id="{FA5D8E40-02EB-4AC5-4732-C40F361D70C6}"/>
                </a:ext>
              </a:extLst>
            </p:cNvPr>
            <p:cNvSpPr/>
            <p:nvPr/>
          </p:nvSpPr>
          <p:spPr>
            <a:xfrm>
              <a:off x="1008181" y="21744350"/>
              <a:ext cx="2736000" cy="3312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while loop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8" name="직사각형 260">
              <a:extLst>
                <a:ext uri="{FF2B5EF4-FFF2-40B4-BE49-F238E27FC236}">
                  <a16:creationId xmlns:a16="http://schemas.microsoft.com/office/drawing/2014/main" id="{4525F3D4-8528-B8F2-E540-BFF72C89416E}"/>
                </a:ext>
              </a:extLst>
            </p:cNvPr>
            <p:cNvSpPr/>
            <p:nvPr/>
          </p:nvSpPr>
          <p:spPr>
            <a:xfrm>
              <a:off x="1296181" y="2246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2.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SyncAllSystems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59" name="직사각형 260">
              <a:extLst>
                <a:ext uri="{FF2B5EF4-FFF2-40B4-BE49-F238E27FC236}">
                  <a16:creationId xmlns:a16="http://schemas.microsoft.com/office/drawing/2014/main" id="{1215CE48-1E54-5B5C-7FB4-4A4D9C132137}"/>
                </a:ext>
              </a:extLst>
            </p:cNvPr>
            <p:cNvSpPr/>
            <p:nvPr/>
          </p:nvSpPr>
          <p:spPr>
            <a:xfrm>
              <a:off x="1296181" y="2289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PreUpdateAllSystems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1" name="직사각형 260">
              <a:extLst>
                <a:ext uri="{FF2B5EF4-FFF2-40B4-BE49-F238E27FC236}">
                  <a16:creationId xmlns:a16="http://schemas.microsoft.com/office/drawing/2014/main" id="{8EE0C02B-DB7B-567C-742C-628400EBEEBC}"/>
                </a:ext>
              </a:extLst>
            </p:cNvPr>
            <p:cNvSpPr/>
            <p:nvPr/>
          </p:nvSpPr>
          <p:spPr>
            <a:xfrm>
              <a:off x="1296181" y="2332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2" name="직사각형 260">
              <a:extLst>
                <a:ext uri="{FF2B5EF4-FFF2-40B4-BE49-F238E27FC236}">
                  <a16:creationId xmlns:a16="http://schemas.microsoft.com/office/drawing/2014/main" id="{01913210-1E59-23DB-4A3C-83B2D5F4E12A}"/>
                </a:ext>
              </a:extLst>
            </p:cNvPr>
            <p:cNvSpPr/>
            <p:nvPr/>
          </p:nvSpPr>
          <p:spPr>
            <a:xfrm>
              <a:off x="1296181" y="2376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5.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LateUpdateAllSystems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3" name="직사각형 260">
              <a:extLst>
                <a:ext uri="{FF2B5EF4-FFF2-40B4-BE49-F238E27FC236}">
                  <a16:creationId xmlns:a16="http://schemas.microsoft.com/office/drawing/2014/main" id="{88F100A9-1C0C-406E-0D6D-26B4EBC46CEC}"/>
                </a:ext>
              </a:extLst>
            </p:cNvPr>
            <p:cNvSpPr/>
            <p:nvPr/>
          </p:nvSpPr>
          <p:spPr>
            <a:xfrm>
              <a:off x="1296181" y="2419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6.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FixedUpdateAllSystems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4" name="직사각형 260">
              <a:extLst>
                <a:ext uri="{FF2B5EF4-FFF2-40B4-BE49-F238E27FC236}">
                  <a16:creationId xmlns:a16="http://schemas.microsoft.com/office/drawing/2014/main" id="{8ED6F2DC-6068-26E3-0D3C-F82060A0C7DD}"/>
                </a:ext>
              </a:extLst>
            </p:cNvPr>
            <p:cNvSpPr/>
            <p:nvPr/>
          </p:nvSpPr>
          <p:spPr>
            <a:xfrm>
              <a:off x="1296181" y="2462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7.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FinalUpdateAllSystems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5" name="직사각형 260">
              <a:extLst>
                <a:ext uri="{FF2B5EF4-FFF2-40B4-BE49-F238E27FC236}">
                  <a16:creationId xmlns:a16="http://schemas.microsoft.com/office/drawing/2014/main" id="{B9B4D2C1-CC1B-4E14-2E93-F6FAE5C04057}"/>
                </a:ext>
              </a:extLst>
            </p:cNvPr>
            <p:cNvSpPr/>
            <p:nvPr/>
          </p:nvSpPr>
          <p:spPr>
            <a:xfrm>
              <a:off x="1296181" y="2203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1.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WindowSystem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::Sync()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666" name="직사각형 260">
              <a:extLst>
                <a:ext uri="{FF2B5EF4-FFF2-40B4-BE49-F238E27FC236}">
                  <a16:creationId xmlns:a16="http://schemas.microsoft.com/office/drawing/2014/main" id="{D8F3CDF9-9F7B-0BC5-099A-C560D44A5156}"/>
                </a:ext>
              </a:extLst>
            </p:cNvPr>
            <p:cNvSpPr/>
            <p:nvPr/>
          </p:nvSpPr>
          <p:spPr>
            <a:xfrm>
              <a:off x="1296181" y="2520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EndPlayAllSystems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()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667" name="직선 화살표 연결선 384">
              <a:extLst>
                <a:ext uri="{FF2B5EF4-FFF2-40B4-BE49-F238E27FC236}">
                  <a16:creationId xmlns:a16="http://schemas.microsoft.com/office/drawing/2014/main" id="{3FB0A6A4-B329-A3D7-E16D-9AE8B1D889B7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160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직선 화살표 연결선 384">
              <a:extLst>
                <a:ext uri="{FF2B5EF4-FFF2-40B4-BE49-F238E27FC236}">
                  <a16:creationId xmlns:a16="http://schemas.microsoft.com/office/drawing/2014/main" id="{D2368CCF-7E0F-9AE9-072D-5FA95A9C8B97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232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직선 화살표 연결선 384">
              <a:extLst>
                <a:ext uri="{FF2B5EF4-FFF2-40B4-BE49-F238E27FC236}">
                  <a16:creationId xmlns:a16="http://schemas.microsoft.com/office/drawing/2014/main" id="{CED8ECE3-F476-B45C-D568-E948499E0803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2752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직선 화살표 연결선 384">
              <a:extLst>
                <a:ext uri="{FF2B5EF4-FFF2-40B4-BE49-F238E27FC236}">
                  <a16:creationId xmlns:a16="http://schemas.microsoft.com/office/drawing/2014/main" id="{2575287D-CEA5-01C8-A827-460AC45060F7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3184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직선 화살표 연결선 384">
              <a:extLst>
                <a:ext uri="{FF2B5EF4-FFF2-40B4-BE49-F238E27FC236}">
                  <a16:creationId xmlns:a16="http://schemas.microsoft.com/office/drawing/2014/main" id="{6AB0C356-5816-677A-BDD9-EDAF883634D9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361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직선 화살표 연결선 384">
              <a:extLst>
                <a:ext uri="{FF2B5EF4-FFF2-40B4-BE49-F238E27FC236}">
                  <a16:creationId xmlns:a16="http://schemas.microsoft.com/office/drawing/2014/main" id="{92A0FCC6-CA9E-4FE9-A772-7FD22CEB65BF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4048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직선 화살표 연결선 384">
              <a:extLst>
                <a:ext uri="{FF2B5EF4-FFF2-40B4-BE49-F238E27FC236}">
                  <a16:creationId xmlns:a16="http://schemas.microsoft.com/office/drawing/2014/main" id="{4618942B-B117-545B-5004-87E8E2AAEA60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448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화살표 연결선 384">
              <a:extLst>
                <a:ext uri="{FF2B5EF4-FFF2-40B4-BE49-F238E27FC236}">
                  <a16:creationId xmlns:a16="http://schemas.microsoft.com/office/drawing/2014/main" id="{1EA3C74A-621A-8904-EAF8-C37E19D60111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5056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직선 화살표 연결선 384">
              <a:extLst>
                <a:ext uri="{FF2B5EF4-FFF2-40B4-BE49-F238E27FC236}">
                  <a16:creationId xmlns:a16="http://schemas.microsoft.com/office/drawing/2014/main" id="{A64E51E2-7D60-2DE0-9B87-32D60EA84E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1456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직선 화살표 연결선 384">
              <a:extLst>
                <a:ext uri="{FF2B5EF4-FFF2-40B4-BE49-F238E27FC236}">
                  <a16:creationId xmlns:a16="http://schemas.microsoft.com/office/drawing/2014/main" id="{2E2D9D59-EDA9-FA5E-FDAD-AF98AC3FD3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4181" y="21456350"/>
              <a:ext cx="0" cy="3888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직선 화살표 연결선 384">
              <a:extLst>
                <a:ext uri="{FF2B5EF4-FFF2-40B4-BE49-F238E27FC236}">
                  <a16:creationId xmlns:a16="http://schemas.microsoft.com/office/drawing/2014/main" id="{06ABD78E-FADF-C07F-C2DF-DDCD98029A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2176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직선 화살표 연결선 384">
              <a:extLst>
                <a:ext uri="{FF2B5EF4-FFF2-40B4-BE49-F238E27FC236}">
                  <a16:creationId xmlns:a16="http://schemas.microsoft.com/office/drawing/2014/main" id="{2F5ACBF3-5440-6021-5ADA-DF988DACB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2608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직선 화살표 연결선 384">
              <a:extLst>
                <a:ext uri="{FF2B5EF4-FFF2-40B4-BE49-F238E27FC236}">
                  <a16:creationId xmlns:a16="http://schemas.microsoft.com/office/drawing/2014/main" id="{592F6F32-6D7C-D03C-7DE9-0AA62BF292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3040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직선 화살표 연결선 384">
              <a:extLst>
                <a:ext uri="{FF2B5EF4-FFF2-40B4-BE49-F238E27FC236}">
                  <a16:creationId xmlns:a16="http://schemas.microsoft.com/office/drawing/2014/main" id="{A8F0561A-0C33-D1E6-B98E-7CE9386BD9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3472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직선 화살표 연결선 384">
              <a:extLst>
                <a:ext uri="{FF2B5EF4-FFF2-40B4-BE49-F238E27FC236}">
                  <a16:creationId xmlns:a16="http://schemas.microsoft.com/office/drawing/2014/main" id="{CC2C148D-1C64-5F85-E855-26DAA2FDE9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3904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직선 화살표 연결선 384">
              <a:extLst>
                <a:ext uri="{FF2B5EF4-FFF2-40B4-BE49-F238E27FC236}">
                  <a16:creationId xmlns:a16="http://schemas.microsoft.com/office/drawing/2014/main" id="{3111D3E5-B7CC-F4B8-D5F9-74AD8D3AD6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4336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384">
              <a:extLst>
                <a:ext uri="{FF2B5EF4-FFF2-40B4-BE49-F238E27FC236}">
                  <a16:creationId xmlns:a16="http://schemas.microsoft.com/office/drawing/2014/main" id="{79C6FA06-C97D-08BE-022F-51995794DB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4768350"/>
              <a:ext cx="13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화살표 연결선 384">
              <a:extLst>
                <a:ext uri="{FF2B5EF4-FFF2-40B4-BE49-F238E27FC236}">
                  <a16:creationId xmlns:a16="http://schemas.microsoft.com/office/drawing/2014/main" id="{AD35D1EE-477C-8462-AFA8-D7787CBF9D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56181" y="25344350"/>
              <a:ext cx="33768000" cy="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화살표 연결선 384">
              <a:extLst>
                <a:ext uri="{FF2B5EF4-FFF2-40B4-BE49-F238E27FC236}">
                  <a16:creationId xmlns:a16="http://schemas.microsoft.com/office/drawing/2014/main" id="{643F6849-D292-BE07-2F00-8110DA97FE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8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직선 화살표 연결선 384">
              <a:extLst>
                <a:ext uri="{FF2B5EF4-FFF2-40B4-BE49-F238E27FC236}">
                  <a16:creationId xmlns:a16="http://schemas.microsoft.com/office/drawing/2014/main" id="{73A57D0D-6169-0BEF-6CC0-A78DE0ADEA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40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직선 화살표 연결선 384">
              <a:extLst>
                <a:ext uri="{FF2B5EF4-FFF2-40B4-BE49-F238E27FC236}">
                  <a16:creationId xmlns:a16="http://schemas.microsoft.com/office/drawing/2014/main" id="{4B9197CE-3E0B-2F2C-4B62-8FE9AC6722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52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직선 화살표 연결선 384">
              <a:extLst>
                <a:ext uri="{FF2B5EF4-FFF2-40B4-BE49-F238E27FC236}">
                  <a16:creationId xmlns:a16="http://schemas.microsoft.com/office/drawing/2014/main" id="{7CD04A8E-77AF-583B-89E2-C542C213C1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664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직선 화살표 연결선 384">
              <a:extLst>
                <a:ext uri="{FF2B5EF4-FFF2-40B4-BE49-F238E27FC236}">
                  <a16:creationId xmlns:a16="http://schemas.microsoft.com/office/drawing/2014/main" id="{777061A3-12DE-A0CD-73C1-F700586A49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976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화살표 연결선 384">
              <a:extLst>
                <a:ext uri="{FF2B5EF4-FFF2-40B4-BE49-F238E27FC236}">
                  <a16:creationId xmlns:a16="http://schemas.microsoft.com/office/drawing/2014/main" id="{26CDB383-3A2C-0994-3D14-4DB94EB0B2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88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직선 화살표 연결선 384">
              <a:extLst>
                <a:ext uri="{FF2B5EF4-FFF2-40B4-BE49-F238E27FC236}">
                  <a16:creationId xmlns:a16="http://schemas.microsoft.com/office/drawing/2014/main" id="{06F35D07-1CBC-034C-8E90-EF2AF6C3AF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00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직선 화살표 연결선 384">
              <a:extLst>
                <a:ext uri="{FF2B5EF4-FFF2-40B4-BE49-F238E27FC236}">
                  <a16:creationId xmlns:a16="http://schemas.microsoft.com/office/drawing/2014/main" id="{B1D3303D-F5D8-3215-A495-8CBED71978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12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384">
              <a:extLst>
                <a:ext uri="{FF2B5EF4-FFF2-40B4-BE49-F238E27FC236}">
                  <a16:creationId xmlns:a16="http://schemas.microsoft.com/office/drawing/2014/main" id="{5DD90890-3FD7-8BF3-C43B-8FEDA1F58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24181" y="24912350"/>
              <a:ext cx="0" cy="432000"/>
            </a:xfrm>
            <a:prstGeom prst="straightConnector1">
              <a:avLst/>
            </a:prstGeom>
            <a:ln w="25400" cap="sq" cmpd="sng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직사각형 260">
              <a:extLst>
                <a:ext uri="{FF2B5EF4-FFF2-40B4-BE49-F238E27FC236}">
                  <a16:creationId xmlns:a16="http://schemas.microsoft.com/office/drawing/2014/main" id="{062A5350-A898-78F4-735C-E090036E87EB}"/>
                </a:ext>
              </a:extLst>
            </p:cNvPr>
            <p:cNvSpPr/>
            <p:nvPr/>
          </p:nvSpPr>
          <p:spPr>
            <a:xfrm>
              <a:off x="15984181" y="12382480"/>
              <a:ext cx="2736000" cy="612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&lt;Signature,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SharedComponentID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&lt;Archetype&gt;&gt;&gt;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mArchetypes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(System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와 일치하는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정의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)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95" name="직사각형 260">
              <a:extLst>
                <a:ext uri="{FF2B5EF4-FFF2-40B4-BE49-F238E27FC236}">
                  <a16:creationId xmlns:a16="http://schemas.microsoft.com/office/drawing/2014/main" id="{33637CFB-FFEB-19AC-509A-5281DA5D5B3A}"/>
                </a:ext>
              </a:extLst>
            </p:cNvPr>
            <p:cNvSpPr/>
            <p:nvPr/>
          </p:nvSpPr>
          <p:spPr>
            <a:xfrm>
              <a:off x="16272181" y="13318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[{4}][0] 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6" name="직사각형 260">
              <a:extLst>
                <a:ext uri="{FF2B5EF4-FFF2-40B4-BE49-F238E27FC236}">
                  <a16:creationId xmlns:a16="http://schemas.microsoft.com/office/drawing/2014/main" id="{807A7F96-74BE-DAD1-65D2-F1D775BFDC1E}"/>
                </a:ext>
              </a:extLst>
            </p:cNvPr>
            <p:cNvSpPr/>
            <p:nvPr/>
          </p:nvSpPr>
          <p:spPr>
            <a:xfrm>
              <a:off x="16272181" y="13750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[{5}][0]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297" name="직사각형 260">
              <a:extLst>
                <a:ext uri="{FF2B5EF4-FFF2-40B4-BE49-F238E27FC236}">
                  <a16:creationId xmlns:a16="http://schemas.microsoft.com/office/drawing/2014/main" id="{61B54161-4F18-D168-B26A-E97171129F93}"/>
                </a:ext>
              </a:extLst>
            </p:cNvPr>
            <p:cNvSpPr/>
            <p:nvPr/>
          </p:nvSpPr>
          <p:spPr>
            <a:xfrm>
              <a:off x="16272181" y="14182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[{5,6}][0]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298" name="직사각형 260">
              <a:extLst>
                <a:ext uri="{FF2B5EF4-FFF2-40B4-BE49-F238E27FC236}">
                  <a16:creationId xmlns:a16="http://schemas.microsoft.com/office/drawing/2014/main" id="{1A58C4F3-07B0-D677-EAF2-D118A555BFD2}"/>
                </a:ext>
              </a:extLst>
            </p:cNvPr>
            <p:cNvSpPr/>
            <p:nvPr/>
          </p:nvSpPr>
          <p:spPr>
            <a:xfrm>
              <a:off x="16272181" y="15046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[{0}][0]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299" name="직사각형 260">
              <a:extLst>
                <a:ext uri="{FF2B5EF4-FFF2-40B4-BE49-F238E27FC236}">
                  <a16:creationId xmlns:a16="http://schemas.microsoft.com/office/drawing/2014/main" id="{90AB49C2-4112-B947-0D83-D7F988B82315}"/>
                </a:ext>
              </a:extLst>
            </p:cNvPr>
            <p:cNvSpPr/>
            <p:nvPr/>
          </p:nvSpPr>
          <p:spPr>
            <a:xfrm>
              <a:off x="16272181" y="159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[{0,1,5}][0]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300" name="직사각형 260">
              <a:extLst>
                <a:ext uri="{FF2B5EF4-FFF2-40B4-BE49-F238E27FC236}">
                  <a16:creationId xmlns:a16="http://schemas.microsoft.com/office/drawing/2014/main" id="{937A46B0-BF0A-09B7-BB76-AFC2828468F8}"/>
                </a:ext>
              </a:extLst>
            </p:cNvPr>
            <p:cNvSpPr/>
            <p:nvPr/>
          </p:nvSpPr>
          <p:spPr>
            <a:xfrm>
              <a:off x="16272181" y="15478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[{0,1}][0]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301" name="직사각형 260">
              <a:extLst>
                <a:ext uri="{FF2B5EF4-FFF2-40B4-BE49-F238E27FC236}">
                  <a16:creationId xmlns:a16="http://schemas.microsoft.com/office/drawing/2014/main" id="{7EB1E578-D038-580F-3304-DEA37322442F}"/>
                </a:ext>
              </a:extLst>
            </p:cNvPr>
            <p:cNvSpPr/>
            <p:nvPr/>
          </p:nvSpPr>
          <p:spPr>
            <a:xfrm>
              <a:off x="16272181" y="1461448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[{5,6,7}][0]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cxnSp>
          <p:nvCxnSpPr>
            <p:cNvPr id="302" name="직선 화살표 연결선 384">
              <a:extLst>
                <a:ext uri="{FF2B5EF4-FFF2-40B4-BE49-F238E27FC236}">
                  <a16:creationId xmlns:a16="http://schemas.microsoft.com/office/drawing/2014/main" id="{44ADC747-5DB5-85E7-DFBC-2EA945DB07CB}"/>
                </a:ext>
              </a:extLst>
            </p:cNvPr>
            <p:cNvCxnSpPr>
              <a:cxnSpLocks/>
            </p:cNvCxnSpPr>
            <p:nvPr/>
          </p:nvCxnSpPr>
          <p:spPr>
            <a:xfrm>
              <a:off x="16056181" y="10800350"/>
              <a:ext cx="0" cy="158213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6" name="직사각형 260">
              <a:extLst>
                <a:ext uri="{FF2B5EF4-FFF2-40B4-BE49-F238E27FC236}">
                  <a16:creationId xmlns:a16="http://schemas.microsoft.com/office/drawing/2014/main" id="{1F1041BE-BEDC-CB0E-01C2-928F51850A36}"/>
                </a:ext>
              </a:extLst>
            </p:cNvPr>
            <p:cNvSpPr/>
            <p:nvPr/>
          </p:nvSpPr>
          <p:spPr>
            <a:xfrm>
              <a:off x="12960181" y="1634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[7] = 0</a:t>
              </a:r>
            </a:p>
          </p:txBody>
        </p:sp>
        <p:sp>
          <p:nvSpPr>
            <p:cNvPr id="747" name="직사각형 260">
              <a:extLst>
                <a:ext uri="{FF2B5EF4-FFF2-40B4-BE49-F238E27FC236}">
                  <a16:creationId xmlns:a16="http://schemas.microsoft.com/office/drawing/2014/main" id="{BD0ADF04-3D48-A25A-F89E-F707AC40B4AA}"/>
                </a:ext>
              </a:extLst>
            </p:cNvPr>
            <p:cNvSpPr/>
            <p:nvPr/>
          </p:nvSpPr>
          <p:spPr>
            <a:xfrm>
              <a:off x="12960181" y="1720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[9] = 1</a:t>
              </a:r>
            </a:p>
          </p:txBody>
        </p:sp>
        <p:sp>
          <p:nvSpPr>
            <p:cNvPr id="748" name="직사각형 260">
              <a:extLst>
                <a:ext uri="{FF2B5EF4-FFF2-40B4-BE49-F238E27FC236}">
                  <a16:creationId xmlns:a16="http://schemas.microsoft.com/office/drawing/2014/main" id="{488604C3-55BD-A433-A1A9-3ABFC01F726F}"/>
                </a:ext>
              </a:extLst>
            </p:cNvPr>
            <p:cNvSpPr/>
            <p:nvPr/>
          </p:nvSpPr>
          <p:spPr>
            <a:xfrm>
              <a:off x="12960181" y="1807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749" name="직사각형 260">
              <a:extLst>
                <a:ext uri="{FF2B5EF4-FFF2-40B4-BE49-F238E27FC236}">
                  <a16:creationId xmlns:a16="http://schemas.microsoft.com/office/drawing/2014/main" id="{B87A10B2-16F8-D203-C84F-F65F320ED8B2}"/>
                </a:ext>
              </a:extLst>
            </p:cNvPr>
            <p:cNvSpPr/>
            <p:nvPr/>
          </p:nvSpPr>
          <p:spPr>
            <a:xfrm>
              <a:off x="12960181" y="1764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750" name="직사각형 260">
              <a:extLst>
                <a:ext uri="{FF2B5EF4-FFF2-40B4-BE49-F238E27FC236}">
                  <a16:creationId xmlns:a16="http://schemas.microsoft.com/office/drawing/2014/main" id="{05F6EEB2-1363-BEEB-CFD4-BCD0A64EA564}"/>
                </a:ext>
              </a:extLst>
            </p:cNvPr>
            <p:cNvSpPr/>
            <p:nvPr/>
          </p:nvSpPr>
          <p:spPr>
            <a:xfrm>
              <a:off x="12960181" y="1677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[8] = 0</a:t>
              </a:r>
            </a:p>
          </p:txBody>
        </p:sp>
        <p:sp>
          <p:nvSpPr>
            <p:cNvPr id="751" name="직사각형 260">
              <a:extLst>
                <a:ext uri="{FF2B5EF4-FFF2-40B4-BE49-F238E27FC236}">
                  <a16:creationId xmlns:a16="http://schemas.microsoft.com/office/drawing/2014/main" id="{F3CF7296-B6A2-7CC0-DE03-76922540E7B1}"/>
                </a:ext>
              </a:extLst>
            </p:cNvPr>
            <p:cNvSpPr/>
            <p:nvPr/>
          </p:nvSpPr>
          <p:spPr>
            <a:xfrm>
              <a:off x="16272181" y="1634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36000" rIns="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[{5,6,10}][0]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752" name="직사각형 260">
              <a:extLst>
                <a:ext uri="{FF2B5EF4-FFF2-40B4-BE49-F238E27FC236}">
                  <a16:creationId xmlns:a16="http://schemas.microsoft.com/office/drawing/2014/main" id="{88B3EAD6-F968-6B8D-5684-098E839D4AC6}"/>
                </a:ext>
              </a:extLst>
            </p:cNvPr>
            <p:cNvSpPr/>
            <p:nvPr/>
          </p:nvSpPr>
          <p:spPr>
            <a:xfrm>
              <a:off x="16272181" y="1720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753" name="직사각형 260">
              <a:extLst>
                <a:ext uri="{FF2B5EF4-FFF2-40B4-BE49-F238E27FC236}">
                  <a16:creationId xmlns:a16="http://schemas.microsoft.com/office/drawing/2014/main" id="{EC2F6CF9-27A1-88C2-7927-360253D4472E}"/>
                </a:ext>
              </a:extLst>
            </p:cNvPr>
            <p:cNvSpPr/>
            <p:nvPr/>
          </p:nvSpPr>
          <p:spPr>
            <a:xfrm>
              <a:off x="16272181" y="1807422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54" name="직사각형 260">
              <a:extLst>
                <a:ext uri="{FF2B5EF4-FFF2-40B4-BE49-F238E27FC236}">
                  <a16:creationId xmlns:a16="http://schemas.microsoft.com/office/drawing/2014/main" id="{BB2E8E17-C3B9-1782-26BF-F2073B32B4DA}"/>
                </a:ext>
              </a:extLst>
            </p:cNvPr>
            <p:cNvSpPr/>
            <p:nvPr/>
          </p:nvSpPr>
          <p:spPr>
            <a:xfrm>
              <a:off x="16272181" y="1764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[{1,2,3,4,5,6,8,9,11}][0]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755" name="직사각형 260">
              <a:extLst>
                <a:ext uri="{FF2B5EF4-FFF2-40B4-BE49-F238E27FC236}">
                  <a16:creationId xmlns:a16="http://schemas.microsoft.com/office/drawing/2014/main" id="{571005D3-BD13-B5ED-C2F5-73F9E2806BC3}"/>
                </a:ext>
              </a:extLst>
            </p:cNvPr>
            <p:cNvSpPr/>
            <p:nvPr/>
          </p:nvSpPr>
          <p:spPr>
            <a:xfrm>
              <a:off x="16272181" y="1677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[{1}][0]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make_unique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&lt;Archetype&gt;</a:t>
              </a:r>
            </a:p>
          </p:txBody>
        </p:sp>
        <p:sp>
          <p:nvSpPr>
            <p:cNvPr id="756" name="직사각형 260">
              <a:extLst>
                <a:ext uri="{FF2B5EF4-FFF2-40B4-BE49-F238E27FC236}">
                  <a16:creationId xmlns:a16="http://schemas.microsoft.com/office/drawing/2014/main" id="{2B8781BF-5F10-C35B-D835-A1341B19CA81}"/>
                </a:ext>
              </a:extLst>
            </p:cNvPr>
            <p:cNvSpPr/>
            <p:nvPr/>
          </p:nvSpPr>
          <p:spPr>
            <a:xfrm>
              <a:off x="13392181" y="11304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3. </a:t>
              </a:r>
              <a:r>
                <a:rPr lang="en-US" altLang="ko-KR" sz="10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SharedComponent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ID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결정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동일한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이나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ID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따라 다른 배열로 관리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(e.g. Render Layer)</a:t>
              </a:r>
            </a:p>
          </p:txBody>
        </p:sp>
        <p:sp>
          <p:nvSpPr>
            <p:cNvPr id="757" name="직사각형 260">
              <a:extLst>
                <a:ext uri="{FF2B5EF4-FFF2-40B4-BE49-F238E27FC236}">
                  <a16:creationId xmlns:a16="http://schemas.microsoft.com/office/drawing/2014/main" id="{297BBBE0-F02F-C3AD-D4EF-77082DF62716}"/>
                </a:ext>
              </a:extLst>
            </p:cNvPr>
            <p:cNvSpPr/>
            <p:nvPr/>
          </p:nvSpPr>
          <p:spPr>
            <a:xfrm>
              <a:off x="15840181" y="1051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4.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목적지 </a:t>
              </a: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탐색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Signature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맞는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확보</a:t>
              </a:r>
              <a:endParaRPr lang="en-US" altLang="ko-KR" sz="8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61" name="직사각형 260">
              <a:extLst>
                <a:ext uri="{FF2B5EF4-FFF2-40B4-BE49-F238E27FC236}">
                  <a16:creationId xmlns:a16="http://schemas.microsoft.com/office/drawing/2014/main" id="{E5EED1F4-CA63-B2D7-9546-3CAE5783078C}"/>
                </a:ext>
              </a:extLst>
            </p:cNvPr>
            <p:cNvSpPr/>
            <p:nvPr/>
          </p:nvSpPr>
          <p:spPr>
            <a:xfrm>
              <a:off x="16128181" y="10872350"/>
              <a:ext cx="2160000" cy="43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5.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목적지 이동 처리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변경 시 기존의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를 신규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경로 내 배열로 이동</a:t>
              </a:r>
              <a:endParaRPr lang="en-US" altLang="ko-KR" sz="8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762" name="직사각형 260">
              <a:extLst>
                <a:ext uri="{FF2B5EF4-FFF2-40B4-BE49-F238E27FC236}">
                  <a16:creationId xmlns:a16="http://schemas.microsoft.com/office/drawing/2014/main" id="{74092E7F-95F1-3E9B-AA89-6458FF6C11A2}"/>
                </a:ext>
              </a:extLst>
            </p:cNvPr>
            <p:cNvSpPr/>
            <p:nvPr/>
          </p:nvSpPr>
          <p:spPr>
            <a:xfrm>
              <a:off x="16416181" y="1144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Step 6. Component </a:t>
              </a:r>
              <a:r>
                <a:rPr lang="ko-KR" altLang="en-US" sz="10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데이터 추가</a:t>
              </a:r>
              <a:endParaRPr lang="en-US" altLang="ko-KR" sz="10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7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</a:t>
              </a:r>
              <a:r>
                <a:rPr lang="ko-KR" altLang="en-US" sz="7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의 </a:t>
              </a:r>
              <a:r>
                <a:rPr lang="en-US" altLang="ko-KR" sz="7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ComponentArray</a:t>
              </a:r>
              <a:r>
                <a:rPr lang="ko-KR" altLang="en-US" sz="7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데이터 추가</a:t>
              </a:r>
              <a:endParaRPr lang="en-US" altLang="ko-KR" sz="7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765" name="직선 화살표 연결선 384">
              <a:extLst>
                <a:ext uri="{FF2B5EF4-FFF2-40B4-BE49-F238E27FC236}">
                  <a16:creationId xmlns:a16="http://schemas.microsoft.com/office/drawing/2014/main" id="{C6A84273-D70D-B7ED-D1EE-D3CBC4541C1F}"/>
                </a:ext>
              </a:extLst>
            </p:cNvPr>
            <p:cNvCxnSpPr>
              <a:cxnSpLocks/>
            </p:cNvCxnSpPr>
            <p:nvPr/>
          </p:nvCxnSpPr>
          <p:spPr>
            <a:xfrm>
              <a:off x="16272181" y="11304350"/>
              <a:ext cx="0" cy="792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직선 화살표 연결선 384">
              <a:extLst>
                <a:ext uri="{FF2B5EF4-FFF2-40B4-BE49-F238E27FC236}">
                  <a16:creationId xmlns:a16="http://schemas.microsoft.com/office/drawing/2014/main" id="{D31FD84E-2C31-F608-CA48-5E9B61CABF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960181" y="12096350"/>
              <a:ext cx="331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직선 화살표 연결선 384">
              <a:extLst>
                <a:ext uri="{FF2B5EF4-FFF2-40B4-BE49-F238E27FC236}">
                  <a16:creationId xmlns:a16="http://schemas.microsoft.com/office/drawing/2014/main" id="{0001FFF9-DB23-1EDA-EA6B-441C74AC2EF2}"/>
                </a:ext>
              </a:extLst>
            </p:cNvPr>
            <p:cNvCxnSpPr>
              <a:cxnSpLocks/>
            </p:cNvCxnSpPr>
            <p:nvPr/>
          </p:nvCxnSpPr>
          <p:spPr>
            <a:xfrm>
              <a:off x="17496181" y="11736350"/>
              <a:ext cx="0" cy="64613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6" name="직사각형 110">
              <a:extLst>
                <a:ext uri="{FF2B5EF4-FFF2-40B4-BE49-F238E27FC236}">
                  <a16:creationId xmlns:a16="http://schemas.microsoft.com/office/drawing/2014/main" id="{DF74DCFD-BD1A-A034-68DA-C261099C036B}"/>
                </a:ext>
              </a:extLst>
            </p:cNvPr>
            <p:cNvSpPr/>
            <p:nvPr/>
          </p:nvSpPr>
          <p:spPr>
            <a:xfrm>
              <a:off x="19296181" y="9792350"/>
              <a:ext cx="15552000" cy="89279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lang="en-US" altLang="ko-KR" sz="1200" b="1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ArchetypeManager</a:t>
              </a: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 </a:t>
              </a:r>
              <a:r>
                <a:rPr lang="ko-KR" altLang="en-US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중 </a:t>
              </a: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Archetype </a:t>
              </a:r>
              <a:r>
                <a:rPr lang="ko-KR" altLang="en-US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관리 방식</a:t>
              </a:r>
              <a:endParaRPr lang="en-US" altLang="ko-KR" sz="1200" b="1" kern="0" dirty="0">
                <a:solidFill>
                  <a:prstClr val="black"/>
                </a:solidFill>
                <a:ea typeface="맑은 고딕" panose="020B0503020000020004" pitchFamily="50" charset="-127"/>
              </a:endParaRPr>
            </a:p>
            <a:p>
              <a:pPr lvl="0" algn="ctr" defTabSz="457166"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</a:t>
              </a:r>
              <a:r>
                <a:rPr kumimoji="0" lang="ko-KR" altLang="en-US" sz="12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 활용 데이터 관리 유닛</a:t>
              </a:r>
              <a:endPara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57" name="직사각형 110">
              <a:extLst>
                <a:ext uri="{FF2B5EF4-FFF2-40B4-BE49-F238E27FC236}">
                  <a16:creationId xmlns:a16="http://schemas.microsoft.com/office/drawing/2014/main" id="{12407A2B-1B42-7311-AA8B-1391BB90C815}"/>
                </a:ext>
              </a:extLst>
            </p:cNvPr>
            <p:cNvSpPr/>
            <p:nvPr/>
          </p:nvSpPr>
          <p:spPr>
            <a:xfrm>
              <a:off x="19584181" y="10368350"/>
              <a:ext cx="3528000" cy="820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Archetype</a:t>
              </a:r>
            </a:p>
          </p:txBody>
        </p:sp>
        <p:sp>
          <p:nvSpPr>
            <p:cNvPr id="858" name="직사각형 283">
              <a:extLst>
                <a:ext uri="{FF2B5EF4-FFF2-40B4-BE49-F238E27FC236}">
                  <a16:creationId xmlns:a16="http://schemas.microsoft.com/office/drawing/2014/main" id="{626F46E4-15C7-E048-2BB5-38099A5AB445}"/>
                </a:ext>
              </a:extLst>
            </p:cNvPr>
            <p:cNvSpPr/>
            <p:nvPr/>
          </p:nvSpPr>
          <p:spPr>
            <a:xfrm>
              <a:off x="19872181" y="12600350"/>
              <a:ext cx="2952000" cy="583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std::unordered_map&lt;ComponentType, std::unique_ptr&lt;IComponentArray&gt;&gt;</a:t>
              </a:r>
              <a:b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mComponentArrays</a:t>
              </a:r>
            </a:p>
            <a:p>
              <a:pPr algn="ctr" defTabSz="457122">
                <a:defRPr/>
              </a:pP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목적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: Signature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와 동일한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Array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algn="ctr" defTabSz="457122">
                <a:defRPr/>
              </a:pP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예시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Component Type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이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4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인 경우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59" name="직사각형 283">
              <a:extLst>
                <a:ext uri="{FF2B5EF4-FFF2-40B4-BE49-F238E27FC236}">
                  <a16:creationId xmlns:a16="http://schemas.microsoft.com/office/drawing/2014/main" id="{A8481C97-CD0B-C0A3-C4A3-E0430DF7E4EE}"/>
                </a:ext>
              </a:extLst>
            </p:cNvPr>
            <p:cNvSpPr/>
            <p:nvPr/>
          </p:nvSpPr>
          <p:spPr>
            <a:xfrm>
              <a:off x="19872181" y="10656350"/>
              <a:ext cx="2952000" cy="180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Member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Variable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60" name="직사각형 260">
              <a:extLst>
                <a:ext uri="{FF2B5EF4-FFF2-40B4-BE49-F238E27FC236}">
                  <a16:creationId xmlns:a16="http://schemas.microsoft.com/office/drawing/2014/main" id="{0A0435FF-B5D0-3C2A-4AB7-028ADD9694AD}"/>
                </a:ext>
              </a:extLst>
            </p:cNvPr>
            <p:cNvSpPr/>
            <p:nvPr/>
          </p:nvSpPr>
          <p:spPr>
            <a:xfrm>
              <a:off x="20160527" y="10944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ArchetypeManager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* const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mManager</a:t>
              </a:r>
              <a:b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Manager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관리되는 생성자 참조</a:t>
              </a:r>
              <a:endParaRPr lang="en-US" altLang="ko-KR" sz="6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61" name="직사각형 260">
              <a:extLst>
                <a:ext uri="{FF2B5EF4-FFF2-40B4-BE49-F238E27FC236}">
                  <a16:creationId xmlns:a16="http://schemas.microsoft.com/office/drawing/2014/main" id="{8BCC28C6-11A0-DCE7-2BBF-4ECF7DE80009}"/>
                </a:ext>
              </a:extLst>
            </p:cNvPr>
            <p:cNvSpPr/>
            <p:nvPr/>
          </p:nvSpPr>
          <p:spPr>
            <a:xfrm>
              <a:off x="20160527" y="11376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Signature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해당하는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62" name="직사각형 260">
              <a:extLst>
                <a:ext uri="{FF2B5EF4-FFF2-40B4-BE49-F238E27FC236}">
                  <a16:creationId xmlns:a16="http://schemas.microsoft.com/office/drawing/2014/main" id="{5CA6699C-5EAE-F101-A651-CC76A30A51B0}"/>
                </a:ext>
              </a:extLst>
            </p:cNvPr>
            <p:cNvSpPr/>
            <p:nvPr/>
          </p:nvSpPr>
          <p:spPr>
            <a:xfrm>
              <a:off x="20160527" y="11808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ComponentHandle</a:t>
              </a: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mSharedComponentId</a:t>
              </a:r>
              <a:endParaRPr lang="en-US" altLang="ko-KR" sz="9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동일한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라도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ID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Array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관리를 위함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63" name="직사각형 260">
              <a:extLst>
                <a:ext uri="{FF2B5EF4-FFF2-40B4-BE49-F238E27FC236}">
                  <a16:creationId xmlns:a16="http://schemas.microsoft.com/office/drawing/2014/main" id="{C2DE40C0-7D00-4376-567B-DA0CC544530C}"/>
                </a:ext>
              </a:extLst>
            </p:cNvPr>
            <p:cNvSpPr/>
            <p:nvPr/>
          </p:nvSpPr>
          <p:spPr>
            <a:xfrm>
              <a:off x="20268181" y="1483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[4]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864" name="직사각형 110">
              <a:extLst>
                <a:ext uri="{FF2B5EF4-FFF2-40B4-BE49-F238E27FC236}">
                  <a16:creationId xmlns:a16="http://schemas.microsoft.com/office/drawing/2014/main" id="{F82990C8-C625-A23F-0644-4FCC6A554B07}"/>
                </a:ext>
              </a:extLst>
            </p:cNvPr>
            <p:cNvSpPr/>
            <p:nvPr/>
          </p:nvSpPr>
          <p:spPr>
            <a:xfrm>
              <a:off x="23400181" y="10368350"/>
              <a:ext cx="3528000" cy="820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Archetype</a:t>
              </a:r>
            </a:p>
          </p:txBody>
        </p:sp>
        <p:sp>
          <p:nvSpPr>
            <p:cNvPr id="866" name="직사각형 283">
              <a:extLst>
                <a:ext uri="{FF2B5EF4-FFF2-40B4-BE49-F238E27FC236}">
                  <a16:creationId xmlns:a16="http://schemas.microsoft.com/office/drawing/2014/main" id="{89598D81-D095-A98C-3F68-7B70CDA49B64}"/>
                </a:ext>
              </a:extLst>
            </p:cNvPr>
            <p:cNvSpPr/>
            <p:nvPr/>
          </p:nvSpPr>
          <p:spPr>
            <a:xfrm>
              <a:off x="23688181" y="12600350"/>
              <a:ext cx="2952000" cy="583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std::unordered_map&lt;ComponentType, std::unique_ptr&lt;IComponentArray&gt;&gt;</a:t>
              </a:r>
              <a:b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mComponentArrays</a:t>
              </a:r>
            </a:p>
            <a:p>
              <a:pPr algn="ctr" defTabSz="457122">
                <a:defRPr/>
              </a:pP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목적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: Signature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와 동일한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Array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algn="ctr" defTabSz="457122">
                <a:defRPr/>
              </a:pP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예시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Component Type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이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5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인 경우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867" name="직사각형 283">
              <a:extLst>
                <a:ext uri="{FF2B5EF4-FFF2-40B4-BE49-F238E27FC236}">
                  <a16:creationId xmlns:a16="http://schemas.microsoft.com/office/drawing/2014/main" id="{BA03E151-CFDC-5849-008F-B16263949664}"/>
                </a:ext>
              </a:extLst>
            </p:cNvPr>
            <p:cNvSpPr/>
            <p:nvPr/>
          </p:nvSpPr>
          <p:spPr>
            <a:xfrm>
              <a:off x="23688181" y="10656350"/>
              <a:ext cx="2952000" cy="180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Member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Variable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69" name="직사각형 260">
              <a:extLst>
                <a:ext uri="{FF2B5EF4-FFF2-40B4-BE49-F238E27FC236}">
                  <a16:creationId xmlns:a16="http://schemas.microsoft.com/office/drawing/2014/main" id="{8874F731-CC57-C4F9-8D81-A6BF3AA628D1}"/>
                </a:ext>
              </a:extLst>
            </p:cNvPr>
            <p:cNvSpPr/>
            <p:nvPr/>
          </p:nvSpPr>
          <p:spPr>
            <a:xfrm>
              <a:off x="23976527" y="10944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ArchetypeManager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* const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mManager</a:t>
              </a:r>
              <a:b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Manager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관리되는 생성자 참조</a:t>
              </a:r>
              <a:endParaRPr lang="en-US" altLang="ko-KR" sz="6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60" name="직사각형 260">
              <a:extLst>
                <a:ext uri="{FF2B5EF4-FFF2-40B4-BE49-F238E27FC236}">
                  <a16:creationId xmlns:a16="http://schemas.microsoft.com/office/drawing/2014/main" id="{DC0BFA3B-D583-CFD6-ECD3-874D857F116D}"/>
                </a:ext>
              </a:extLst>
            </p:cNvPr>
            <p:cNvSpPr/>
            <p:nvPr/>
          </p:nvSpPr>
          <p:spPr>
            <a:xfrm>
              <a:off x="23976527" y="11376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Signature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해당하는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61" name="직사각형 260">
              <a:extLst>
                <a:ext uri="{FF2B5EF4-FFF2-40B4-BE49-F238E27FC236}">
                  <a16:creationId xmlns:a16="http://schemas.microsoft.com/office/drawing/2014/main" id="{9D43CA5C-4B41-DB63-85F4-FCC130717C92}"/>
                </a:ext>
              </a:extLst>
            </p:cNvPr>
            <p:cNvSpPr/>
            <p:nvPr/>
          </p:nvSpPr>
          <p:spPr>
            <a:xfrm>
              <a:off x="23976527" y="11808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ComponentHandle</a:t>
              </a: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mSharedComponentId</a:t>
              </a:r>
              <a:endParaRPr lang="en-US" altLang="ko-KR" sz="9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동일한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라도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ID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Array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관리를 위함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62" name="직사각형 260">
              <a:extLst>
                <a:ext uri="{FF2B5EF4-FFF2-40B4-BE49-F238E27FC236}">
                  <a16:creationId xmlns:a16="http://schemas.microsoft.com/office/drawing/2014/main" id="{3E6CD258-676F-18D3-CCCE-56D8E1DFC46F}"/>
                </a:ext>
              </a:extLst>
            </p:cNvPr>
            <p:cNvSpPr/>
            <p:nvPr/>
          </p:nvSpPr>
          <p:spPr>
            <a:xfrm>
              <a:off x="24084181" y="1483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[5]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TransformComponent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cxnSp>
          <p:nvCxnSpPr>
            <p:cNvPr id="979" name="직선 화살표 연결선 384">
              <a:extLst>
                <a:ext uri="{FF2B5EF4-FFF2-40B4-BE49-F238E27FC236}">
                  <a16:creationId xmlns:a16="http://schemas.microsoft.com/office/drawing/2014/main" id="{9B200A52-EAA0-4E47-43A1-67695DED079E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181" y="13464350"/>
              <a:ext cx="1152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직선 화살표 연결선 384">
              <a:extLst>
                <a:ext uri="{FF2B5EF4-FFF2-40B4-BE49-F238E27FC236}">
                  <a16:creationId xmlns:a16="http://schemas.microsoft.com/office/drawing/2014/main" id="{97C4AE7E-5DFB-07DD-D062-21D25A43AA3C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181" y="13896350"/>
              <a:ext cx="4968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직선 화살표 연결선 384">
              <a:extLst>
                <a:ext uri="{FF2B5EF4-FFF2-40B4-BE49-F238E27FC236}">
                  <a16:creationId xmlns:a16="http://schemas.microsoft.com/office/drawing/2014/main" id="{61BE38B3-2588-76D1-BF21-5E5D4B8B5334}"/>
                </a:ext>
              </a:extLst>
            </p:cNvPr>
            <p:cNvCxnSpPr>
              <a:cxnSpLocks/>
            </p:cNvCxnSpPr>
            <p:nvPr/>
          </p:nvCxnSpPr>
          <p:spPr>
            <a:xfrm>
              <a:off x="18432181" y="17784350"/>
              <a:ext cx="12600000" cy="0"/>
            </a:xfrm>
            <a:prstGeom prst="straightConnector1">
              <a:avLst/>
            </a:prstGeom>
            <a:ln w="25400" cap="sq">
              <a:solidFill>
                <a:srgbClr val="009900"/>
              </a:solidFill>
              <a:headEnd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4" name="직사각형 110">
              <a:extLst>
                <a:ext uri="{FF2B5EF4-FFF2-40B4-BE49-F238E27FC236}">
                  <a16:creationId xmlns:a16="http://schemas.microsoft.com/office/drawing/2014/main" id="{A7677924-0316-B2FD-0618-E7748FA28173}"/>
                </a:ext>
              </a:extLst>
            </p:cNvPr>
            <p:cNvSpPr/>
            <p:nvPr/>
          </p:nvSpPr>
          <p:spPr>
            <a:xfrm>
              <a:off x="31032181" y="10368350"/>
              <a:ext cx="3528000" cy="820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lvl="0" algn="ctr" defTabSz="457166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Archetype</a:t>
              </a:r>
            </a:p>
          </p:txBody>
        </p:sp>
        <p:sp>
          <p:nvSpPr>
            <p:cNvPr id="985" name="직사각형 283">
              <a:extLst>
                <a:ext uri="{FF2B5EF4-FFF2-40B4-BE49-F238E27FC236}">
                  <a16:creationId xmlns:a16="http://schemas.microsoft.com/office/drawing/2014/main" id="{AD785D37-5493-37A9-1739-EFD284EB31E8}"/>
                </a:ext>
              </a:extLst>
            </p:cNvPr>
            <p:cNvSpPr/>
            <p:nvPr/>
          </p:nvSpPr>
          <p:spPr>
            <a:xfrm>
              <a:off x="31320181" y="12600350"/>
              <a:ext cx="2952000" cy="5832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std::unordered_map&lt;ComponentType, std::unique_ptr&lt;IComponentArray&gt;&gt;</a:t>
              </a:r>
              <a:b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da-DK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mComponentArrays</a:t>
              </a:r>
            </a:p>
            <a:p>
              <a:pPr algn="ctr" defTabSz="457122">
                <a:defRPr/>
              </a:pP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목적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: Signature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와 동일한 </a:t>
              </a:r>
              <a:r>
                <a:rPr kumimoji="0" lang="en-US" altLang="ko-KR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 Array </a:t>
              </a:r>
              <a:r>
                <a:rPr kumimoji="0" lang="ko-KR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</a:t>
              </a:r>
              <a:endParaRPr kumimoji="0" lang="en-US" altLang="ko-KR" sz="10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  <a:p>
              <a:pPr algn="ctr" defTabSz="457122">
                <a:defRPr/>
              </a:pP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예시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Component Type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이 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1,2,3,4,5,7,8,9,11</a:t>
              </a:r>
              <a:r>
                <a:rPr lang="ko-KR" altLang="en-US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인 경우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86" name="직사각형 283">
              <a:extLst>
                <a:ext uri="{FF2B5EF4-FFF2-40B4-BE49-F238E27FC236}">
                  <a16:creationId xmlns:a16="http://schemas.microsoft.com/office/drawing/2014/main" id="{E225ED49-A823-9772-8DB8-7F000FE666D7}"/>
                </a:ext>
              </a:extLst>
            </p:cNvPr>
            <p:cNvSpPr/>
            <p:nvPr/>
          </p:nvSpPr>
          <p:spPr>
            <a:xfrm>
              <a:off x="31320181" y="10656350"/>
              <a:ext cx="2952000" cy="180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Member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Variable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7" name="직사각형 260">
              <a:extLst>
                <a:ext uri="{FF2B5EF4-FFF2-40B4-BE49-F238E27FC236}">
                  <a16:creationId xmlns:a16="http://schemas.microsoft.com/office/drawing/2014/main" id="{99B37463-5826-6740-7C7F-571F976604FE}"/>
                </a:ext>
              </a:extLst>
            </p:cNvPr>
            <p:cNvSpPr/>
            <p:nvPr/>
          </p:nvSpPr>
          <p:spPr>
            <a:xfrm>
              <a:off x="31608527" y="10944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ArchetypeManager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* const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mManager</a:t>
              </a:r>
              <a:b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</a:b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Manager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에서 관리되는 생성자 참조</a:t>
              </a:r>
              <a:endParaRPr lang="en-US" altLang="ko-KR" sz="6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88" name="직사각형 260">
              <a:extLst>
                <a:ext uri="{FF2B5EF4-FFF2-40B4-BE49-F238E27FC236}">
                  <a16:creationId xmlns:a16="http://schemas.microsoft.com/office/drawing/2014/main" id="{99239B27-1488-1261-76A9-D37524964A08}"/>
                </a:ext>
              </a:extLst>
            </p:cNvPr>
            <p:cNvSpPr/>
            <p:nvPr/>
          </p:nvSpPr>
          <p:spPr>
            <a:xfrm>
              <a:off x="31608527" y="11376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Signature </a:t>
              </a:r>
              <a:r>
                <a:rPr lang="en-US" altLang="ko-KR" sz="10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mSignature</a:t>
              </a:r>
              <a:endParaRPr lang="en-US" altLang="ko-KR" sz="10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Archetype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에 해당하는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89" name="직사각형 260">
              <a:extLst>
                <a:ext uri="{FF2B5EF4-FFF2-40B4-BE49-F238E27FC236}">
                  <a16:creationId xmlns:a16="http://schemas.microsoft.com/office/drawing/2014/main" id="{87441E4E-E978-2F5D-66CE-A84259FB9BF5}"/>
                </a:ext>
              </a:extLst>
            </p:cNvPr>
            <p:cNvSpPr/>
            <p:nvPr/>
          </p:nvSpPr>
          <p:spPr>
            <a:xfrm>
              <a:off x="31608527" y="11808350"/>
              <a:ext cx="2375308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const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ComponentHandle</a:t>
              </a:r>
              <a:r>
                <a:rPr lang="en-US" altLang="ko-KR" sz="9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900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mSharedComponentId</a:t>
              </a:r>
              <a:endParaRPr lang="en-US" altLang="ko-KR" sz="9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marL="0" marR="0" lvl="0" indent="0" algn="ctr" defTabSz="45712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동일한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Signature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라도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ID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별 </a:t>
              </a:r>
              <a:r>
                <a:rPr lang="en-US" altLang="ko-KR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Array </a:t>
              </a:r>
              <a:r>
                <a:rPr lang="ko-KR" altLang="en-US" sz="8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관리를 위함</a:t>
              </a:r>
              <a:endParaRPr lang="en-US" altLang="ko-KR" sz="4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990" name="직사각형 260">
              <a:extLst>
                <a:ext uri="{FF2B5EF4-FFF2-40B4-BE49-F238E27FC236}">
                  <a16:creationId xmlns:a16="http://schemas.microsoft.com/office/drawing/2014/main" id="{69F03B98-AF95-E913-6416-4AFBAE758125}"/>
                </a:ext>
              </a:extLst>
            </p:cNvPr>
            <p:cNvSpPr/>
            <p:nvPr/>
          </p:nvSpPr>
          <p:spPr>
            <a:xfrm>
              <a:off x="31716181" y="1360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[1(DX12_MeshComponent)]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IComponentArray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1" name="직사각형 260">
              <a:extLst>
                <a:ext uri="{FF2B5EF4-FFF2-40B4-BE49-F238E27FC236}">
                  <a16:creationId xmlns:a16="http://schemas.microsoft.com/office/drawing/2014/main" id="{EE7ECBDF-B67C-873A-A63E-05F2F53F6732}"/>
                </a:ext>
              </a:extLst>
            </p:cNvPr>
            <p:cNvSpPr/>
            <p:nvPr/>
          </p:nvSpPr>
          <p:spPr>
            <a:xfrm>
              <a:off x="31716181" y="1404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[2(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InstanceData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)] 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IComponentArray</a:t>
              </a:r>
              <a:endParaRPr lang="en-US" altLang="ko-KR" sz="1000" kern="0" dirty="0">
                <a:solidFill>
                  <a:prstClr val="black"/>
                </a:solidFill>
                <a:ea typeface="맑은 고딕" panose="020B0503020000020004" pitchFamily="50" charset="-127"/>
              </a:endParaRPr>
            </a:p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(std::vector&lt;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InstanceData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&gt;)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2" name="직사각형 260">
              <a:extLst>
                <a:ext uri="{FF2B5EF4-FFF2-40B4-BE49-F238E27FC236}">
                  <a16:creationId xmlns:a16="http://schemas.microsoft.com/office/drawing/2014/main" id="{09F53D20-AFD8-43CB-3F24-D404FB404EB4}"/>
                </a:ext>
              </a:extLst>
            </p:cNvPr>
            <p:cNvSpPr/>
            <p:nvPr/>
          </p:nvSpPr>
          <p:spPr>
            <a:xfrm>
              <a:off x="31716181" y="1447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[3]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3" name="직사각형 260">
              <a:extLst>
                <a:ext uri="{FF2B5EF4-FFF2-40B4-BE49-F238E27FC236}">
                  <a16:creationId xmlns:a16="http://schemas.microsoft.com/office/drawing/2014/main" id="{1DC208F3-B355-7FFC-9F9D-48DE351DE82F}"/>
                </a:ext>
              </a:extLst>
            </p:cNvPr>
            <p:cNvSpPr/>
            <p:nvPr/>
          </p:nvSpPr>
          <p:spPr>
            <a:xfrm>
              <a:off x="31716181" y="1490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[4]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FMODAudioComponent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4" name="직사각형 260">
              <a:extLst>
                <a:ext uri="{FF2B5EF4-FFF2-40B4-BE49-F238E27FC236}">
                  <a16:creationId xmlns:a16="http://schemas.microsoft.com/office/drawing/2014/main" id="{30EF0988-62ED-F75B-3339-9A4D596C3D00}"/>
                </a:ext>
              </a:extLst>
            </p:cNvPr>
            <p:cNvSpPr/>
            <p:nvPr/>
          </p:nvSpPr>
          <p:spPr>
            <a:xfrm>
              <a:off x="31716181" y="15336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[5]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TransformComponent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5" name="직사각형 260">
              <a:extLst>
                <a:ext uri="{FF2B5EF4-FFF2-40B4-BE49-F238E27FC236}">
                  <a16:creationId xmlns:a16="http://schemas.microsoft.com/office/drawing/2014/main" id="{7769AE60-76BB-4E15-7C75-BB84C554EE85}"/>
                </a:ext>
              </a:extLst>
            </p:cNvPr>
            <p:cNvSpPr/>
            <p:nvPr/>
          </p:nvSpPr>
          <p:spPr>
            <a:xfrm>
              <a:off x="31716181" y="1576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[7]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GravityComponent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6" name="직사각형 260">
              <a:extLst>
                <a:ext uri="{FF2B5EF4-FFF2-40B4-BE49-F238E27FC236}">
                  <a16:creationId xmlns:a16="http://schemas.microsoft.com/office/drawing/2014/main" id="{5EA7CB44-6DE7-67B7-AAF3-74C1C01751B6}"/>
                </a:ext>
              </a:extLst>
            </p:cNvPr>
            <p:cNvSpPr/>
            <p:nvPr/>
          </p:nvSpPr>
          <p:spPr>
            <a:xfrm>
              <a:off x="31716181" y="16200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0" tIns="36000" rIns="0" bIns="36000" rtlCol="0" anchor="ctr"/>
            <a:lstStyle/>
            <a:p>
              <a:pPr algn="ctr" defTabSz="457122">
                <a:defRPr/>
              </a:pPr>
              <a:r>
                <a:rPr lang="en-US" altLang="ko-KR" sz="9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[8] = std::vector&lt;</a:t>
              </a:r>
              <a:r>
                <a:rPr lang="en-US" altLang="ko-KR" sz="9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BoundingVolumnComponent</a:t>
              </a:r>
              <a:r>
                <a:rPr lang="en-US" altLang="ko-KR" sz="9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7" name="직사각형 260">
              <a:extLst>
                <a:ext uri="{FF2B5EF4-FFF2-40B4-BE49-F238E27FC236}">
                  <a16:creationId xmlns:a16="http://schemas.microsoft.com/office/drawing/2014/main" id="{3A094B49-1270-9FF5-B60A-469CC87D5203}"/>
                </a:ext>
              </a:extLst>
            </p:cNvPr>
            <p:cNvSpPr/>
            <p:nvPr/>
          </p:nvSpPr>
          <p:spPr>
            <a:xfrm>
              <a:off x="31716181" y="1663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[9]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CFGInstanceComponent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8" name="직사각형 260">
              <a:extLst>
                <a:ext uri="{FF2B5EF4-FFF2-40B4-BE49-F238E27FC236}">
                  <a16:creationId xmlns:a16="http://schemas.microsoft.com/office/drawing/2014/main" id="{1702F7AF-D909-01D8-C88B-A91E80DB41E8}"/>
                </a:ext>
              </a:extLst>
            </p:cNvPr>
            <p:cNvSpPr/>
            <p:nvPr/>
          </p:nvSpPr>
          <p:spPr>
            <a:xfrm>
              <a:off x="31716181" y="17064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[11] = std::vector&lt;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TextureScaleComponent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&gt;</a:t>
              </a:r>
            </a:p>
          </p:txBody>
        </p:sp>
        <p:sp>
          <p:nvSpPr>
            <p:cNvPr id="999" name="직사각형 260">
              <a:extLst>
                <a:ext uri="{FF2B5EF4-FFF2-40B4-BE49-F238E27FC236}">
                  <a16:creationId xmlns:a16="http://schemas.microsoft.com/office/drawing/2014/main" id="{2842B244-C46C-66EE-3D37-A63732CB7619}"/>
                </a:ext>
              </a:extLst>
            </p:cNvPr>
            <p:cNvSpPr/>
            <p:nvPr/>
          </p:nvSpPr>
          <p:spPr>
            <a:xfrm>
              <a:off x="27900181" y="13608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algn="ctr" defTabSz="457122">
                <a:defRPr/>
              </a:pP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…</a:t>
              </a:r>
            </a:p>
          </p:txBody>
        </p:sp>
        <p:cxnSp>
          <p:nvCxnSpPr>
            <p:cNvPr id="1001" name="직선 화살표 연결선 384">
              <a:extLst>
                <a:ext uri="{FF2B5EF4-FFF2-40B4-BE49-F238E27FC236}">
                  <a16:creationId xmlns:a16="http://schemas.microsoft.com/office/drawing/2014/main" id="{4AA1628A-AE88-ED35-C0B7-B577EC3452E5}"/>
                </a:ext>
              </a:extLst>
            </p:cNvPr>
            <p:cNvCxnSpPr>
              <a:cxnSpLocks/>
            </p:cNvCxnSpPr>
            <p:nvPr/>
          </p:nvCxnSpPr>
          <p:spPr>
            <a:xfrm>
              <a:off x="2376181" y="20880350"/>
              <a:ext cx="0" cy="14400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2" name="직사각형 260">
              <a:extLst>
                <a:ext uri="{FF2B5EF4-FFF2-40B4-BE49-F238E27FC236}">
                  <a16:creationId xmlns:a16="http://schemas.microsoft.com/office/drawing/2014/main" id="{2FF141CF-0D8E-A577-64BA-FE2594769670}"/>
                </a:ext>
              </a:extLst>
            </p:cNvPr>
            <p:cNvSpPr/>
            <p:nvPr/>
          </p:nvSpPr>
          <p:spPr>
            <a:xfrm>
              <a:off x="12960181" y="1224350"/>
              <a:ext cx="2736000" cy="8279999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t"/>
            <a:lstStyle/>
            <a:p>
              <a:pPr algn="ctr" defTabSz="457122"/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unordered_map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type_index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, std::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unique_ptr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&lt;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ISingletonComponent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&gt;&gt; </a:t>
              </a:r>
              <a:r>
                <a:rPr lang="en-US" altLang="ko-KR" sz="1200" b="1" kern="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mSingletonComponents</a:t>
              </a:r>
              <a:endParaRPr lang="en-US" altLang="ko-KR" sz="1200" b="1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  <a:p>
              <a:pPr algn="ctr" defTabSz="457122"/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목적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: 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유일한 </a:t>
              </a:r>
              <a:r>
                <a: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Component</a:t>
              </a:r>
              <a:r>
                <a:rPr lang="ko-KR" altLang="en-US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인 경우 관리</a:t>
              </a:r>
              <a:endParaRPr lang="en-US" altLang="ko-KR" sz="1100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003" name="직사각형 260">
              <a:extLst>
                <a:ext uri="{FF2B5EF4-FFF2-40B4-BE49-F238E27FC236}">
                  <a16:creationId xmlns:a16="http://schemas.microsoft.com/office/drawing/2014/main" id="{14A7DA7E-08D4-0BC0-2E34-518C928B9E8E}"/>
                </a:ext>
              </a:extLst>
            </p:cNvPr>
            <p:cNvSpPr/>
            <p:nvPr/>
          </p:nvSpPr>
          <p:spPr>
            <a:xfrm>
              <a:off x="13248181" y="2160352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kumimoji="0" lang="en-US" altLang="ko-KR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TimeComponent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]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TimeComponent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4" name="직사각형 260">
              <a:extLst>
                <a:ext uri="{FF2B5EF4-FFF2-40B4-BE49-F238E27FC236}">
                  <a16:creationId xmlns:a16="http://schemas.microsoft.com/office/drawing/2014/main" id="{5606EAAB-1F19-CA78-3A7B-60B3B5B6B84D}"/>
                </a:ext>
              </a:extLst>
            </p:cNvPr>
            <p:cNvSpPr/>
            <p:nvPr/>
          </p:nvSpPr>
          <p:spPr>
            <a:xfrm>
              <a:off x="13248181" y="2592350"/>
              <a:ext cx="2160000" cy="288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ctr" defTabSz="457122">
                <a:defRPr/>
              </a:pP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[</a:t>
              </a:r>
              <a:r>
                <a:rPr lang="en-US" altLang="ko-KR" sz="10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Light</a:t>
              </a:r>
              <a:r>
                <a: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Component] </a:t>
              </a:r>
              <a:r>
                <a:rPr lang="en-US" altLang="ko-KR" sz="1000" kern="0" dirty="0">
                  <a:solidFill>
                    <a:prstClr val="black"/>
                  </a:solidFill>
                  <a:ea typeface="맑은 고딕" panose="020B0503020000020004" pitchFamily="50" charset="-127"/>
                </a:rPr>
                <a:t>= </a:t>
              </a:r>
              <a:r>
                <a:rPr lang="en-US" altLang="ko-KR" sz="1000" kern="0" dirty="0" err="1">
                  <a:solidFill>
                    <a:prstClr val="black"/>
                  </a:solidFill>
                  <a:ea typeface="맑은 고딕" panose="020B0503020000020004" pitchFamily="50" charset="-127"/>
                </a:rPr>
                <a:t>LightComponent</a:t>
              </a: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1186" name="Picture 1185">
              <a:extLst>
                <a:ext uri="{FF2B5EF4-FFF2-40B4-BE49-F238E27FC236}">
                  <a16:creationId xmlns:a16="http://schemas.microsoft.com/office/drawing/2014/main" id="{3C9BC7E4-06CB-8C58-CF1C-53059CBD337B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408181" y="8784350"/>
              <a:ext cx="7560000" cy="792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</p:pic>
        <p:pic>
          <p:nvPicPr>
            <p:cNvPr id="1188" name="Picture 1187">
              <a:extLst>
                <a:ext uri="{FF2B5EF4-FFF2-40B4-BE49-F238E27FC236}">
                  <a16:creationId xmlns:a16="http://schemas.microsoft.com/office/drawing/2014/main" id="{C2CE62E5-BB5E-70EB-4815-4BEE984A3AE8}"/>
                </a:ext>
              </a:extLst>
            </p:cNvPr>
            <p:cNvPicPr>
              <a:picLocks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22896" y="864350"/>
              <a:ext cx="5976000" cy="8712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</p:pic>
        <p:pic>
          <p:nvPicPr>
            <p:cNvPr id="1190" name="Picture 1189">
              <a:extLst>
                <a:ext uri="{FF2B5EF4-FFF2-40B4-BE49-F238E27FC236}">
                  <a16:creationId xmlns:a16="http://schemas.microsoft.com/office/drawing/2014/main" id="{0E454716-B426-EE30-335D-FD0C7BC2556E}"/>
                </a:ext>
              </a:extLst>
            </p:cNvPr>
            <p:cNvPicPr>
              <a:picLocks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408181" y="864350"/>
              <a:ext cx="7560000" cy="7632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</p:pic>
        <p:pic>
          <p:nvPicPr>
            <p:cNvPr id="1192" name="Picture 1191">
              <a:extLst>
                <a:ext uri="{FF2B5EF4-FFF2-40B4-BE49-F238E27FC236}">
                  <a16:creationId xmlns:a16="http://schemas.microsoft.com/office/drawing/2014/main" id="{0B7DFBD7-1A79-9181-F632-A51445EA279B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136181" y="864350"/>
              <a:ext cx="10511997" cy="17712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</a:ln>
          </p:spPr>
        </p:pic>
        <p:cxnSp>
          <p:nvCxnSpPr>
            <p:cNvPr id="1193" name="직선 화살표 연결선 384">
              <a:extLst>
                <a:ext uri="{FF2B5EF4-FFF2-40B4-BE49-F238E27FC236}">
                  <a16:creationId xmlns:a16="http://schemas.microsoft.com/office/drawing/2014/main" id="{A75FB721-BEBE-62FD-A413-126648B90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98896" y="5112350"/>
              <a:ext cx="288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직선 화살표 연결선 384">
              <a:extLst>
                <a:ext uri="{FF2B5EF4-FFF2-40B4-BE49-F238E27FC236}">
                  <a16:creationId xmlns:a16="http://schemas.microsoft.com/office/drawing/2014/main" id="{C516A18D-0E3D-BA3B-3FD8-553C83594B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68181" y="4032349"/>
              <a:ext cx="288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0" name="직선 화살표 연결선 384">
              <a:extLst>
                <a:ext uri="{FF2B5EF4-FFF2-40B4-BE49-F238E27FC236}">
                  <a16:creationId xmlns:a16="http://schemas.microsoft.com/office/drawing/2014/main" id="{6B013B03-E2A7-E899-7516-9004D6004B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68181" y="9216350"/>
              <a:ext cx="288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2" name="직사각형 260">
              <a:extLst>
                <a:ext uri="{FF2B5EF4-FFF2-40B4-BE49-F238E27FC236}">
                  <a16:creationId xmlns:a16="http://schemas.microsoft.com/office/drawing/2014/main" id="{6207588D-1F14-B8B5-E19B-BE2661916066}"/>
                </a:ext>
              </a:extLst>
            </p:cNvPr>
            <p:cNvSpPr/>
            <p:nvPr/>
          </p:nvSpPr>
          <p:spPr>
            <a:xfrm>
              <a:off x="23021514" y="4968350"/>
              <a:ext cx="1314667" cy="288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defTabSz="457122"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물리 관련 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System</a:t>
              </a:r>
            </a:p>
          </p:txBody>
        </p:sp>
        <p:sp>
          <p:nvSpPr>
            <p:cNvPr id="1203" name="직사각형 260">
              <a:extLst>
                <a:ext uri="{FF2B5EF4-FFF2-40B4-BE49-F238E27FC236}">
                  <a16:creationId xmlns:a16="http://schemas.microsoft.com/office/drawing/2014/main" id="{845DAAF1-5FB7-85E9-6DDE-9773922065ED}"/>
                </a:ext>
              </a:extLst>
            </p:cNvPr>
            <p:cNvSpPr/>
            <p:nvPr/>
          </p:nvSpPr>
          <p:spPr>
            <a:xfrm>
              <a:off x="32256181" y="3888350"/>
              <a:ext cx="2304000" cy="288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defTabSz="457122">
                <a:defRPr/>
              </a:pP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DirectX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12 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데이터 관리 </a:t>
              </a: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System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04" name="직사각형 260">
              <a:extLst>
                <a:ext uri="{FF2B5EF4-FFF2-40B4-BE49-F238E27FC236}">
                  <a16:creationId xmlns:a16="http://schemas.microsoft.com/office/drawing/2014/main" id="{8F2D66B0-5399-71B5-0BC5-3412E466B0B5}"/>
                </a:ext>
              </a:extLst>
            </p:cNvPr>
            <p:cNvSpPr/>
            <p:nvPr/>
          </p:nvSpPr>
          <p:spPr>
            <a:xfrm>
              <a:off x="32256180" y="9000351"/>
              <a:ext cx="1314667" cy="288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defTabSz="457122"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Audio 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관리 </a:t>
              </a: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System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05" name="직사각형 260">
              <a:extLst>
                <a:ext uri="{FF2B5EF4-FFF2-40B4-BE49-F238E27FC236}">
                  <a16:creationId xmlns:a16="http://schemas.microsoft.com/office/drawing/2014/main" id="{68EC0B56-1FF2-283B-D610-BC72E396EBD5}"/>
                </a:ext>
              </a:extLst>
            </p:cNvPr>
            <p:cNvSpPr/>
            <p:nvPr/>
          </p:nvSpPr>
          <p:spPr>
            <a:xfrm>
              <a:off x="31968181" y="6128525"/>
              <a:ext cx="2880000" cy="2880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36000" tIns="36000" rIns="36000" bIns="36000" rtlCol="0" anchor="ctr"/>
            <a:lstStyle/>
            <a:p>
              <a:pPr lvl="0" algn="r" defTabSz="457122"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DirectX 12 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관리를 위한 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rPr>
                <a:t>Singleton System</a:t>
              </a:r>
            </a:p>
            <a:p>
              <a:pPr lvl="0" algn="r" defTabSz="457122">
                <a:defRPr/>
              </a:pP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(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사유</a:t>
              </a: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: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Window System</a:t>
              </a:r>
              <a:r>
                <a:rPr lang="ko-KR" altLang="en-US" sz="1200" kern="0" dirty="0">
                  <a:solidFill>
                    <a:srgbClr val="0000FF"/>
                  </a:solidFill>
                  <a:highlight>
                    <a:srgbClr val="FFFF00"/>
                  </a:highlight>
                  <a:latin typeface="Calibri" panose="020F0502020204030204"/>
                  <a:ea typeface="맑은 고딕" panose="020B0503020000020004" pitchFamily="50" charset="-127"/>
                </a:rPr>
                <a:t>의 메시지 처리 간 멀티스레드 처리 시 오류 발생</a:t>
              </a:r>
              <a:endPara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06" name="직선 화살표 연결선 384">
              <a:extLst>
                <a:ext uri="{FF2B5EF4-FFF2-40B4-BE49-F238E27FC236}">
                  <a16:creationId xmlns:a16="http://schemas.microsoft.com/office/drawing/2014/main" id="{F4C35465-8DAD-EBF0-C69C-4402ED235C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848181" y="6264350"/>
              <a:ext cx="288000" cy="0"/>
            </a:xfrm>
            <a:prstGeom prst="straightConnector1">
              <a:avLst/>
            </a:prstGeom>
            <a:ln w="25400" cap="sq" cmpd="dbl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9" name="Group 1218">
              <a:extLst>
                <a:ext uri="{FF2B5EF4-FFF2-40B4-BE49-F238E27FC236}">
                  <a16:creationId xmlns:a16="http://schemas.microsoft.com/office/drawing/2014/main" id="{A98290C8-47EE-FD00-BB07-40CE09898010}"/>
                </a:ext>
              </a:extLst>
            </p:cNvPr>
            <p:cNvGrpSpPr/>
            <p:nvPr/>
          </p:nvGrpSpPr>
          <p:grpSpPr>
            <a:xfrm>
              <a:off x="35280181" y="216350"/>
              <a:ext cx="9432000" cy="288000"/>
              <a:chOff x="28800181" y="144350"/>
              <a:chExt cx="9432000" cy="288000"/>
            </a:xfrm>
          </p:grpSpPr>
          <p:cxnSp>
            <p:nvCxnSpPr>
              <p:cNvPr id="1208" name="직선 화살표 연결선 384">
                <a:extLst>
                  <a:ext uri="{FF2B5EF4-FFF2-40B4-BE49-F238E27FC236}">
                    <a16:creationId xmlns:a16="http://schemas.microsoft.com/office/drawing/2014/main" id="{23FC13A7-AE23-8138-8496-04A8C0020E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8800181" y="288350"/>
                <a:ext cx="576000" cy="0"/>
              </a:xfrm>
              <a:prstGeom prst="straightConnector1">
                <a:avLst/>
              </a:prstGeom>
              <a:ln w="25400" cap="sq" cmpd="dbl">
                <a:solidFill>
                  <a:srgbClr val="0000FF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9" name="직선 화살표 연결선 384">
                <a:extLst>
                  <a:ext uri="{FF2B5EF4-FFF2-40B4-BE49-F238E27FC236}">
                    <a16:creationId xmlns:a16="http://schemas.microsoft.com/office/drawing/2014/main" id="{07C8A56F-760A-F787-CE4D-F751079B1A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096181" y="288350"/>
                <a:ext cx="576000" cy="0"/>
              </a:xfrm>
              <a:prstGeom prst="straightConnector1">
                <a:avLst/>
              </a:prstGeom>
              <a:ln w="25400" cap="sq">
                <a:solidFill>
                  <a:srgbClr val="009900"/>
                </a:solidFill>
                <a:headEnd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0" name="직선 화살표 연결선 384">
                <a:extLst>
                  <a:ext uri="{FF2B5EF4-FFF2-40B4-BE49-F238E27FC236}">
                    <a16:creationId xmlns:a16="http://schemas.microsoft.com/office/drawing/2014/main" id="{A346F6B6-3FDC-D10C-A921-8CBE9FFE08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80181" y="288350"/>
                <a:ext cx="576000" cy="0"/>
              </a:xfrm>
              <a:prstGeom prst="straightConnector1">
                <a:avLst/>
              </a:prstGeom>
              <a:ln w="25400" cap="sq" cmpd="dbl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1" name="직사각형 110">
                <a:extLst>
                  <a:ext uri="{FF2B5EF4-FFF2-40B4-BE49-F238E27FC236}">
                    <a16:creationId xmlns:a16="http://schemas.microsoft.com/office/drawing/2014/main" id="{5A2B52C8-96E6-AED6-C5C0-2C24DE5DBFA1}"/>
                  </a:ext>
                </a:extLst>
              </p:cNvPr>
              <p:cNvSpPr/>
              <p:nvPr/>
            </p:nvSpPr>
            <p:spPr>
              <a:xfrm>
                <a:off x="33120181" y="144350"/>
                <a:ext cx="576000" cy="288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36000" tIns="36000" rIns="36000" bIns="36000" rtlCol="0" anchor="t"/>
              <a:lstStyle/>
              <a:p>
                <a:pPr lvl="0" algn="ctr" defTabSz="457166">
                  <a:defRPr/>
                </a:pPr>
                <a:endPara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2" name="직사각형 260">
                <a:extLst>
                  <a:ext uri="{FF2B5EF4-FFF2-40B4-BE49-F238E27FC236}">
                    <a16:creationId xmlns:a16="http://schemas.microsoft.com/office/drawing/2014/main" id="{95590883-7744-9338-9449-5F9FC47A5746}"/>
                  </a:ext>
                </a:extLst>
              </p:cNvPr>
              <p:cNvSpPr/>
              <p:nvPr/>
            </p:nvSpPr>
            <p:spPr>
              <a:xfrm>
                <a:off x="34560181" y="144350"/>
                <a:ext cx="576000" cy="28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36000" tIns="36000" rIns="36000" bIns="36000" rtlCol="0" anchor="t"/>
              <a:lstStyle/>
              <a:p>
                <a:pPr algn="ctr" defTabSz="457122"/>
                <a:endParaRPr lang="en-US" altLang="ko-KR" sz="11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14" name="직사각형 260">
                <a:extLst>
                  <a:ext uri="{FF2B5EF4-FFF2-40B4-BE49-F238E27FC236}">
                    <a16:creationId xmlns:a16="http://schemas.microsoft.com/office/drawing/2014/main" id="{2B269E68-5F08-5DEB-2A38-883BC716BD43}"/>
                  </a:ext>
                </a:extLst>
              </p:cNvPr>
              <p:cNvSpPr/>
              <p:nvPr/>
            </p:nvSpPr>
            <p:spPr>
              <a:xfrm>
                <a:off x="29376181" y="144350"/>
                <a:ext cx="86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Entity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5" name="직사각형 260">
                <a:extLst>
                  <a:ext uri="{FF2B5EF4-FFF2-40B4-BE49-F238E27FC236}">
                    <a16:creationId xmlns:a16="http://schemas.microsoft.com/office/drawing/2014/main" id="{7A8C257C-6671-213B-5A56-788E1F7D53B9}"/>
                  </a:ext>
                </a:extLst>
              </p:cNvPr>
              <p:cNvSpPr/>
              <p:nvPr/>
            </p:nvSpPr>
            <p:spPr>
              <a:xfrm>
                <a:off x="30672181" y="144350"/>
                <a:ext cx="86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Component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6" name="직사각형 260">
                <a:extLst>
                  <a:ext uri="{FF2B5EF4-FFF2-40B4-BE49-F238E27FC236}">
                    <a16:creationId xmlns:a16="http://schemas.microsoft.com/office/drawing/2014/main" id="{995C07AE-AD1F-569F-A9E6-89D93B874192}"/>
                  </a:ext>
                </a:extLst>
              </p:cNvPr>
              <p:cNvSpPr/>
              <p:nvPr/>
            </p:nvSpPr>
            <p:spPr>
              <a:xfrm>
                <a:off x="32256181" y="144350"/>
                <a:ext cx="86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System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7" name="직사각형 260">
                <a:extLst>
                  <a:ext uri="{FF2B5EF4-FFF2-40B4-BE49-F238E27FC236}">
                    <a16:creationId xmlns:a16="http://schemas.microsoft.com/office/drawing/2014/main" id="{D2479134-6787-31C4-2409-222775131611}"/>
                  </a:ext>
                </a:extLst>
              </p:cNvPr>
              <p:cNvSpPr/>
              <p:nvPr/>
            </p:nvSpPr>
            <p:spPr>
              <a:xfrm>
                <a:off x="33696181" y="144350"/>
                <a:ext cx="86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Function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8" name="직사각형 260">
                <a:extLst>
                  <a:ext uri="{FF2B5EF4-FFF2-40B4-BE49-F238E27FC236}">
                    <a16:creationId xmlns:a16="http://schemas.microsoft.com/office/drawing/2014/main" id="{A2CBDDC5-5D69-3900-3DCC-680D3E1A9CCB}"/>
                  </a:ext>
                </a:extLst>
              </p:cNvPr>
              <p:cNvSpPr/>
              <p:nvPr/>
            </p:nvSpPr>
            <p:spPr>
              <a:xfrm>
                <a:off x="35136181" y="144350"/>
                <a:ext cx="122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Member Variable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8" name="직사각형 260">
                <a:extLst>
                  <a:ext uri="{FF2B5EF4-FFF2-40B4-BE49-F238E27FC236}">
                    <a16:creationId xmlns:a16="http://schemas.microsoft.com/office/drawing/2014/main" id="{114B3AD4-CF9F-33D8-8C36-F4F6F5B7F074}"/>
                  </a:ext>
                </a:extLst>
              </p:cNvPr>
              <p:cNvSpPr/>
              <p:nvPr/>
            </p:nvSpPr>
            <p:spPr>
              <a:xfrm>
                <a:off x="36432181" y="144350"/>
                <a:ext cx="576000" cy="288000"/>
              </a:xfrm>
              <a:prstGeom prst="rect">
                <a:avLst/>
              </a:prstGeom>
              <a:solidFill>
                <a:srgbClr val="FFFF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lIns="36000" tIns="36000" rIns="36000" bIns="36000" rtlCol="0" anchor="t"/>
              <a:lstStyle/>
              <a:p>
                <a:pPr algn="ctr" defTabSz="457166"/>
                <a:endParaRPr lang="en-US" altLang="ko-KR" sz="1200" kern="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" name="직사각형 260">
                <a:extLst>
                  <a:ext uri="{FF2B5EF4-FFF2-40B4-BE49-F238E27FC236}">
                    <a16:creationId xmlns:a16="http://schemas.microsoft.com/office/drawing/2014/main" id="{09B027CC-B88B-73BB-4198-8A924FB65B6B}"/>
                  </a:ext>
                </a:extLst>
              </p:cNvPr>
              <p:cNvSpPr/>
              <p:nvPr/>
            </p:nvSpPr>
            <p:spPr>
              <a:xfrm>
                <a:off x="37008181" y="144350"/>
                <a:ext cx="1224000" cy="288000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miter lim="800000"/>
              </a:ln>
              <a:effectLst/>
            </p:spPr>
            <p:txBody>
              <a:bodyPr lIns="54000" tIns="36000" rIns="36000" bIns="36000" rtlCol="0" anchor="ctr"/>
              <a:lstStyle/>
              <a:p>
                <a:pPr lvl="0" defTabSz="457122">
                  <a:defRPr/>
                </a:pPr>
                <a:r>
                  <a:rPr lang="en-US" altLang="ko-KR" sz="1100" kern="0" dirty="0">
                    <a:latin typeface="Calibri" panose="020F0502020204030204"/>
                    <a:ea typeface="맑은 고딕" panose="020B0503020000020004" pitchFamily="50" charset="-127"/>
                  </a:rPr>
                  <a:t>: ECS System </a:t>
                </a:r>
                <a:r>
                  <a:rPr lang="ko-KR" altLang="en-US" sz="1100" kern="0" dirty="0">
                    <a:latin typeface="Calibri" panose="020F0502020204030204"/>
                    <a:ea typeface="맑은 고딕" panose="020B0503020000020004" pitchFamily="50" charset="-127"/>
                  </a:rPr>
                  <a:t>활용</a:t>
                </a:r>
                <a:endParaRPr kumimoji="0" lang="en-US" altLang="ko-K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cxnSp>
          <p:nvCxnSpPr>
            <p:cNvPr id="31" name="직선 화살표 연결선 384">
              <a:extLst>
                <a:ext uri="{FF2B5EF4-FFF2-40B4-BE49-F238E27FC236}">
                  <a16:creationId xmlns:a16="http://schemas.microsoft.com/office/drawing/2014/main" id="{B79FF439-F340-F952-80FA-0829C73CB5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264181" y="720350"/>
              <a:ext cx="3312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84">
              <a:extLst>
                <a:ext uri="{FF2B5EF4-FFF2-40B4-BE49-F238E27FC236}">
                  <a16:creationId xmlns:a16="http://schemas.microsoft.com/office/drawing/2014/main" id="{3BB11D13-D404-D1B9-B264-936B03B260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896181" y="9720350"/>
              <a:ext cx="3096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28224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2093</TotalTime>
  <Words>6902</Words>
  <Application>Microsoft Office PowerPoint</Application>
  <PresentationFormat>Custom</PresentationFormat>
  <Paragraphs>1265</Paragraphs>
  <Slides>6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맑은 고딕</vt:lpstr>
      <vt:lpstr>에스코어 드림 7 ExtraBold</vt:lpstr>
      <vt:lpstr>Aptos</vt:lpstr>
      <vt:lpstr>Arial</vt:lpstr>
      <vt:lpstr>Arial Narrow</vt:lpstr>
      <vt:lpstr>Calibri</vt:lpstr>
      <vt:lpstr>Calibri Light</vt:lpstr>
      <vt:lpstr>Wingdings</vt:lpstr>
      <vt:lpstr>Office 2013 - 2022 테마</vt:lpstr>
      <vt:lpstr>1_Office 2013 - 2022 테마</vt:lpstr>
      <vt:lpstr>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박승균</dc:creator>
  <cp:lastModifiedBy>seungkyun park</cp:lastModifiedBy>
  <cp:revision>17</cp:revision>
  <dcterms:created xsi:type="dcterms:W3CDTF">2023-08-09T11:41:32Z</dcterms:created>
  <dcterms:modified xsi:type="dcterms:W3CDTF">2025-08-11T12:57:57Z</dcterms:modified>
</cp:coreProperties>
</file>