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2" r:id="rId1"/>
    <p:sldMasterId id="2147483734" r:id="rId2"/>
  </p:sldMasterIdLst>
  <p:notesMasterIdLst>
    <p:notesMasterId r:id="rId8"/>
  </p:notesMasterIdLst>
  <p:sldIdLst>
    <p:sldId id="256" r:id="rId3"/>
    <p:sldId id="280" r:id="rId4"/>
    <p:sldId id="281" r:id="rId5"/>
    <p:sldId id="284" r:id="rId6"/>
    <p:sldId id="285" r:id="rId7"/>
  </p:sldIdLst>
  <p:sldSz cx="46080363" cy="25920700"/>
  <p:notesSz cx="6858000" cy="9144000"/>
  <p:defaultTextStyle>
    <a:defPPr>
      <a:defRPr lang="en-US"/>
    </a:defPPr>
    <a:lvl1pPr marL="0" algn="l" defTabSz="2080529" rtl="0" eaLnBrk="1" latinLnBrk="0" hangingPunct="1">
      <a:defRPr sz="8195" kern="1200">
        <a:solidFill>
          <a:schemeClr val="tx1"/>
        </a:solidFill>
        <a:latin typeface="+mn-lt"/>
        <a:ea typeface="+mn-ea"/>
        <a:cs typeface="+mn-cs"/>
      </a:defRPr>
    </a:lvl1pPr>
    <a:lvl2pPr marL="2080529" algn="l" defTabSz="2080529" rtl="0" eaLnBrk="1" latinLnBrk="0" hangingPunct="1">
      <a:defRPr sz="8195" kern="1200">
        <a:solidFill>
          <a:schemeClr val="tx1"/>
        </a:solidFill>
        <a:latin typeface="+mn-lt"/>
        <a:ea typeface="+mn-ea"/>
        <a:cs typeface="+mn-cs"/>
      </a:defRPr>
    </a:lvl2pPr>
    <a:lvl3pPr marL="4161049" algn="l" defTabSz="2080529" rtl="0" eaLnBrk="1" latinLnBrk="0" hangingPunct="1">
      <a:defRPr sz="8195" kern="1200">
        <a:solidFill>
          <a:schemeClr val="tx1"/>
        </a:solidFill>
        <a:latin typeface="+mn-lt"/>
        <a:ea typeface="+mn-ea"/>
        <a:cs typeface="+mn-cs"/>
      </a:defRPr>
    </a:lvl3pPr>
    <a:lvl4pPr marL="6241578" algn="l" defTabSz="2080529" rtl="0" eaLnBrk="1" latinLnBrk="0" hangingPunct="1">
      <a:defRPr sz="8195" kern="1200">
        <a:solidFill>
          <a:schemeClr val="tx1"/>
        </a:solidFill>
        <a:latin typeface="+mn-lt"/>
        <a:ea typeface="+mn-ea"/>
        <a:cs typeface="+mn-cs"/>
      </a:defRPr>
    </a:lvl4pPr>
    <a:lvl5pPr marL="8322103" algn="l" defTabSz="2080529" rtl="0" eaLnBrk="1" latinLnBrk="0" hangingPunct="1">
      <a:defRPr sz="8195" kern="1200">
        <a:solidFill>
          <a:schemeClr val="tx1"/>
        </a:solidFill>
        <a:latin typeface="+mn-lt"/>
        <a:ea typeface="+mn-ea"/>
        <a:cs typeface="+mn-cs"/>
      </a:defRPr>
    </a:lvl5pPr>
    <a:lvl6pPr marL="10402632" algn="l" defTabSz="2080529" rtl="0" eaLnBrk="1" latinLnBrk="0" hangingPunct="1">
      <a:defRPr sz="8195" kern="1200">
        <a:solidFill>
          <a:schemeClr val="tx1"/>
        </a:solidFill>
        <a:latin typeface="+mn-lt"/>
        <a:ea typeface="+mn-ea"/>
        <a:cs typeface="+mn-cs"/>
      </a:defRPr>
    </a:lvl6pPr>
    <a:lvl7pPr marL="12483161" algn="l" defTabSz="2080529" rtl="0" eaLnBrk="1" latinLnBrk="0" hangingPunct="1">
      <a:defRPr sz="8195" kern="1200">
        <a:solidFill>
          <a:schemeClr val="tx1"/>
        </a:solidFill>
        <a:latin typeface="+mn-lt"/>
        <a:ea typeface="+mn-ea"/>
        <a:cs typeface="+mn-cs"/>
      </a:defRPr>
    </a:lvl7pPr>
    <a:lvl8pPr marL="14563685" algn="l" defTabSz="2080529" rtl="0" eaLnBrk="1" latinLnBrk="0" hangingPunct="1">
      <a:defRPr sz="8195" kern="1200">
        <a:solidFill>
          <a:schemeClr val="tx1"/>
        </a:solidFill>
        <a:latin typeface="+mn-lt"/>
        <a:ea typeface="+mn-ea"/>
        <a:cs typeface="+mn-cs"/>
      </a:defRPr>
    </a:lvl8pPr>
    <a:lvl9pPr marL="16644210" algn="l" defTabSz="2080529" rtl="0" eaLnBrk="1" latinLnBrk="0" hangingPunct="1">
      <a:defRPr sz="819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54" userDrawn="1">
          <p15:clr>
            <a:srgbClr val="A4A3A4"/>
          </p15:clr>
        </p15:guide>
        <p15:guide id="2" pos="1451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FF9999"/>
    <a:srgbClr val="CCFF99"/>
    <a:srgbClr val="99FF99"/>
    <a:srgbClr val="CC99FF"/>
    <a:srgbClr val="9966FF"/>
    <a:srgbClr val="66FFFF"/>
    <a:srgbClr val="FF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9D9B869-BB2C-4014-8742-76A2F817DC75}" v="418" dt="2025-08-04T17:51:33.9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9447" autoAdjust="0"/>
    <p:restoredTop sz="94660"/>
  </p:normalViewPr>
  <p:slideViewPr>
    <p:cSldViewPr>
      <p:cViewPr>
        <p:scale>
          <a:sx n="125" d="100"/>
          <a:sy n="125" d="100"/>
        </p:scale>
        <p:origin x="72" y="-8794"/>
      </p:cViewPr>
      <p:guideLst>
        <p:guide orient="horz" pos="4354"/>
        <p:guide pos="14513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136" d="100"/>
          <a:sy n="136" d="100"/>
        </p:scale>
        <p:origin x="96" y="475"/>
      </p:cViewPr>
      <p:guideLst/>
    </p:cSldViewPr>
  </p:notes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ungkyun park" userId="f1574e86df6b37cf" providerId="LiveId" clId="{A9D9B869-BB2C-4014-8742-76A2F817DC75}"/>
    <pc:docChg chg="undo custSel addSld modSld modMainMaster">
      <pc:chgData name="seungkyun park" userId="f1574e86df6b37cf" providerId="LiveId" clId="{A9D9B869-BB2C-4014-8742-76A2F817DC75}" dt="2025-08-04T17:54:50.140" v="6867" actId="1036"/>
      <pc:docMkLst>
        <pc:docMk/>
      </pc:docMkLst>
      <pc:sldChg chg="addSp delSp modSp add mod setBg">
        <pc:chgData name="seungkyun park" userId="f1574e86df6b37cf" providerId="LiveId" clId="{A9D9B869-BB2C-4014-8742-76A2F817DC75}" dt="2025-08-04T10:16:14.283" v="5" actId="478"/>
        <pc:sldMkLst>
          <pc:docMk/>
          <pc:sldMk cId="2062567323" sldId="284"/>
        </pc:sldMkLst>
        <pc:spChg chg="mod">
          <ac:chgData name="seungkyun park" userId="f1574e86df6b37cf" providerId="LiveId" clId="{A9D9B869-BB2C-4014-8742-76A2F817DC75}" dt="2025-08-04T10:16:04.522" v="3" actId="165"/>
          <ac:spMkLst>
            <pc:docMk/>
            <pc:sldMk cId="2062567323" sldId="284"/>
            <ac:spMk id="3" creationId="{632B61F2-9D93-3D22-87E7-32103F43FCC0}"/>
          </ac:spMkLst>
        </pc:spChg>
        <pc:spChg chg="mod topLvl">
          <ac:chgData name="seungkyun park" userId="f1574e86df6b37cf" providerId="LiveId" clId="{A9D9B869-BB2C-4014-8742-76A2F817DC75}" dt="2025-08-04T10:16:04.522" v="3" actId="165"/>
          <ac:spMkLst>
            <pc:docMk/>
            <pc:sldMk cId="2062567323" sldId="284"/>
            <ac:spMk id="104" creationId="{8BEC05AA-77DA-DC8E-1796-2A9E732BD5F7}"/>
          </ac:spMkLst>
        </pc:spChg>
        <pc:spChg chg="add del">
          <ac:chgData name="seungkyun park" userId="f1574e86df6b37cf" providerId="LiveId" clId="{A9D9B869-BB2C-4014-8742-76A2F817DC75}" dt="2025-08-04T10:16:14.283" v="5" actId="478"/>
          <ac:spMkLst>
            <pc:docMk/>
            <pc:sldMk cId="2062567323" sldId="284"/>
            <ac:spMk id="147" creationId="{CA61BF82-6ADA-5FA1-C2ED-15E30E397D6B}"/>
          </ac:spMkLst>
        </pc:spChg>
        <pc:spChg chg="add del">
          <ac:chgData name="seungkyun park" userId="f1574e86df6b37cf" providerId="LiveId" clId="{A9D9B869-BB2C-4014-8742-76A2F817DC75}" dt="2025-08-04T10:16:14.283" v="5" actId="478"/>
          <ac:spMkLst>
            <pc:docMk/>
            <pc:sldMk cId="2062567323" sldId="284"/>
            <ac:spMk id="163" creationId="{CB1D60EF-C99B-7184-28E4-728FCEA29473}"/>
          </ac:spMkLst>
        </pc:spChg>
        <pc:spChg chg="add del">
          <ac:chgData name="seungkyun park" userId="f1574e86df6b37cf" providerId="LiveId" clId="{A9D9B869-BB2C-4014-8742-76A2F817DC75}" dt="2025-08-04T10:16:14.283" v="5" actId="478"/>
          <ac:spMkLst>
            <pc:docMk/>
            <pc:sldMk cId="2062567323" sldId="284"/>
            <ac:spMk id="207" creationId="{FA54F0FE-A4D6-F958-C3CC-6E56179FC042}"/>
          </ac:spMkLst>
        </pc:spChg>
        <pc:spChg chg="mod">
          <ac:chgData name="seungkyun park" userId="f1574e86df6b37cf" providerId="LiveId" clId="{A9D9B869-BB2C-4014-8742-76A2F817DC75}" dt="2025-08-04T10:16:04.522" v="3" actId="165"/>
          <ac:spMkLst>
            <pc:docMk/>
            <pc:sldMk cId="2062567323" sldId="284"/>
            <ac:spMk id="259" creationId="{603ACCCF-60CE-117D-0D1E-0BC8D4CA0545}"/>
          </ac:spMkLst>
        </pc:spChg>
        <pc:spChg chg="add del">
          <ac:chgData name="seungkyun park" userId="f1574e86df6b37cf" providerId="LiveId" clId="{A9D9B869-BB2C-4014-8742-76A2F817DC75}" dt="2025-08-04T10:16:14.283" v="5" actId="478"/>
          <ac:spMkLst>
            <pc:docMk/>
            <pc:sldMk cId="2062567323" sldId="284"/>
            <ac:spMk id="266" creationId="{9D8F49EB-0C85-8D60-3DE6-B3F09ED627DF}"/>
          </ac:spMkLst>
        </pc:spChg>
        <pc:spChg chg="mod">
          <ac:chgData name="seungkyun park" userId="f1574e86df6b37cf" providerId="LiveId" clId="{A9D9B869-BB2C-4014-8742-76A2F817DC75}" dt="2025-08-04T10:16:04.522" v="3" actId="165"/>
          <ac:spMkLst>
            <pc:docMk/>
            <pc:sldMk cId="2062567323" sldId="284"/>
            <ac:spMk id="275" creationId="{45B99973-7AD7-B12A-D1D5-E63C37F3459D}"/>
          </ac:spMkLst>
        </pc:spChg>
        <pc:spChg chg="add del">
          <ac:chgData name="seungkyun park" userId="f1574e86df6b37cf" providerId="LiveId" clId="{A9D9B869-BB2C-4014-8742-76A2F817DC75}" dt="2025-08-04T10:16:14.283" v="5" actId="478"/>
          <ac:spMkLst>
            <pc:docMk/>
            <pc:sldMk cId="2062567323" sldId="284"/>
            <ac:spMk id="298" creationId="{2DEBD839-0F37-0B04-4EFE-98D5FEB49EDC}"/>
          </ac:spMkLst>
        </pc:spChg>
        <pc:spChg chg="add del">
          <ac:chgData name="seungkyun park" userId="f1574e86df6b37cf" providerId="LiveId" clId="{A9D9B869-BB2C-4014-8742-76A2F817DC75}" dt="2025-08-04T10:16:14.283" v="5" actId="478"/>
          <ac:spMkLst>
            <pc:docMk/>
            <pc:sldMk cId="2062567323" sldId="284"/>
            <ac:spMk id="303" creationId="{9C359EB4-AD6C-1518-CF35-D3B2382E0892}"/>
          </ac:spMkLst>
        </pc:spChg>
        <pc:spChg chg="mod">
          <ac:chgData name="seungkyun park" userId="f1574e86df6b37cf" providerId="LiveId" clId="{A9D9B869-BB2C-4014-8742-76A2F817DC75}" dt="2025-08-04T10:16:04.522" v="3" actId="165"/>
          <ac:spMkLst>
            <pc:docMk/>
            <pc:sldMk cId="2062567323" sldId="284"/>
            <ac:spMk id="318" creationId="{CCAEDAEF-0FE1-3173-781E-D43412EAA9AF}"/>
          </ac:spMkLst>
        </pc:spChg>
        <pc:spChg chg="add del">
          <ac:chgData name="seungkyun park" userId="f1574e86df6b37cf" providerId="LiveId" clId="{A9D9B869-BB2C-4014-8742-76A2F817DC75}" dt="2025-08-04T10:16:14.283" v="5" actId="478"/>
          <ac:spMkLst>
            <pc:docMk/>
            <pc:sldMk cId="2062567323" sldId="284"/>
            <ac:spMk id="361" creationId="{74956D1B-E379-FD36-BEBE-15B399C0669F}"/>
          </ac:spMkLst>
        </pc:spChg>
        <pc:spChg chg="add del">
          <ac:chgData name="seungkyun park" userId="f1574e86df6b37cf" providerId="LiveId" clId="{A9D9B869-BB2C-4014-8742-76A2F817DC75}" dt="2025-08-04T10:16:14.283" v="5" actId="478"/>
          <ac:spMkLst>
            <pc:docMk/>
            <pc:sldMk cId="2062567323" sldId="284"/>
            <ac:spMk id="422" creationId="{EA556EBE-0E4E-D527-3693-42136C2738D6}"/>
          </ac:spMkLst>
        </pc:spChg>
        <pc:spChg chg="mod topLvl">
          <ac:chgData name="seungkyun park" userId="f1574e86df6b37cf" providerId="LiveId" clId="{A9D9B869-BB2C-4014-8742-76A2F817DC75}" dt="2025-08-04T10:16:04.522" v="3" actId="165"/>
          <ac:spMkLst>
            <pc:docMk/>
            <pc:sldMk cId="2062567323" sldId="284"/>
            <ac:spMk id="424" creationId="{1CD43AC8-D6E7-5B1A-68F4-2FA93F249615}"/>
          </ac:spMkLst>
        </pc:spChg>
        <pc:spChg chg="add del mod topLvl">
          <ac:chgData name="seungkyun park" userId="f1574e86df6b37cf" providerId="LiveId" clId="{A9D9B869-BB2C-4014-8742-76A2F817DC75}" dt="2025-08-04T10:16:14.283" v="5" actId="478"/>
          <ac:spMkLst>
            <pc:docMk/>
            <pc:sldMk cId="2062567323" sldId="284"/>
            <ac:spMk id="433" creationId="{CF86D268-8FA2-F579-1845-0AD747700D72}"/>
          </ac:spMkLst>
        </pc:spChg>
        <pc:spChg chg="mod topLvl">
          <ac:chgData name="seungkyun park" userId="f1574e86df6b37cf" providerId="LiveId" clId="{A9D9B869-BB2C-4014-8742-76A2F817DC75}" dt="2025-08-04T10:16:04.522" v="3" actId="165"/>
          <ac:spMkLst>
            <pc:docMk/>
            <pc:sldMk cId="2062567323" sldId="284"/>
            <ac:spMk id="435" creationId="{B35D42CD-884E-6F50-1DB6-F3302B72F550}"/>
          </ac:spMkLst>
        </pc:spChg>
        <pc:spChg chg="mod topLvl">
          <ac:chgData name="seungkyun park" userId="f1574e86df6b37cf" providerId="LiveId" clId="{A9D9B869-BB2C-4014-8742-76A2F817DC75}" dt="2025-08-04T10:16:04.522" v="3" actId="165"/>
          <ac:spMkLst>
            <pc:docMk/>
            <pc:sldMk cId="2062567323" sldId="284"/>
            <ac:spMk id="451" creationId="{DF1B80DB-169C-669B-BD99-C0E7A9110B83}"/>
          </ac:spMkLst>
        </pc:spChg>
        <pc:spChg chg="add del mod topLvl">
          <ac:chgData name="seungkyun park" userId="f1574e86df6b37cf" providerId="LiveId" clId="{A9D9B869-BB2C-4014-8742-76A2F817DC75}" dt="2025-08-04T10:16:14.283" v="5" actId="478"/>
          <ac:spMkLst>
            <pc:docMk/>
            <pc:sldMk cId="2062567323" sldId="284"/>
            <ac:spMk id="465" creationId="{A54A7A8C-3AC2-4F89-BD9F-AA12310A8C6C}"/>
          </ac:spMkLst>
        </pc:spChg>
      </pc:sldChg>
      <pc:sldChg chg="addSp delSp modSp add mod">
        <pc:chgData name="seungkyun park" userId="f1574e86df6b37cf" providerId="LiveId" clId="{A9D9B869-BB2C-4014-8742-76A2F817DC75}" dt="2025-08-04T17:54:50.140" v="6867" actId="1036"/>
        <pc:sldMkLst>
          <pc:docMk/>
          <pc:sldMk cId="4006008676" sldId="285"/>
        </pc:sldMkLst>
        <pc:spChg chg="add del mod">
          <ac:chgData name="seungkyun park" userId="f1574e86df6b37cf" providerId="LiveId" clId="{A9D9B869-BB2C-4014-8742-76A2F817DC75}" dt="2025-08-04T12:32:32.877" v="1473" actId="21"/>
          <ac:spMkLst>
            <pc:docMk/>
            <pc:sldMk cId="4006008676" sldId="285"/>
            <ac:spMk id="4" creationId="{EF69C276-6BAC-09FF-EC07-1FD2560845C6}"/>
          </ac:spMkLst>
        </pc:spChg>
        <pc:spChg chg="del">
          <ac:chgData name="seungkyun park" userId="f1574e86df6b37cf" providerId="LiveId" clId="{A9D9B869-BB2C-4014-8742-76A2F817DC75}" dt="2025-08-04T10:16:26.742" v="8" actId="478"/>
          <ac:spMkLst>
            <pc:docMk/>
            <pc:sldMk cId="4006008676" sldId="285"/>
            <ac:spMk id="19" creationId="{A972B3EF-943A-585B-DA18-92F9B95BB28C}"/>
          </ac:spMkLst>
        </pc:spChg>
        <pc:spChg chg="add del mod">
          <ac:chgData name="seungkyun park" userId="f1574e86df6b37cf" providerId="LiveId" clId="{A9D9B869-BB2C-4014-8742-76A2F817DC75}" dt="2025-08-04T12:32:32.877" v="1473" actId="21"/>
          <ac:spMkLst>
            <pc:docMk/>
            <pc:sldMk cId="4006008676" sldId="285"/>
            <ac:spMk id="25" creationId="{7F028915-9C73-6FB3-41AF-DB7A366237D2}"/>
          </ac:spMkLst>
        </pc:spChg>
        <pc:spChg chg="add del mod">
          <ac:chgData name="seungkyun park" userId="f1574e86df6b37cf" providerId="LiveId" clId="{A9D9B869-BB2C-4014-8742-76A2F817DC75}" dt="2025-08-04T17:40:47.418" v="6414" actId="14100"/>
          <ac:spMkLst>
            <pc:docMk/>
            <pc:sldMk cId="4006008676" sldId="285"/>
            <ac:spMk id="82" creationId="{7BD9DE22-D725-0B8B-878A-69F1F35685B9}"/>
          </ac:spMkLst>
        </pc:spChg>
        <pc:spChg chg="mod">
          <ac:chgData name="seungkyun park" userId="f1574e86df6b37cf" providerId="LiveId" clId="{A9D9B869-BB2C-4014-8742-76A2F817DC75}" dt="2025-08-04T17:53:45.338" v="6860" actId="14100"/>
          <ac:spMkLst>
            <pc:docMk/>
            <pc:sldMk cId="4006008676" sldId="285"/>
            <ac:spMk id="111" creationId="{7AA0546A-5F18-EBDE-C91F-AE23E48E66F2}"/>
          </ac:spMkLst>
        </pc:spChg>
        <pc:spChg chg="del">
          <ac:chgData name="seungkyun park" userId="f1574e86df6b37cf" providerId="LiveId" clId="{A9D9B869-BB2C-4014-8742-76A2F817DC75}" dt="2025-08-04T10:16:34.585" v="13" actId="478"/>
          <ac:spMkLst>
            <pc:docMk/>
            <pc:sldMk cId="4006008676" sldId="285"/>
            <ac:spMk id="114" creationId="{817B9961-4A0C-0988-2A32-D4F95C1BE579}"/>
          </ac:spMkLst>
        </pc:spChg>
        <pc:spChg chg="del mod">
          <ac:chgData name="seungkyun park" userId="f1574e86df6b37cf" providerId="LiveId" clId="{A9D9B869-BB2C-4014-8742-76A2F817DC75}" dt="2025-08-04T10:21:10.964" v="129" actId="478"/>
          <ac:spMkLst>
            <pc:docMk/>
            <pc:sldMk cId="4006008676" sldId="285"/>
            <ac:spMk id="115" creationId="{F972DA2E-163D-ADDE-3B40-3864B76D8955}"/>
          </ac:spMkLst>
        </pc:spChg>
        <pc:spChg chg="del mod">
          <ac:chgData name="seungkyun park" userId="f1574e86df6b37cf" providerId="LiveId" clId="{A9D9B869-BB2C-4014-8742-76A2F817DC75}" dt="2025-08-04T10:21:10.964" v="129" actId="478"/>
          <ac:spMkLst>
            <pc:docMk/>
            <pc:sldMk cId="4006008676" sldId="285"/>
            <ac:spMk id="116" creationId="{E363BFF2-80DD-37B9-BA08-97CB040DDDA9}"/>
          </ac:spMkLst>
        </pc:spChg>
        <pc:spChg chg="del mod">
          <ac:chgData name="seungkyun park" userId="f1574e86df6b37cf" providerId="LiveId" clId="{A9D9B869-BB2C-4014-8742-76A2F817DC75}" dt="2025-08-04T10:21:10.964" v="129" actId="478"/>
          <ac:spMkLst>
            <pc:docMk/>
            <pc:sldMk cId="4006008676" sldId="285"/>
            <ac:spMk id="118" creationId="{93CFCBB9-2097-C487-1861-9E33A1E6831C}"/>
          </ac:spMkLst>
        </pc:spChg>
        <pc:spChg chg="del mod">
          <ac:chgData name="seungkyun park" userId="f1574e86df6b37cf" providerId="LiveId" clId="{A9D9B869-BB2C-4014-8742-76A2F817DC75}" dt="2025-08-04T10:21:10.964" v="129" actId="478"/>
          <ac:spMkLst>
            <pc:docMk/>
            <pc:sldMk cId="4006008676" sldId="285"/>
            <ac:spMk id="119" creationId="{61887DBE-4A8F-412C-50F6-340FB0F28088}"/>
          </ac:spMkLst>
        </pc:spChg>
        <pc:spChg chg="del mod">
          <ac:chgData name="seungkyun park" userId="f1574e86df6b37cf" providerId="LiveId" clId="{A9D9B869-BB2C-4014-8742-76A2F817DC75}" dt="2025-08-04T10:21:10.964" v="129" actId="478"/>
          <ac:spMkLst>
            <pc:docMk/>
            <pc:sldMk cId="4006008676" sldId="285"/>
            <ac:spMk id="120" creationId="{D589FABD-7052-51D3-809E-BE0A98257B78}"/>
          </ac:spMkLst>
        </pc:spChg>
        <pc:spChg chg="del mod">
          <ac:chgData name="seungkyun park" userId="f1574e86df6b37cf" providerId="LiveId" clId="{A9D9B869-BB2C-4014-8742-76A2F817DC75}" dt="2025-08-04T10:21:10.964" v="129" actId="478"/>
          <ac:spMkLst>
            <pc:docMk/>
            <pc:sldMk cId="4006008676" sldId="285"/>
            <ac:spMk id="121" creationId="{44C11169-D1C8-740F-3C47-69D6C244F72B}"/>
          </ac:spMkLst>
        </pc:spChg>
        <pc:spChg chg="del mod">
          <ac:chgData name="seungkyun park" userId="f1574e86df6b37cf" providerId="LiveId" clId="{A9D9B869-BB2C-4014-8742-76A2F817DC75}" dt="2025-08-04T10:21:10.964" v="129" actId="478"/>
          <ac:spMkLst>
            <pc:docMk/>
            <pc:sldMk cId="4006008676" sldId="285"/>
            <ac:spMk id="123" creationId="{AAB7C4E7-86A4-8C43-B7EE-467E6069B070}"/>
          </ac:spMkLst>
        </pc:spChg>
        <pc:spChg chg="del">
          <ac:chgData name="seungkyun park" userId="f1574e86df6b37cf" providerId="LiveId" clId="{A9D9B869-BB2C-4014-8742-76A2F817DC75}" dt="2025-08-04T10:16:34.585" v="13" actId="478"/>
          <ac:spMkLst>
            <pc:docMk/>
            <pc:sldMk cId="4006008676" sldId="285"/>
            <ac:spMk id="124" creationId="{B0337687-2C88-60BA-947F-1497E3DD64EA}"/>
          </ac:spMkLst>
        </pc:spChg>
        <pc:spChg chg="del">
          <ac:chgData name="seungkyun park" userId="f1574e86df6b37cf" providerId="LiveId" clId="{A9D9B869-BB2C-4014-8742-76A2F817DC75}" dt="2025-08-04T10:16:34.585" v="13" actId="478"/>
          <ac:spMkLst>
            <pc:docMk/>
            <pc:sldMk cId="4006008676" sldId="285"/>
            <ac:spMk id="127" creationId="{87A2EF39-FDCF-11C3-FEFD-B2684DE90986}"/>
          </ac:spMkLst>
        </pc:spChg>
        <pc:spChg chg="del">
          <ac:chgData name="seungkyun park" userId="f1574e86df6b37cf" providerId="LiveId" clId="{A9D9B869-BB2C-4014-8742-76A2F817DC75}" dt="2025-08-04T10:16:34.585" v="13" actId="478"/>
          <ac:spMkLst>
            <pc:docMk/>
            <pc:sldMk cId="4006008676" sldId="285"/>
            <ac:spMk id="134" creationId="{9C3DC842-B220-00D6-E41E-8D838A109239}"/>
          </ac:spMkLst>
        </pc:spChg>
        <pc:spChg chg="del">
          <ac:chgData name="seungkyun park" userId="f1574e86df6b37cf" providerId="LiveId" clId="{A9D9B869-BB2C-4014-8742-76A2F817DC75}" dt="2025-08-04T10:16:34.585" v="13" actId="478"/>
          <ac:spMkLst>
            <pc:docMk/>
            <pc:sldMk cId="4006008676" sldId="285"/>
            <ac:spMk id="136" creationId="{AA9F8F8D-39A8-7D3F-E18F-AB45EC5EE769}"/>
          </ac:spMkLst>
        </pc:spChg>
        <pc:spChg chg="del">
          <ac:chgData name="seungkyun park" userId="f1574e86df6b37cf" providerId="LiveId" clId="{A9D9B869-BB2C-4014-8742-76A2F817DC75}" dt="2025-08-04T10:16:34.585" v="13" actId="478"/>
          <ac:spMkLst>
            <pc:docMk/>
            <pc:sldMk cId="4006008676" sldId="285"/>
            <ac:spMk id="137" creationId="{61204FF3-567A-2AC2-BE3E-B13B1E9DDF49}"/>
          </ac:spMkLst>
        </pc:spChg>
        <pc:spChg chg="del">
          <ac:chgData name="seungkyun park" userId="f1574e86df6b37cf" providerId="LiveId" clId="{A9D9B869-BB2C-4014-8742-76A2F817DC75}" dt="2025-08-04T10:16:34.585" v="13" actId="478"/>
          <ac:spMkLst>
            <pc:docMk/>
            <pc:sldMk cId="4006008676" sldId="285"/>
            <ac:spMk id="139" creationId="{3E7640C6-D035-AB29-A8BD-E11EDDF93578}"/>
          </ac:spMkLst>
        </pc:spChg>
        <pc:spChg chg="del">
          <ac:chgData name="seungkyun park" userId="f1574e86df6b37cf" providerId="LiveId" clId="{A9D9B869-BB2C-4014-8742-76A2F817DC75}" dt="2025-08-04T10:16:34.585" v="13" actId="478"/>
          <ac:spMkLst>
            <pc:docMk/>
            <pc:sldMk cId="4006008676" sldId="285"/>
            <ac:spMk id="140" creationId="{280F1E1C-FBC7-1008-B283-87B614CCDA4A}"/>
          </ac:spMkLst>
        </pc:spChg>
        <pc:spChg chg="del">
          <ac:chgData name="seungkyun park" userId="f1574e86df6b37cf" providerId="LiveId" clId="{A9D9B869-BB2C-4014-8742-76A2F817DC75}" dt="2025-08-04T10:16:34.585" v="13" actId="478"/>
          <ac:spMkLst>
            <pc:docMk/>
            <pc:sldMk cId="4006008676" sldId="285"/>
            <ac:spMk id="145" creationId="{389BC27E-B31B-27FF-CFAE-9A68F315EDE9}"/>
          </ac:spMkLst>
        </pc:spChg>
        <pc:spChg chg="del">
          <ac:chgData name="seungkyun park" userId="f1574e86df6b37cf" providerId="LiveId" clId="{A9D9B869-BB2C-4014-8742-76A2F817DC75}" dt="2025-08-04T10:16:26.742" v="8" actId="478"/>
          <ac:spMkLst>
            <pc:docMk/>
            <pc:sldMk cId="4006008676" sldId="285"/>
            <ac:spMk id="160" creationId="{CFA23828-662D-2149-2547-D3E031C65498}"/>
          </ac:spMkLst>
        </pc:spChg>
        <pc:spChg chg="del">
          <ac:chgData name="seungkyun park" userId="f1574e86df6b37cf" providerId="LiveId" clId="{A9D9B869-BB2C-4014-8742-76A2F817DC75}" dt="2025-08-04T10:16:26.742" v="8" actId="478"/>
          <ac:spMkLst>
            <pc:docMk/>
            <pc:sldMk cId="4006008676" sldId="285"/>
            <ac:spMk id="164" creationId="{264C8719-1FC4-7C10-5885-C0855779B9D2}"/>
          </ac:spMkLst>
        </pc:spChg>
        <pc:spChg chg="del">
          <ac:chgData name="seungkyun park" userId="f1574e86df6b37cf" providerId="LiveId" clId="{A9D9B869-BB2C-4014-8742-76A2F817DC75}" dt="2025-08-04T10:16:26.742" v="8" actId="478"/>
          <ac:spMkLst>
            <pc:docMk/>
            <pc:sldMk cId="4006008676" sldId="285"/>
            <ac:spMk id="180" creationId="{EA247B80-78C8-115E-4A7F-499DCFDA31FD}"/>
          </ac:spMkLst>
        </pc:spChg>
        <pc:spChg chg="del">
          <ac:chgData name="seungkyun park" userId="f1574e86df6b37cf" providerId="LiveId" clId="{A9D9B869-BB2C-4014-8742-76A2F817DC75}" dt="2025-08-04T10:16:26.742" v="8" actId="478"/>
          <ac:spMkLst>
            <pc:docMk/>
            <pc:sldMk cId="4006008676" sldId="285"/>
            <ac:spMk id="207" creationId="{18367B93-655B-7701-6C5E-D44AAAEFBE52}"/>
          </ac:spMkLst>
        </pc:spChg>
        <pc:spChg chg="del mod">
          <ac:chgData name="seungkyun park" userId="f1574e86df6b37cf" providerId="LiveId" clId="{A9D9B869-BB2C-4014-8742-76A2F817DC75}" dt="2025-08-04T12:32:00.576" v="1469" actId="21"/>
          <ac:spMkLst>
            <pc:docMk/>
            <pc:sldMk cId="4006008676" sldId="285"/>
            <ac:spMk id="261" creationId="{D8645A4E-EEFC-081D-A499-44569E91E833}"/>
          </ac:spMkLst>
        </pc:spChg>
        <pc:spChg chg="del mod">
          <ac:chgData name="seungkyun park" userId="f1574e86df6b37cf" providerId="LiveId" clId="{A9D9B869-BB2C-4014-8742-76A2F817DC75}" dt="2025-08-04T10:21:10.964" v="129" actId="478"/>
          <ac:spMkLst>
            <pc:docMk/>
            <pc:sldMk cId="4006008676" sldId="285"/>
            <ac:spMk id="265" creationId="{F68BB737-B5D4-EA8B-335A-4C1E944A99CA}"/>
          </ac:spMkLst>
        </pc:spChg>
        <pc:spChg chg="del">
          <ac:chgData name="seungkyun park" userId="f1574e86df6b37cf" providerId="LiveId" clId="{A9D9B869-BB2C-4014-8742-76A2F817DC75}" dt="2025-08-04T10:21:10.964" v="129" actId="478"/>
          <ac:spMkLst>
            <pc:docMk/>
            <pc:sldMk cId="4006008676" sldId="285"/>
            <ac:spMk id="266" creationId="{77A1BEDB-E957-3199-9726-13939F60FE9D}"/>
          </ac:spMkLst>
        </pc:spChg>
        <pc:spChg chg="mod">
          <ac:chgData name="seungkyun park" userId="f1574e86df6b37cf" providerId="LiveId" clId="{A9D9B869-BB2C-4014-8742-76A2F817DC75}" dt="2025-08-04T16:45:40.990" v="5712" actId="14100"/>
          <ac:spMkLst>
            <pc:docMk/>
            <pc:sldMk cId="4006008676" sldId="285"/>
            <ac:spMk id="284" creationId="{47D29F8C-D8E3-D640-3DB0-041A01E7B7F1}"/>
          </ac:spMkLst>
        </pc:spChg>
        <pc:spChg chg="del">
          <ac:chgData name="seungkyun park" userId="f1574e86df6b37cf" providerId="LiveId" clId="{A9D9B869-BB2C-4014-8742-76A2F817DC75}" dt="2025-08-04T10:16:34.585" v="13" actId="478"/>
          <ac:spMkLst>
            <pc:docMk/>
            <pc:sldMk cId="4006008676" sldId="285"/>
            <ac:spMk id="335" creationId="{6E2B9FDD-E706-FAEE-22C3-0D9945D585EB}"/>
          </ac:spMkLst>
        </pc:spChg>
        <pc:spChg chg="del">
          <ac:chgData name="seungkyun park" userId="f1574e86df6b37cf" providerId="LiveId" clId="{A9D9B869-BB2C-4014-8742-76A2F817DC75}" dt="2025-08-04T10:16:23.391" v="7" actId="478"/>
          <ac:spMkLst>
            <pc:docMk/>
            <pc:sldMk cId="4006008676" sldId="285"/>
            <ac:spMk id="336" creationId="{79688CBD-FF74-CB1F-C4CE-A65DB218B177}"/>
          </ac:spMkLst>
        </pc:spChg>
        <pc:spChg chg="del">
          <ac:chgData name="seungkyun park" userId="f1574e86df6b37cf" providerId="LiveId" clId="{A9D9B869-BB2C-4014-8742-76A2F817DC75}" dt="2025-08-04T10:16:23.391" v="7" actId="478"/>
          <ac:spMkLst>
            <pc:docMk/>
            <pc:sldMk cId="4006008676" sldId="285"/>
            <ac:spMk id="373" creationId="{D5C629F4-1A00-0BAA-ADA0-CC6F86324615}"/>
          </ac:spMkLst>
        </pc:spChg>
        <pc:spChg chg="add del mod">
          <ac:chgData name="seungkyun park" userId="f1574e86df6b37cf" providerId="LiveId" clId="{A9D9B869-BB2C-4014-8742-76A2F817DC75}" dt="2025-08-04T13:24:26.672" v="2502" actId="478"/>
          <ac:spMkLst>
            <pc:docMk/>
            <pc:sldMk cId="4006008676" sldId="285"/>
            <ac:spMk id="374" creationId="{68C3696E-0DAD-A04B-436B-F3DD34DBB376}"/>
          </ac:spMkLst>
        </pc:spChg>
        <pc:spChg chg="del">
          <ac:chgData name="seungkyun park" userId="f1574e86df6b37cf" providerId="LiveId" clId="{A9D9B869-BB2C-4014-8742-76A2F817DC75}" dt="2025-08-04T10:16:23.391" v="7" actId="478"/>
          <ac:spMkLst>
            <pc:docMk/>
            <pc:sldMk cId="4006008676" sldId="285"/>
            <ac:spMk id="379" creationId="{657907BD-4876-7FEC-5CCB-676146AF1A96}"/>
          </ac:spMkLst>
        </pc:spChg>
        <pc:spChg chg="del">
          <ac:chgData name="seungkyun park" userId="f1574e86df6b37cf" providerId="LiveId" clId="{A9D9B869-BB2C-4014-8742-76A2F817DC75}" dt="2025-08-04T10:16:23.391" v="7" actId="478"/>
          <ac:spMkLst>
            <pc:docMk/>
            <pc:sldMk cId="4006008676" sldId="285"/>
            <ac:spMk id="381" creationId="{B58C6FEA-5AFE-860D-7EFC-A29C93526F77}"/>
          </ac:spMkLst>
        </pc:spChg>
        <pc:spChg chg="del">
          <ac:chgData name="seungkyun park" userId="f1574e86df6b37cf" providerId="LiveId" clId="{A9D9B869-BB2C-4014-8742-76A2F817DC75}" dt="2025-08-04T10:16:23.391" v="7" actId="478"/>
          <ac:spMkLst>
            <pc:docMk/>
            <pc:sldMk cId="4006008676" sldId="285"/>
            <ac:spMk id="389" creationId="{5445845A-2433-435B-8657-A683930C90BA}"/>
          </ac:spMkLst>
        </pc:spChg>
        <pc:spChg chg="del">
          <ac:chgData name="seungkyun park" userId="f1574e86df6b37cf" providerId="LiveId" clId="{A9D9B869-BB2C-4014-8742-76A2F817DC75}" dt="2025-08-04T10:16:23.391" v="7" actId="478"/>
          <ac:spMkLst>
            <pc:docMk/>
            <pc:sldMk cId="4006008676" sldId="285"/>
            <ac:spMk id="414" creationId="{840372C7-B8E6-CDC6-1E66-5DFC41F6D028}"/>
          </ac:spMkLst>
        </pc:spChg>
        <pc:spChg chg="del">
          <ac:chgData name="seungkyun park" userId="f1574e86df6b37cf" providerId="LiveId" clId="{A9D9B869-BB2C-4014-8742-76A2F817DC75}" dt="2025-08-04T10:16:26.742" v="8" actId="478"/>
          <ac:spMkLst>
            <pc:docMk/>
            <pc:sldMk cId="4006008676" sldId="285"/>
            <ac:spMk id="418" creationId="{5F52FEFF-CA8C-6EE2-7E79-78EB06F10FCA}"/>
          </ac:spMkLst>
        </pc:spChg>
        <pc:spChg chg="del">
          <ac:chgData name="seungkyun park" userId="f1574e86df6b37cf" providerId="LiveId" clId="{A9D9B869-BB2C-4014-8742-76A2F817DC75}" dt="2025-08-04T10:16:26.742" v="8" actId="478"/>
          <ac:spMkLst>
            <pc:docMk/>
            <pc:sldMk cId="4006008676" sldId="285"/>
            <ac:spMk id="421" creationId="{6C3610DA-7C06-7FE9-B42B-383774984FAA}"/>
          </ac:spMkLst>
        </pc:spChg>
        <pc:spChg chg="del">
          <ac:chgData name="seungkyun park" userId="f1574e86df6b37cf" providerId="LiveId" clId="{A9D9B869-BB2C-4014-8742-76A2F817DC75}" dt="2025-08-04T10:16:26.742" v="8" actId="478"/>
          <ac:spMkLst>
            <pc:docMk/>
            <pc:sldMk cId="4006008676" sldId="285"/>
            <ac:spMk id="433" creationId="{0384A7AD-0789-443F-065D-46568980CB4A}"/>
          </ac:spMkLst>
        </pc:spChg>
        <pc:spChg chg="del">
          <ac:chgData name="seungkyun park" userId="f1574e86df6b37cf" providerId="LiveId" clId="{A9D9B869-BB2C-4014-8742-76A2F817DC75}" dt="2025-08-04T10:16:26.742" v="8" actId="478"/>
          <ac:spMkLst>
            <pc:docMk/>
            <pc:sldMk cId="4006008676" sldId="285"/>
            <ac:spMk id="442" creationId="{F2B1DB09-F5DB-E8A0-5D1D-BEC737FDD32F}"/>
          </ac:spMkLst>
        </pc:spChg>
        <pc:spChg chg="del">
          <ac:chgData name="seungkyun park" userId="f1574e86df6b37cf" providerId="LiveId" clId="{A9D9B869-BB2C-4014-8742-76A2F817DC75}" dt="2025-08-04T10:16:26.742" v="8" actId="478"/>
          <ac:spMkLst>
            <pc:docMk/>
            <pc:sldMk cId="4006008676" sldId="285"/>
            <ac:spMk id="445" creationId="{9512B2E2-2486-58C8-52AC-F14DBEAD7531}"/>
          </ac:spMkLst>
        </pc:spChg>
        <pc:spChg chg="add del mod">
          <ac:chgData name="seungkyun park" userId="f1574e86df6b37cf" providerId="LiveId" clId="{A9D9B869-BB2C-4014-8742-76A2F817DC75}" dt="2025-08-04T13:27:09.428" v="2562" actId="478"/>
          <ac:spMkLst>
            <pc:docMk/>
            <pc:sldMk cId="4006008676" sldId="285"/>
            <ac:spMk id="447" creationId="{7E982AB0-C80A-61A3-4F5F-DBCF65DF301D}"/>
          </ac:spMkLst>
        </pc:spChg>
        <pc:spChg chg="del">
          <ac:chgData name="seungkyun park" userId="f1574e86df6b37cf" providerId="LiveId" clId="{A9D9B869-BB2C-4014-8742-76A2F817DC75}" dt="2025-08-04T10:16:23.391" v="7" actId="478"/>
          <ac:spMkLst>
            <pc:docMk/>
            <pc:sldMk cId="4006008676" sldId="285"/>
            <ac:spMk id="451" creationId="{E548E280-6692-971C-C8EF-BDB759984B57}"/>
          </ac:spMkLst>
        </pc:spChg>
        <pc:spChg chg="mod">
          <ac:chgData name="seungkyun park" userId="f1574e86df6b37cf" providerId="LiveId" clId="{A9D9B869-BB2C-4014-8742-76A2F817DC75}" dt="2025-08-04T10:23:26.249" v="369" actId="20577"/>
          <ac:spMkLst>
            <pc:docMk/>
            <pc:sldMk cId="4006008676" sldId="285"/>
            <ac:spMk id="452" creationId="{A438CBF9-48D5-5B7B-552B-1B0A85F3D0EB}"/>
          </ac:spMkLst>
        </pc:spChg>
        <pc:spChg chg="add del mod">
          <ac:chgData name="seungkyun park" userId="f1574e86df6b37cf" providerId="LiveId" clId="{A9D9B869-BB2C-4014-8742-76A2F817DC75}" dt="2025-08-04T12:32:32.877" v="1473" actId="21"/>
          <ac:spMkLst>
            <pc:docMk/>
            <pc:sldMk cId="4006008676" sldId="285"/>
            <ac:spMk id="453" creationId="{AEC35E40-7074-93C7-25A1-DEDD7FDA61E5}"/>
          </ac:spMkLst>
        </pc:spChg>
        <pc:spChg chg="del">
          <ac:chgData name="seungkyun park" userId="f1574e86df6b37cf" providerId="LiveId" clId="{A9D9B869-BB2C-4014-8742-76A2F817DC75}" dt="2025-08-04T10:16:23.391" v="7" actId="478"/>
          <ac:spMkLst>
            <pc:docMk/>
            <pc:sldMk cId="4006008676" sldId="285"/>
            <ac:spMk id="483" creationId="{7CB4800E-F0F7-3D82-2B57-B0B5E154BA9D}"/>
          </ac:spMkLst>
        </pc:spChg>
        <pc:spChg chg="del">
          <ac:chgData name="seungkyun park" userId="f1574e86df6b37cf" providerId="LiveId" clId="{A9D9B869-BB2C-4014-8742-76A2F817DC75}" dt="2025-08-04T10:16:23.391" v="7" actId="478"/>
          <ac:spMkLst>
            <pc:docMk/>
            <pc:sldMk cId="4006008676" sldId="285"/>
            <ac:spMk id="485" creationId="{1C26D4F6-5857-8BB4-A901-3256D30BEF5E}"/>
          </ac:spMkLst>
        </pc:spChg>
        <pc:spChg chg="del">
          <ac:chgData name="seungkyun park" userId="f1574e86df6b37cf" providerId="LiveId" clId="{A9D9B869-BB2C-4014-8742-76A2F817DC75}" dt="2025-08-04T10:16:23.391" v="7" actId="478"/>
          <ac:spMkLst>
            <pc:docMk/>
            <pc:sldMk cId="4006008676" sldId="285"/>
            <ac:spMk id="494" creationId="{1644C2B0-7DC4-38E1-24C7-313D817A0A01}"/>
          </ac:spMkLst>
        </pc:spChg>
        <pc:spChg chg="add del mod">
          <ac:chgData name="seungkyun park" userId="f1574e86df6b37cf" providerId="LiveId" clId="{A9D9B869-BB2C-4014-8742-76A2F817DC75}" dt="2025-08-04T12:32:32.877" v="1473" actId="21"/>
          <ac:spMkLst>
            <pc:docMk/>
            <pc:sldMk cId="4006008676" sldId="285"/>
            <ac:spMk id="502" creationId="{C1F51963-A882-6960-F781-F96728600CFB}"/>
          </ac:spMkLst>
        </pc:spChg>
        <pc:spChg chg="add del mod">
          <ac:chgData name="seungkyun park" userId="f1574e86df6b37cf" providerId="LiveId" clId="{A9D9B869-BB2C-4014-8742-76A2F817DC75}" dt="2025-08-04T12:32:32.877" v="1473" actId="21"/>
          <ac:spMkLst>
            <pc:docMk/>
            <pc:sldMk cId="4006008676" sldId="285"/>
            <ac:spMk id="504" creationId="{219E30D6-8AD5-7897-97D4-2C64EEF47236}"/>
          </ac:spMkLst>
        </pc:spChg>
        <pc:spChg chg="add del mod">
          <ac:chgData name="seungkyun park" userId="f1574e86df6b37cf" providerId="LiveId" clId="{A9D9B869-BB2C-4014-8742-76A2F817DC75}" dt="2025-08-04T12:32:32.877" v="1473" actId="21"/>
          <ac:spMkLst>
            <pc:docMk/>
            <pc:sldMk cId="4006008676" sldId="285"/>
            <ac:spMk id="506" creationId="{A41E3BE0-2B62-764D-27D2-8942EE1B6315}"/>
          </ac:spMkLst>
        </pc:spChg>
        <pc:spChg chg="add mod">
          <ac:chgData name="seungkyun park" userId="f1574e86df6b37cf" providerId="LiveId" clId="{A9D9B869-BB2C-4014-8742-76A2F817DC75}" dt="2025-08-04T15:52:00.355" v="4705" actId="14100"/>
          <ac:spMkLst>
            <pc:docMk/>
            <pc:sldMk cId="4006008676" sldId="285"/>
            <ac:spMk id="508" creationId="{FE5C21AA-9893-18B1-7E44-60A1941C7830}"/>
          </ac:spMkLst>
        </pc:spChg>
        <pc:spChg chg="add mod">
          <ac:chgData name="seungkyun park" userId="f1574e86df6b37cf" providerId="LiveId" clId="{A9D9B869-BB2C-4014-8742-76A2F817DC75}" dt="2025-08-04T15:50:35.739" v="4673" actId="1038"/>
          <ac:spMkLst>
            <pc:docMk/>
            <pc:sldMk cId="4006008676" sldId="285"/>
            <ac:spMk id="509" creationId="{8E43E2FD-D220-AA6E-71F0-8558935A75D3}"/>
          </ac:spMkLst>
        </pc:spChg>
        <pc:spChg chg="add mod">
          <ac:chgData name="seungkyun park" userId="f1574e86df6b37cf" providerId="LiveId" clId="{A9D9B869-BB2C-4014-8742-76A2F817DC75}" dt="2025-08-04T15:50:35.739" v="4673" actId="1038"/>
          <ac:spMkLst>
            <pc:docMk/>
            <pc:sldMk cId="4006008676" sldId="285"/>
            <ac:spMk id="510" creationId="{387C6031-1310-38B7-08E8-0ABCFBE87BB7}"/>
          </ac:spMkLst>
        </pc:spChg>
        <pc:spChg chg="add mod">
          <ac:chgData name="seungkyun park" userId="f1574e86df6b37cf" providerId="LiveId" clId="{A9D9B869-BB2C-4014-8742-76A2F817DC75}" dt="2025-08-04T15:50:20.192" v="4667" actId="1037"/>
          <ac:spMkLst>
            <pc:docMk/>
            <pc:sldMk cId="4006008676" sldId="285"/>
            <ac:spMk id="513" creationId="{D8645A4E-EEFC-081D-A499-44569E91E833}"/>
          </ac:spMkLst>
        </pc:spChg>
        <pc:spChg chg="add mod">
          <ac:chgData name="seungkyun park" userId="f1574e86df6b37cf" providerId="LiveId" clId="{A9D9B869-BB2C-4014-8742-76A2F817DC75}" dt="2025-08-04T15:50:20.192" v="4667" actId="1037"/>
          <ac:spMkLst>
            <pc:docMk/>
            <pc:sldMk cId="4006008676" sldId="285"/>
            <ac:spMk id="514" creationId="{EF69C276-6BAC-09FF-EC07-1FD2560845C6}"/>
          </ac:spMkLst>
        </pc:spChg>
        <pc:spChg chg="add mod">
          <ac:chgData name="seungkyun park" userId="f1574e86df6b37cf" providerId="LiveId" clId="{A9D9B869-BB2C-4014-8742-76A2F817DC75}" dt="2025-08-04T15:50:20.192" v="4667" actId="1037"/>
          <ac:spMkLst>
            <pc:docMk/>
            <pc:sldMk cId="4006008676" sldId="285"/>
            <ac:spMk id="515" creationId="{7F028915-9C73-6FB3-41AF-DB7A366237D2}"/>
          </ac:spMkLst>
        </pc:spChg>
        <pc:spChg chg="add mod">
          <ac:chgData name="seungkyun park" userId="f1574e86df6b37cf" providerId="LiveId" clId="{A9D9B869-BB2C-4014-8742-76A2F817DC75}" dt="2025-08-04T15:38:06.391" v="4457" actId="1035"/>
          <ac:spMkLst>
            <pc:docMk/>
            <pc:sldMk cId="4006008676" sldId="285"/>
            <ac:spMk id="516" creationId="{AEC35E40-7074-93C7-25A1-DEDD7FDA61E5}"/>
          </ac:spMkLst>
        </pc:spChg>
        <pc:spChg chg="add mod">
          <ac:chgData name="seungkyun park" userId="f1574e86df6b37cf" providerId="LiveId" clId="{A9D9B869-BB2C-4014-8742-76A2F817DC75}" dt="2025-08-04T15:36:56.740" v="4378" actId="1035"/>
          <ac:spMkLst>
            <pc:docMk/>
            <pc:sldMk cId="4006008676" sldId="285"/>
            <ac:spMk id="517" creationId="{C1F51963-A882-6960-F781-F96728600CFB}"/>
          </ac:spMkLst>
        </pc:spChg>
        <pc:spChg chg="add mod">
          <ac:chgData name="seungkyun park" userId="f1574e86df6b37cf" providerId="LiveId" clId="{A9D9B869-BB2C-4014-8742-76A2F817DC75}" dt="2025-08-04T15:36:56.740" v="4378" actId="1035"/>
          <ac:spMkLst>
            <pc:docMk/>
            <pc:sldMk cId="4006008676" sldId="285"/>
            <ac:spMk id="518" creationId="{219E30D6-8AD5-7897-97D4-2C64EEF47236}"/>
          </ac:spMkLst>
        </pc:spChg>
        <pc:spChg chg="add mod">
          <ac:chgData name="seungkyun park" userId="f1574e86df6b37cf" providerId="LiveId" clId="{A9D9B869-BB2C-4014-8742-76A2F817DC75}" dt="2025-08-04T15:50:20.192" v="4667" actId="1037"/>
          <ac:spMkLst>
            <pc:docMk/>
            <pc:sldMk cId="4006008676" sldId="285"/>
            <ac:spMk id="519" creationId="{A41E3BE0-2B62-764D-27D2-8942EE1B6315}"/>
          </ac:spMkLst>
        </pc:spChg>
        <pc:spChg chg="add mod">
          <ac:chgData name="seungkyun park" userId="f1574e86df6b37cf" providerId="LiveId" clId="{A9D9B869-BB2C-4014-8742-76A2F817DC75}" dt="2025-08-04T12:34:25.076" v="1643" actId="571"/>
          <ac:spMkLst>
            <pc:docMk/>
            <pc:sldMk cId="4006008676" sldId="285"/>
            <ac:spMk id="526" creationId="{2CB602F8-1A58-92D2-89D2-B9371C7F8085}"/>
          </ac:spMkLst>
        </pc:spChg>
        <pc:spChg chg="add mod">
          <ac:chgData name="seungkyun park" userId="f1574e86df6b37cf" providerId="LiveId" clId="{A9D9B869-BB2C-4014-8742-76A2F817DC75}" dt="2025-08-04T12:34:25.076" v="1643" actId="571"/>
          <ac:spMkLst>
            <pc:docMk/>
            <pc:sldMk cId="4006008676" sldId="285"/>
            <ac:spMk id="527" creationId="{B83D994A-D56B-C399-E9AA-FFC58E3C9618}"/>
          </ac:spMkLst>
        </pc:spChg>
        <pc:spChg chg="add mod">
          <ac:chgData name="seungkyun park" userId="f1574e86df6b37cf" providerId="LiveId" clId="{A9D9B869-BB2C-4014-8742-76A2F817DC75}" dt="2025-08-04T15:50:51.873" v="4682" actId="1037"/>
          <ac:spMkLst>
            <pc:docMk/>
            <pc:sldMk cId="4006008676" sldId="285"/>
            <ac:spMk id="528" creationId="{D2FFAE6F-7AC9-EBE5-8CFB-C6568BCF694C}"/>
          </ac:spMkLst>
        </pc:spChg>
        <pc:spChg chg="add mod">
          <ac:chgData name="seungkyun park" userId="f1574e86df6b37cf" providerId="LiveId" clId="{A9D9B869-BB2C-4014-8742-76A2F817DC75}" dt="2025-08-04T15:50:20.192" v="4667" actId="1037"/>
          <ac:spMkLst>
            <pc:docMk/>
            <pc:sldMk cId="4006008676" sldId="285"/>
            <ac:spMk id="529" creationId="{3B20DD34-E487-1D56-6331-97B7E508DA75}"/>
          </ac:spMkLst>
        </pc:spChg>
        <pc:spChg chg="add mod">
          <ac:chgData name="seungkyun park" userId="f1574e86df6b37cf" providerId="LiveId" clId="{A9D9B869-BB2C-4014-8742-76A2F817DC75}" dt="2025-08-04T15:27:08.450" v="3763" actId="1036"/>
          <ac:spMkLst>
            <pc:docMk/>
            <pc:sldMk cId="4006008676" sldId="285"/>
            <ac:spMk id="530" creationId="{037CB1D5-59DD-A861-897F-676408A54874}"/>
          </ac:spMkLst>
        </pc:spChg>
        <pc:spChg chg="add mod">
          <ac:chgData name="seungkyun park" userId="f1574e86df6b37cf" providerId="LiveId" clId="{A9D9B869-BB2C-4014-8742-76A2F817DC75}" dt="2025-08-04T12:37:28.120" v="1871" actId="6549"/>
          <ac:spMkLst>
            <pc:docMk/>
            <pc:sldMk cId="4006008676" sldId="285"/>
            <ac:spMk id="531" creationId="{665D9E72-754E-F8CD-75C9-C8E2393A1E43}"/>
          </ac:spMkLst>
        </pc:spChg>
        <pc:spChg chg="add mod">
          <ac:chgData name="seungkyun park" userId="f1574e86df6b37cf" providerId="LiveId" clId="{A9D9B869-BB2C-4014-8742-76A2F817DC75}" dt="2025-08-04T12:37:52.863" v="1927"/>
          <ac:spMkLst>
            <pc:docMk/>
            <pc:sldMk cId="4006008676" sldId="285"/>
            <ac:spMk id="532" creationId="{F9226A73-F218-CF22-B8B7-2050DC342387}"/>
          </ac:spMkLst>
        </pc:spChg>
        <pc:spChg chg="add mod">
          <ac:chgData name="seungkyun park" userId="f1574e86df6b37cf" providerId="LiveId" clId="{A9D9B869-BB2C-4014-8742-76A2F817DC75}" dt="2025-08-04T15:06:01.190" v="2958" actId="12788"/>
          <ac:spMkLst>
            <pc:docMk/>
            <pc:sldMk cId="4006008676" sldId="285"/>
            <ac:spMk id="533" creationId="{19A22818-B659-E3BD-B0B4-4F15D1A042CB}"/>
          </ac:spMkLst>
        </pc:spChg>
        <pc:spChg chg="add mod">
          <ac:chgData name="seungkyun park" userId="f1574e86df6b37cf" providerId="LiveId" clId="{A9D9B869-BB2C-4014-8742-76A2F817DC75}" dt="2025-08-04T15:53:11.259" v="4722" actId="14100"/>
          <ac:spMkLst>
            <pc:docMk/>
            <pc:sldMk cId="4006008676" sldId="285"/>
            <ac:spMk id="534" creationId="{C694A102-A62E-162D-EE1F-5DD609078C7E}"/>
          </ac:spMkLst>
        </pc:spChg>
        <pc:spChg chg="add del mod">
          <ac:chgData name="seungkyun park" userId="f1574e86df6b37cf" providerId="LiveId" clId="{A9D9B869-BB2C-4014-8742-76A2F817DC75}" dt="2025-08-04T12:50:16.364" v="2167" actId="478"/>
          <ac:spMkLst>
            <pc:docMk/>
            <pc:sldMk cId="4006008676" sldId="285"/>
            <ac:spMk id="535" creationId="{7EB2D4D8-0357-DF74-C1E3-E96626A50627}"/>
          </ac:spMkLst>
        </pc:spChg>
        <pc:spChg chg="add mod">
          <ac:chgData name="seungkyun park" userId="f1574e86df6b37cf" providerId="LiveId" clId="{A9D9B869-BB2C-4014-8742-76A2F817DC75}" dt="2025-08-04T15:57:47.267" v="4820" actId="404"/>
          <ac:spMkLst>
            <pc:docMk/>
            <pc:sldMk cId="4006008676" sldId="285"/>
            <ac:spMk id="536" creationId="{F4FA8A09-B0F0-2035-5A99-5E8A7A660D34}"/>
          </ac:spMkLst>
        </pc:spChg>
        <pc:spChg chg="add mod">
          <ac:chgData name="seungkyun park" userId="f1574e86df6b37cf" providerId="LiveId" clId="{A9D9B869-BB2C-4014-8742-76A2F817DC75}" dt="2025-08-04T17:19:19.343" v="6301" actId="1037"/>
          <ac:spMkLst>
            <pc:docMk/>
            <pc:sldMk cId="4006008676" sldId="285"/>
            <ac:spMk id="537" creationId="{41C7643C-CD39-332E-EC22-3D1309858475}"/>
          </ac:spMkLst>
        </pc:spChg>
        <pc:spChg chg="add mod">
          <ac:chgData name="seungkyun park" userId="f1574e86df6b37cf" providerId="LiveId" clId="{A9D9B869-BB2C-4014-8742-76A2F817DC75}" dt="2025-08-04T15:53:22.061" v="4728" actId="1037"/>
          <ac:spMkLst>
            <pc:docMk/>
            <pc:sldMk cId="4006008676" sldId="285"/>
            <ac:spMk id="538" creationId="{3502D4CB-CD80-D7C5-FCEB-12ACCDBE38F7}"/>
          </ac:spMkLst>
        </pc:spChg>
        <pc:spChg chg="add mod">
          <ac:chgData name="seungkyun park" userId="f1574e86df6b37cf" providerId="LiveId" clId="{A9D9B869-BB2C-4014-8742-76A2F817DC75}" dt="2025-08-04T15:57:31.488" v="4771" actId="20577"/>
          <ac:spMkLst>
            <pc:docMk/>
            <pc:sldMk cId="4006008676" sldId="285"/>
            <ac:spMk id="539" creationId="{2B7DF10D-BC00-7988-D143-5E378DBC258A}"/>
          </ac:spMkLst>
        </pc:spChg>
        <pc:spChg chg="add mod">
          <ac:chgData name="seungkyun park" userId="f1574e86df6b37cf" providerId="LiveId" clId="{A9D9B869-BB2C-4014-8742-76A2F817DC75}" dt="2025-08-04T15:58:54.584" v="4821" actId="1076"/>
          <ac:spMkLst>
            <pc:docMk/>
            <pc:sldMk cId="4006008676" sldId="285"/>
            <ac:spMk id="541" creationId="{1B207C74-98C6-73D8-8E5D-D42E61B69101}"/>
          </ac:spMkLst>
        </pc:spChg>
        <pc:spChg chg="add mod">
          <ac:chgData name="seungkyun park" userId="f1574e86df6b37cf" providerId="LiveId" clId="{A9D9B869-BB2C-4014-8742-76A2F817DC75}" dt="2025-08-04T15:58:54.584" v="4821" actId="1076"/>
          <ac:spMkLst>
            <pc:docMk/>
            <pc:sldMk cId="4006008676" sldId="285"/>
            <ac:spMk id="542" creationId="{948CF68C-3739-245D-302B-B181A73FC07B}"/>
          </ac:spMkLst>
        </pc:spChg>
        <pc:spChg chg="add mod">
          <ac:chgData name="seungkyun park" userId="f1574e86df6b37cf" providerId="LiveId" clId="{A9D9B869-BB2C-4014-8742-76A2F817DC75}" dt="2025-08-04T15:58:54.584" v="4821" actId="1076"/>
          <ac:spMkLst>
            <pc:docMk/>
            <pc:sldMk cId="4006008676" sldId="285"/>
            <ac:spMk id="544" creationId="{0197B6DD-6A02-1908-9732-CC9CAD850CD4}"/>
          </ac:spMkLst>
        </pc:spChg>
        <pc:spChg chg="add del mod">
          <ac:chgData name="seungkyun park" userId="f1574e86df6b37cf" providerId="LiveId" clId="{A9D9B869-BB2C-4014-8742-76A2F817DC75}" dt="2025-08-04T13:28:01.421" v="2570" actId="478"/>
          <ac:spMkLst>
            <pc:docMk/>
            <pc:sldMk cId="4006008676" sldId="285"/>
            <ac:spMk id="545" creationId="{D5134F63-53AE-77C2-9F35-4292733E40F8}"/>
          </ac:spMkLst>
        </pc:spChg>
        <pc:spChg chg="add mod">
          <ac:chgData name="seungkyun park" userId="f1574e86df6b37cf" providerId="LiveId" clId="{A9D9B869-BB2C-4014-8742-76A2F817DC75}" dt="2025-08-04T15:58:54.584" v="4821" actId="1076"/>
          <ac:spMkLst>
            <pc:docMk/>
            <pc:sldMk cId="4006008676" sldId="285"/>
            <ac:spMk id="546" creationId="{BCA2E91F-A8ED-6AEE-EBC1-17E1A22A6BB0}"/>
          </ac:spMkLst>
        </pc:spChg>
        <pc:spChg chg="add del mod">
          <ac:chgData name="seungkyun park" userId="f1574e86df6b37cf" providerId="LiveId" clId="{A9D9B869-BB2C-4014-8742-76A2F817DC75}" dt="2025-08-04T13:28:01.421" v="2570" actId="478"/>
          <ac:spMkLst>
            <pc:docMk/>
            <pc:sldMk cId="4006008676" sldId="285"/>
            <ac:spMk id="547" creationId="{BC6FDE9D-1B36-B41D-ACAE-9806F1B7E40A}"/>
          </ac:spMkLst>
        </pc:spChg>
        <pc:spChg chg="add del mod">
          <ac:chgData name="seungkyun park" userId="f1574e86df6b37cf" providerId="LiveId" clId="{A9D9B869-BB2C-4014-8742-76A2F817DC75}" dt="2025-08-04T13:28:01.421" v="2570" actId="478"/>
          <ac:spMkLst>
            <pc:docMk/>
            <pc:sldMk cId="4006008676" sldId="285"/>
            <ac:spMk id="548" creationId="{033327B2-12A2-9635-7C92-88A77A719D41}"/>
          </ac:spMkLst>
        </pc:spChg>
        <pc:spChg chg="add mod">
          <ac:chgData name="seungkyun park" userId="f1574e86df6b37cf" providerId="LiveId" clId="{A9D9B869-BB2C-4014-8742-76A2F817DC75}" dt="2025-08-04T15:53:22.061" v="4728" actId="1037"/>
          <ac:spMkLst>
            <pc:docMk/>
            <pc:sldMk cId="4006008676" sldId="285"/>
            <ac:spMk id="550" creationId="{3A942312-2A88-0FF9-2AD2-62BCB946FE39}"/>
          </ac:spMkLst>
        </pc:spChg>
        <pc:spChg chg="add mod">
          <ac:chgData name="seungkyun park" userId="f1574e86df6b37cf" providerId="LiveId" clId="{A9D9B869-BB2C-4014-8742-76A2F817DC75}" dt="2025-08-04T17:40:29.889" v="6401" actId="1035"/>
          <ac:spMkLst>
            <pc:docMk/>
            <pc:sldMk cId="4006008676" sldId="285"/>
            <ac:spMk id="551" creationId="{4867478A-BAF9-670C-D5AC-8D8D1FC0E746}"/>
          </ac:spMkLst>
        </pc:spChg>
        <pc:spChg chg="add mod">
          <ac:chgData name="seungkyun park" userId="f1574e86df6b37cf" providerId="LiveId" clId="{A9D9B869-BB2C-4014-8742-76A2F817DC75}" dt="2025-08-04T15:36:56.740" v="4378" actId="1035"/>
          <ac:spMkLst>
            <pc:docMk/>
            <pc:sldMk cId="4006008676" sldId="285"/>
            <ac:spMk id="552" creationId="{1D50A320-33F5-9C88-33BB-71ABF2CE35EA}"/>
          </ac:spMkLst>
        </pc:spChg>
        <pc:spChg chg="add mod">
          <ac:chgData name="seungkyun park" userId="f1574e86df6b37cf" providerId="LiveId" clId="{A9D9B869-BB2C-4014-8742-76A2F817DC75}" dt="2025-08-04T15:06:21.614" v="3005" actId="20577"/>
          <ac:spMkLst>
            <pc:docMk/>
            <pc:sldMk cId="4006008676" sldId="285"/>
            <ac:spMk id="553" creationId="{3129C882-799D-1F59-9A2A-B97EB3D7AF71}"/>
          </ac:spMkLst>
        </pc:spChg>
        <pc:spChg chg="add mod">
          <ac:chgData name="seungkyun park" userId="f1574e86df6b37cf" providerId="LiveId" clId="{A9D9B869-BB2C-4014-8742-76A2F817DC75}" dt="2025-08-04T15:50:20.192" v="4667" actId="1037"/>
          <ac:spMkLst>
            <pc:docMk/>
            <pc:sldMk cId="4006008676" sldId="285"/>
            <ac:spMk id="556" creationId="{F98F66FD-0936-CBED-032F-F2BF4BFC9C51}"/>
          </ac:spMkLst>
        </pc:spChg>
        <pc:spChg chg="add mod">
          <ac:chgData name="seungkyun park" userId="f1574e86df6b37cf" providerId="LiveId" clId="{A9D9B869-BB2C-4014-8742-76A2F817DC75}" dt="2025-08-04T15:08:42.159" v="3203" actId="1036"/>
          <ac:spMkLst>
            <pc:docMk/>
            <pc:sldMk cId="4006008676" sldId="285"/>
            <ac:spMk id="557" creationId="{AC1E716B-E26B-735E-4C72-7938C8BA10D9}"/>
          </ac:spMkLst>
        </pc:spChg>
        <pc:spChg chg="add mod">
          <ac:chgData name="seungkyun park" userId="f1574e86df6b37cf" providerId="LiveId" clId="{A9D9B869-BB2C-4014-8742-76A2F817DC75}" dt="2025-08-04T15:50:20.192" v="4667" actId="1037"/>
          <ac:spMkLst>
            <pc:docMk/>
            <pc:sldMk cId="4006008676" sldId="285"/>
            <ac:spMk id="560" creationId="{5599D866-9585-C509-6AF1-EACFD015114B}"/>
          </ac:spMkLst>
        </pc:spChg>
        <pc:spChg chg="add mod">
          <ac:chgData name="seungkyun park" userId="f1574e86df6b37cf" providerId="LiveId" clId="{A9D9B869-BB2C-4014-8742-76A2F817DC75}" dt="2025-08-04T15:50:20.192" v="4667" actId="1037"/>
          <ac:spMkLst>
            <pc:docMk/>
            <pc:sldMk cId="4006008676" sldId="285"/>
            <ac:spMk id="561" creationId="{01FF10E2-AEB2-5069-2E91-02F14981EDC4}"/>
          </ac:spMkLst>
        </pc:spChg>
        <pc:spChg chg="add mod">
          <ac:chgData name="seungkyun park" userId="f1574e86df6b37cf" providerId="LiveId" clId="{A9D9B869-BB2C-4014-8742-76A2F817DC75}" dt="2025-08-04T15:07:44.855" v="3121" actId="20577"/>
          <ac:spMkLst>
            <pc:docMk/>
            <pc:sldMk cId="4006008676" sldId="285"/>
            <ac:spMk id="564" creationId="{D2C6DA49-F102-36D7-03FA-567C007B3B48}"/>
          </ac:spMkLst>
        </pc:spChg>
        <pc:spChg chg="add mod">
          <ac:chgData name="seungkyun park" userId="f1574e86df6b37cf" providerId="LiveId" clId="{A9D9B869-BB2C-4014-8742-76A2F817DC75}" dt="2025-08-04T15:36:56.740" v="4378" actId="1035"/>
          <ac:spMkLst>
            <pc:docMk/>
            <pc:sldMk cId="4006008676" sldId="285"/>
            <ac:spMk id="566" creationId="{07C92EAC-835A-9AD4-62D8-F018F428497C}"/>
          </ac:spMkLst>
        </pc:spChg>
        <pc:spChg chg="add mod">
          <ac:chgData name="seungkyun park" userId="f1574e86df6b37cf" providerId="LiveId" clId="{A9D9B869-BB2C-4014-8742-76A2F817DC75}" dt="2025-08-04T15:50:20.192" v="4667" actId="1037"/>
          <ac:spMkLst>
            <pc:docMk/>
            <pc:sldMk cId="4006008676" sldId="285"/>
            <ac:spMk id="567" creationId="{35E56F64-9E7C-F6F0-5CC3-E118215B972E}"/>
          </ac:spMkLst>
        </pc:spChg>
        <pc:spChg chg="add del mod">
          <ac:chgData name="seungkyun park" userId="f1574e86df6b37cf" providerId="LiveId" clId="{A9D9B869-BB2C-4014-8742-76A2F817DC75}" dt="2025-08-04T15:59:24.839" v="4845" actId="478"/>
          <ac:spMkLst>
            <pc:docMk/>
            <pc:sldMk cId="4006008676" sldId="285"/>
            <ac:spMk id="576" creationId="{5483C9A8-CB5B-702C-90DE-CE9E93B05F73}"/>
          </ac:spMkLst>
        </pc:spChg>
        <pc:spChg chg="add del mod">
          <ac:chgData name="seungkyun park" userId="f1574e86df6b37cf" providerId="LiveId" clId="{A9D9B869-BB2C-4014-8742-76A2F817DC75}" dt="2025-08-04T15:59:24.839" v="4845" actId="478"/>
          <ac:spMkLst>
            <pc:docMk/>
            <pc:sldMk cId="4006008676" sldId="285"/>
            <ac:spMk id="577" creationId="{EB39B477-1B49-6B5C-BF68-15FE83C68C69}"/>
          </ac:spMkLst>
        </pc:spChg>
        <pc:spChg chg="add del mod">
          <ac:chgData name="seungkyun park" userId="f1574e86df6b37cf" providerId="LiveId" clId="{A9D9B869-BB2C-4014-8742-76A2F817DC75}" dt="2025-08-04T15:59:24.839" v="4845" actId="478"/>
          <ac:spMkLst>
            <pc:docMk/>
            <pc:sldMk cId="4006008676" sldId="285"/>
            <ac:spMk id="579" creationId="{082F4999-07F6-CDE5-F51B-A12FCEC9EA6F}"/>
          </ac:spMkLst>
        </pc:spChg>
        <pc:spChg chg="add del mod">
          <ac:chgData name="seungkyun park" userId="f1574e86df6b37cf" providerId="LiveId" clId="{A9D9B869-BB2C-4014-8742-76A2F817DC75}" dt="2025-08-04T15:59:24.839" v="4845" actId="478"/>
          <ac:spMkLst>
            <pc:docMk/>
            <pc:sldMk cId="4006008676" sldId="285"/>
            <ac:spMk id="580" creationId="{B87B1F5D-DC5E-4378-0E35-C703BA557CBD}"/>
          </ac:spMkLst>
        </pc:spChg>
        <pc:spChg chg="add mod">
          <ac:chgData name="seungkyun park" userId="f1574e86df6b37cf" providerId="LiveId" clId="{A9D9B869-BB2C-4014-8742-76A2F817DC75}" dt="2025-08-04T15:53:11.259" v="4722" actId="14100"/>
          <ac:spMkLst>
            <pc:docMk/>
            <pc:sldMk cId="4006008676" sldId="285"/>
            <ac:spMk id="581" creationId="{40B122AE-5C61-92E4-21F8-D2040387E89D}"/>
          </ac:spMkLst>
        </pc:spChg>
        <pc:spChg chg="add mod">
          <ac:chgData name="seungkyun park" userId="f1574e86df6b37cf" providerId="LiveId" clId="{A9D9B869-BB2C-4014-8742-76A2F817DC75}" dt="2025-08-04T17:22:45.628" v="6354" actId="12788"/>
          <ac:spMkLst>
            <pc:docMk/>
            <pc:sldMk cId="4006008676" sldId="285"/>
            <ac:spMk id="582" creationId="{1BA92AB0-33C2-3CF2-50A7-EB958279FFB9}"/>
          </ac:spMkLst>
        </pc:spChg>
        <pc:spChg chg="add mod">
          <ac:chgData name="seungkyun park" userId="f1574e86df6b37cf" providerId="LiveId" clId="{A9D9B869-BB2C-4014-8742-76A2F817DC75}" dt="2025-08-04T15:23:12.770" v="3683" actId="1036"/>
          <ac:spMkLst>
            <pc:docMk/>
            <pc:sldMk cId="4006008676" sldId="285"/>
            <ac:spMk id="583" creationId="{437900BB-5A0A-F44D-EEFB-5BC5B01C6216}"/>
          </ac:spMkLst>
        </pc:spChg>
        <pc:spChg chg="add mod">
          <ac:chgData name="seungkyun park" userId="f1574e86df6b37cf" providerId="LiveId" clId="{A9D9B869-BB2C-4014-8742-76A2F817DC75}" dt="2025-08-04T17:19:19.343" v="6301" actId="1037"/>
          <ac:spMkLst>
            <pc:docMk/>
            <pc:sldMk cId="4006008676" sldId="285"/>
            <ac:spMk id="584" creationId="{BA3FE4AC-F497-A9C6-62BD-5EA45B6BDA52}"/>
          </ac:spMkLst>
        </pc:spChg>
        <pc:spChg chg="add mod">
          <ac:chgData name="seungkyun park" userId="f1574e86df6b37cf" providerId="LiveId" clId="{A9D9B869-BB2C-4014-8742-76A2F817DC75}" dt="2025-08-04T15:53:22.061" v="4728" actId="1037"/>
          <ac:spMkLst>
            <pc:docMk/>
            <pc:sldMk cId="4006008676" sldId="285"/>
            <ac:spMk id="585" creationId="{2DA40276-F038-7749-A2AB-2A86BC9E882E}"/>
          </ac:spMkLst>
        </pc:spChg>
        <pc:spChg chg="add mod">
          <ac:chgData name="seungkyun park" userId="f1574e86df6b37cf" providerId="LiveId" clId="{A9D9B869-BB2C-4014-8742-76A2F817DC75}" dt="2025-08-04T15:32:32.738" v="4230" actId="1036"/>
          <ac:spMkLst>
            <pc:docMk/>
            <pc:sldMk cId="4006008676" sldId="285"/>
            <ac:spMk id="586" creationId="{662E2C2B-DDA4-6219-95E5-79A68A3D001E}"/>
          </ac:spMkLst>
        </pc:spChg>
        <pc:spChg chg="add mod">
          <ac:chgData name="seungkyun park" userId="f1574e86df6b37cf" providerId="LiveId" clId="{A9D9B869-BB2C-4014-8742-76A2F817DC75}" dt="2025-08-04T15:53:22.061" v="4728" actId="1037"/>
          <ac:spMkLst>
            <pc:docMk/>
            <pc:sldMk cId="4006008676" sldId="285"/>
            <ac:spMk id="587" creationId="{0DE5C7B6-AB7F-760F-3B72-2DD6F9995A0A}"/>
          </ac:spMkLst>
        </pc:spChg>
        <pc:spChg chg="mod">
          <ac:chgData name="seungkyun park" userId="f1574e86df6b37cf" providerId="LiveId" clId="{A9D9B869-BB2C-4014-8742-76A2F817DC75}" dt="2025-08-04T15:21:45.202" v="3558" actId="20577"/>
          <ac:spMkLst>
            <pc:docMk/>
            <pc:sldMk cId="4006008676" sldId="285"/>
            <ac:spMk id="588" creationId="{4F770AC1-774F-0778-B99F-DD73C826698F}"/>
          </ac:spMkLst>
        </pc:spChg>
        <pc:spChg chg="add mod">
          <ac:chgData name="seungkyun park" userId="f1574e86df6b37cf" providerId="LiveId" clId="{A9D9B869-BB2C-4014-8742-76A2F817DC75}" dt="2025-08-04T15:53:22.061" v="4728" actId="1037"/>
          <ac:spMkLst>
            <pc:docMk/>
            <pc:sldMk cId="4006008676" sldId="285"/>
            <ac:spMk id="589" creationId="{EDDAC631-F32D-89F0-9D32-BE9648393151}"/>
          </ac:spMkLst>
        </pc:spChg>
        <pc:spChg chg="add mod">
          <ac:chgData name="seungkyun park" userId="f1574e86df6b37cf" providerId="LiveId" clId="{A9D9B869-BB2C-4014-8742-76A2F817DC75}" dt="2025-08-04T17:19:19.343" v="6301" actId="1037"/>
          <ac:spMkLst>
            <pc:docMk/>
            <pc:sldMk cId="4006008676" sldId="285"/>
            <ac:spMk id="590" creationId="{A58603A4-0330-884F-8589-7F344CFFC0B2}"/>
          </ac:spMkLst>
        </pc:spChg>
        <pc:spChg chg="mod">
          <ac:chgData name="seungkyun park" userId="f1574e86df6b37cf" providerId="LiveId" clId="{A9D9B869-BB2C-4014-8742-76A2F817DC75}" dt="2025-08-04T15:53:22.061" v="4728" actId="1037"/>
          <ac:spMkLst>
            <pc:docMk/>
            <pc:sldMk cId="4006008676" sldId="285"/>
            <ac:spMk id="591" creationId="{9A762604-E3B3-8FF6-BB90-A3FECD06D799}"/>
          </ac:spMkLst>
        </pc:spChg>
        <pc:spChg chg="add mod">
          <ac:chgData name="seungkyun park" userId="f1574e86df6b37cf" providerId="LiveId" clId="{A9D9B869-BB2C-4014-8742-76A2F817DC75}" dt="2025-08-04T15:53:22.061" v="4728" actId="1037"/>
          <ac:spMkLst>
            <pc:docMk/>
            <pc:sldMk cId="4006008676" sldId="285"/>
            <ac:spMk id="592" creationId="{ED69A4E6-3365-BCDD-8461-3C7EE87F41A4}"/>
          </ac:spMkLst>
        </pc:spChg>
        <pc:spChg chg="add mod">
          <ac:chgData name="seungkyun park" userId="f1574e86df6b37cf" providerId="LiveId" clId="{A9D9B869-BB2C-4014-8742-76A2F817DC75}" dt="2025-08-04T15:53:22.061" v="4728" actId="1037"/>
          <ac:spMkLst>
            <pc:docMk/>
            <pc:sldMk cId="4006008676" sldId="285"/>
            <ac:spMk id="593" creationId="{960C8DCF-E641-7BBB-1CC4-F85EB909B2A5}"/>
          </ac:spMkLst>
        </pc:spChg>
        <pc:spChg chg="add mod">
          <ac:chgData name="seungkyun park" userId="f1574e86df6b37cf" providerId="LiveId" clId="{A9D9B869-BB2C-4014-8742-76A2F817DC75}" dt="2025-08-04T15:53:22.061" v="4728" actId="1037"/>
          <ac:spMkLst>
            <pc:docMk/>
            <pc:sldMk cId="4006008676" sldId="285"/>
            <ac:spMk id="594" creationId="{759B5869-063B-8142-376A-E718AAD1CE57}"/>
          </ac:spMkLst>
        </pc:spChg>
        <pc:spChg chg="add mod">
          <ac:chgData name="seungkyun park" userId="f1574e86df6b37cf" providerId="LiveId" clId="{A9D9B869-BB2C-4014-8742-76A2F817DC75}" dt="2025-08-04T17:22:45.628" v="6354" actId="12788"/>
          <ac:spMkLst>
            <pc:docMk/>
            <pc:sldMk cId="4006008676" sldId="285"/>
            <ac:spMk id="607" creationId="{6E71C105-3138-3D88-BAAF-86E2F726177E}"/>
          </ac:spMkLst>
        </pc:spChg>
        <pc:spChg chg="add mod">
          <ac:chgData name="seungkyun park" userId="f1574e86df6b37cf" providerId="LiveId" clId="{A9D9B869-BB2C-4014-8742-76A2F817DC75}" dt="2025-08-04T17:22:45.628" v="6354" actId="12788"/>
          <ac:spMkLst>
            <pc:docMk/>
            <pc:sldMk cId="4006008676" sldId="285"/>
            <ac:spMk id="608" creationId="{F5D43866-3EA5-F1A6-4D0F-F945DBB7F5AD}"/>
          </ac:spMkLst>
        </pc:spChg>
        <pc:spChg chg="add mod">
          <ac:chgData name="seungkyun park" userId="f1574e86df6b37cf" providerId="LiveId" clId="{A9D9B869-BB2C-4014-8742-76A2F817DC75}" dt="2025-08-04T17:22:45.628" v="6354" actId="12788"/>
          <ac:spMkLst>
            <pc:docMk/>
            <pc:sldMk cId="4006008676" sldId="285"/>
            <ac:spMk id="609" creationId="{887C56A3-A682-5B98-BA7C-7F617FD44E72}"/>
          </ac:spMkLst>
        </pc:spChg>
        <pc:spChg chg="add mod">
          <ac:chgData name="seungkyun park" userId="f1574e86df6b37cf" providerId="LiveId" clId="{A9D9B869-BB2C-4014-8742-76A2F817DC75}" dt="2025-08-04T17:22:45.628" v="6354" actId="12788"/>
          <ac:spMkLst>
            <pc:docMk/>
            <pc:sldMk cId="4006008676" sldId="285"/>
            <ac:spMk id="610" creationId="{86A81662-16ED-25C3-7C8B-79D15D4969B3}"/>
          </ac:spMkLst>
        </pc:spChg>
        <pc:spChg chg="add mod">
          <ac:chgData name="seungkyun park" userId="f1574e86df6b37cf" providerId="LiveId" clId="{A9D9B869-BB2C-4014-8742-76A2F817DC75}" dt="2025-08-04T17:22:45.628" v="6354" actId="12788"/>
          <ac:spMkLst>
            <pc:docMk/>
            <pc:sldMk cId="4006008676" sldId="285"/>
            <ac:spMk id="611" creationId="{E5B030DE-6038-3FBE-11B4-BE9C97EEBD85}"/>
          </ac:spMkLst>
        </pc:spChg>
        <pc:spChg chg="add mod">
          <ac:chgData name="seungkyun park" userId="f1574e86df6b37cf" providerId="LiveId" clId="{A9D9B869-BB2C-4014-8742-76A2F817DC75}" dt="2025-08-04T17:22:45.628" v="6354" actId="12788"/>
          <ac:spMkLst>
            <pc:docMk/>
            <pc:sldMk cId="4006008676" sldId="285"/>
            <ac:spMk id="612" creationId="{CDD63FE8-FBBA-77F5-ED68-5A58E3AD95C4}"/>
          </ac:spMkLst>
        </pc:spChg>
        <pc:spChg chg="add mod">
          <ac:chgData name="seungkyun park" userId="f1574e86df6b37cf" providerId="LiveId" clId="{A9D9B869-BB2C-4014-8742-76A2F817DC75}" dt="2025-08-04T15:53:29.419" v="4732" actId="1038"/>
          <ac:spMkLst>
            <pc:docMk/>
            <pc:sldMk cId="4006008676" sldId="285"/>
            <ac:spMk id="613" creationId="{0A1FD830-CBEC-A7D9-997B-1126F7B61CA8}"/>
          </ac:spMkLst>
        </pc:spChg>
        <pc:spChg chg="mod">
          <ac:chgData name="seungkyun park" userId="f1574e86df6b37cf" providerId="LiveId" clId="{A9D9B869-BB2C-4014-8742-76A2F817DC75}" dt="2025-08-04T15:36:16.162" v="4363"/>
          <ac:spMkLst>
            <pc:docMk/>
            <pc:sldMk cId="4006008676" sldId="285"/>
            <ac:spMk id="614" creationId="{A08AB6F4-1CF8-7E5F-A892-592F950AB42F}"/>
          </ac:spMkLst>
        </pc:spChg>
        <pc:spChg chg="add mod">
          <ac:chgData name="seungkyun park" userId="f1574e86df6b37cf" providerId="LiveId" clId="{A9D9B869-BB2C-4014-8742-76A2F817DC75}" dt="2025-08-04T17:22:45.628" v="6354" actId="12788"/>
          <ac:spMkLst>
            <pc:docMk/>
            <pc:sldMk cId="4006008676" sldId="285"/>
            <ac:spMk id="615" creationId="{D81EAF22-D313-0EA2-B927-A999CCE09702}"/>
          </ac:spMkLst>
        </pc:spChg>
        <pc:spChg chg="add mod">
          <ac:chgData name="seungkyun park" userId="f1574e86df6b37cf" providerId="LiveId" clId="{A9D9B869-BB2C-4014-8742-76A2F817DC75}" dt="2025-08-04T15:52:29.595" v="4719" actId="1038"/>
          <ac:spMkLst>
            <pc:docMk/>
            <pc:sldMk cId="4006008676" sldId="285"/>
            <ac:spMk id="616" creationId="{D61F2EA2-3BE3-64D7-6688-7216A47DCBEC}"/>
          </ac:spMkLst>
        </pc:spChg>
        <pc:spChg chg="add mod">
          <ac:chgData name="seungkyun park" userId="f1574e86df6b37cf" providerId="LiveId" clId="{A9D9B869-BB2C-4014-8742-76A2F817DC75}" dt="2025-08-04T17:22:45.628" v="6354" actId="12788"/>
          <ac:spMkLst>
            <pc:docMk/>
            <pc:sldMk cId="4006008676" sldId="285"/>
            <ac:spMk id="617" creationId="{1DC89402-489C-2FB7-2F85-CA7C82A603FF}"/>
          </ac:spMkLst>
        </pc:spChg>
        <pc:spChg chg="mod">
          <ac:chgData name="seungkyun park" userId="f1574e86df6b37cf" providerId="LiveId" clId="{A9D9B869-BB2C-4014-8742-76A2F817DC75}" dt="2025-08-04T15:36:34.205" v="4373"/>
          <ac:spMkLst>
            <pc:docMk/>
            <pc:sldMk cId="4006008676" sldId="285"/>
            <ac:spMk id="618" creationId="{D162184B-902A-6107-BD94-8E722EE6316D}"/>
          </ac:spMkLst>
        </pc:spChg>
        <pc:spChg chg="add mod">
          <ac:chgData name="seungkyun park" userId="f1574e86df6b37cf" providerId="LiveId" clId="{A9D9B869-BB2C-4014-8742-76A2F817DC75}" dt="2025-08-04T15:26:55.600" v="3757"/>
          <ac:spMkLst>
            <pc:docMk/>
            <pc:sldMk cId="4006008676" sldId="285"/>
            <ac:spMk id="619" creationId="{437C39F8-B8E6-EA4D-3174-0EF0AB6493C8}"/>
          </ac:spMkLst>
        </pc:spChg>
        <pc:spChg chg="add mod">
          <ac:chgData name="seungkyun park" userId="f1574e86df6b37cf" providerId="LiveId" clId="{A9D9B869-BB2C-4014-8742-76A2F817DC75}" dt="2025-08-04T15:25:22.828" v="3716" actId="1037"/>
          <ac:spMkLst>
            <pc:docMk/>
            <pc:sldMk cId="4006008676" sldId="285"/>
            <ac:spMk id="620" creationId="{F13AC1C5-22EB-EFF6-F383-9C0DA2A1A6D9}"/>
          </ac:spMkLst>
        </pc:spChg>
        <pc:spChg chg="add mod">
          <ac:chgData name="seungkyun park" userId="f1574e86df6b37cf" providerId="LiveId" clId="{A9D9B869-BB2C-4014-8742-76A2F817DC75}" dt="2025-08-04T15:25:22.828" v="3716" actId="1037"/>
          <ac:spMkLst>
            <pc:docMk/>
            <pc:sldMk cId="4006008676" sldId="285"/>
            <ac:spMk id="621" creationId="{58DB5E47-7999-B2EA-B63A-2548AC837B3D}"/>
          </ac:spMkLst>
        </pc:spChg>
        <pc:spChg chg="add mod">
          <ac:chgData name="seungkyun park" userId="f1574e86df6b37cf" providerId="LiveId" clId="{A9D9B869-BB2C-4014-8742-76A2F817DC75}" dt="2025-08-04T15:29:29.909" v="4005"/>
          <ac:spMkLst>
            <pc:docMk/>
            <pc:sldMk cId="4006008676" sldId="285"/>
            <ac:spMk id="622" creationId="{EF2C8923-02BE-FD58-E2F4-CCE79443755C}"/>
          </ac:spMkLst>
        </pc:spChg>
        <pc:spChg chg="add mod">
          <ac:chgData name="seungkyun park" userId="f1574e86df6b37cf" providerId="LiveId" clId="{A9D9B869-BB2C-4014-8742-76A2F817DC75}" dt="2025-08-04T16:45:42.848" v="5713" actId="14100"/>
          <ac:spMkLst>
            <pc:docMk/>
            <pc:sldMk cId="4006008676" sldId="285"/>
            <ac:spMk id="626" creationId="{9543FABC-BC81-C5A1-F282-387460878E28}"/>
          </ac:spMkLst>
        </pc:spChg>
        <pc:spChg chg="add mod">
          <ac:chgData name="seungkyun park" userId="f1574e86df6b37cf" providerId="LiveId" clId="{A9D9B869-BB2C-4014-8742-76A2F817DC75}" dt="2025-08-04T16:43:21.689" v="5686"/>
          <ac:spMkLst>
            <pc:docMk/>
            <pc:sldMk cId="4006008676" sldId="285"/>
            <ac:spMk id="628" creationId="{185E5BFF-C419-D7FE-DBAF-5540A82F69BE}"/>
          </ac:spMkLst>
        </pc:spChg>
        <pc:spChg chg="add del mod">
          <ac:chgData name="seungkyun park" userId="f1574e86df6b37cf" providerId="LiveId" clId="{A9D9B869-BB2C-4014-8742-76A2F817DC75}" dt="2025-08-04T16:40:54.502" v="5629" actId="478"/>
          <ac:spMkLst>
            <pc:docMk/>
            <pc:sldMk cId="4006008676" sldId="285"/>
            <ac:spMk id="629" creationId="{7F5AED9F-3A37-038A-9961-FA0CA0A64516}"/>
          </ac:spMkLst>
        </pc:spChg>
        <pc:spChg chg="add mod">
          <ac:chgData name="seungkyun park" userId="f1574e86df6b37cf" providerId="LiveId" clId="{A9D9B869-BB2C-4014-8742-76A2F817DC75}" dt="2025-08-04T15:49:35.055" v="4654"/>
          <ac:spMkLst>
            <pc:docMk/>
            <pc:sldMk cId="4006008676" sldId="285"/>
            <ac:spMk id="630" creationId="{00B227BA-713A-1D0B-0140-0A2A4697E427}"/>
          </ac:spMkLst>
        </pc:spChg>
        <pc:spChg chg="add mod">
          <ac:chgData name="seungkyun park" userId="f1574e86df6b37cf" providerId="LiveId" clId="{A9D9B869-BB2C-4014-8742-76A2F817DC75}" dt="2025-08-04T16:26:25.579" v="5342" actId="20577"/>
          <ac:spMkLst>
            <pc:docMk/>
            <pc:sldMk cId="4006008676" sldId="285"/>
            <ac:spMk id="631" creationId="{A090AAAF-1292-56C2-78F7-AA89C5CA9056}"/>
          </ac:spMkLst>
        </pc:spChg>
        <pc:spChg chg="mod">
          <ac:chgData name="seungkyun park" userId="f1574e86df6b37cf" providerId="LiveId" clId="{A9D9B869-BB2C-4014-8742-76A2F817DC75}" dt="2025-08-04T17:54:30.639" v="6862" actId="14100"/>
          <ac:spMkLst>
            <pc:docMk/>
            <pc:sldMk cId="4006008676" sldId="285"/>
            <ac:spMk id="633" creationId="{125CCF5F-D134-478C-D9D0-373B6D400EC5}"/>
          </ac:spMkLst>
        </pc:spChg>
        <pc:spChg chg="del">
          <ac:chgData name="seungkyun park" userId="f1574e86df6b37cf" providerId="LiveId" clId="{A9D9B869-BB2C-4014-8742-76A2F817DC75}" dt="2025-08-04T16:05:15.510" v="5030" actId="478"/>
          <ac:spMkLst>
            <pc:docMk/>
            <pc:sldMk cId="4006008676" sldId="285"/>
            <ac:spMk id="634" creationId="{A145A575-BD8B-B953-3916-56CCAAE0E9A8}"/>
          </ac:spMkLst>
        </pc:spChg>
        <pc:spChg chg="add del mod">
          <ac:chgData name="seungkyun park" userId="f1574e86df6b37cf" providerId="LiveId" clId="{A9D9B869-BB2C-4014-8742-76A2F817DC75}" dt="2025-08-04T16:23:42.052" v="5154" actId="478"/>
          <ac:spMkLst>
            <pc:docMk/>
            <pc:sldMk cId="4006008676" sldId="285"/>
            <ac:spMk id="635" creationId="{A703973D-2CE5-6A0B-44D3-BCFB155CC2BF}"/>
          </ac:spMkLst>
        </pc:spChg>
        <pc:spChg chg="add del mod">
          <ac:chgData name="seungkyun park" userId="f1574e86df6b37cf" providerId="LiveId" clId="{A9D9B869-BB2C-4014-8742-76A2F817DC75}" dt="2025-08-04T16:04:15.775" v="5007" actId="478"/>
          <ac:spMkLst>
            <pc:docMk/>
            <pc:sldMk cId="4006008676" sldId="285"/>
            <ac:spMk id="636" creationId="{FD79666D-6430-4744-E13B-9F83914A9D9B}"/>
          </ac:spMkLst>
        </pc:spChg>
        <pc:spChg chg="del mod">
          <ac:chgData name="seungkyun park" userId="f1574e86df6b37cf" providerId="LiveId" clId="{A9D9B869-BB2C-4014-8742-76A2F817DC75}" dt="2025-08-04T16:23:42.052" v="5154" actId="478"/>
          <ac:spMkLst>
            <pc:docMk/>
            <pc:sldMk cId="4006008676" sldId="285"/>
            <ac:spMk id="637" creationId="{FD06C3F3-C499-1B19-BDF3-6F1C742D9FA3}"/>
          </ac:spMkLst>
        </pc:spChg>
        <pc:spChg chg="add del mod">
          <ac:chgData name="seungkyun park" userId="f1574e86df6b37cf" providerId="LiveId" clId="{A9D9B869-BB2C-4014-8742-76A2F817DC75}" dt="2025-08-04T16:23:42.052" v="5154" actId="478"/>
          <ac:spMkLst>
            <pc:docMk/>
            <pc:sldMk cId="4006008676" sldId="285"/>
            <ac:spMk id="638" creationId="{EE38F480-B5A6-33FF-0508-6DB16B35E49F}"/>
          </ac:spMkLst>
        </pc:spChg>
        <pc:spChg chg="del mod">
          <ac:chgData name="seungkyun park" userId="f1574e86df6b37cf" providerId="LiveId" clId="{A9D9B869-BB2C-4014-8742-76A2F817DC75}" dt="2025-08-04T16:23:42.052" v="5154" actId="478"/>
          <ac:spMkLst>
            <pc:docMk/>
            <pc:sldMk cId="4006008676" sldId="285"/>
            <ac:spMk id="639" creationId="{9038AE92-BCEE-84D2-9094-BD4388524008}"/>
          </ac:spMkLst>
        </pc:spChg>
        <pc:spChg chg="del">
          <ac:chgData name="seungkyun park" userId="f1574e86df6b37cf" providerId="LiveId" clId="{A9D9B869-BB2C-4014-8742-76A2F817DC75}" dt="2025-08-04T16:05:15.510" v="5030" actId="478"/>
          <ac:spMkLst>
            <pc:docMk/>
            <pc:sldMk cId="4006008676" sldId="285"/>
            <ac:spMk id="640" creationId="{F85839CA-992F-777E-B6DD-020D92EF9F7B}"/>
          </ac:spMkLst>
        </pc:spChg>
        <pc:spChg chg="add del mod">
          <ac:chgData name="seungkyun park" userId="f1574e86df6b37cf" providerId="LiveId" clId="{A9D9B869-BB2C-4014-8742-76A2F817DC75}" dt="2025-08-04T16:05:15.510" v="5030" actId="478"/>
          <ac:spMkLst>
            <pc:docMk/>
            <pc:sldMk cId="4006008676" sldId="285"/>
            <ac:spMk id="641" creationId="{210B2F4B-0C21-941D-B313-939BE1E47FF5}"/>
          </ac:spMkLst>
        </pc:spChg>
        <pc:spChg chg="mod">
          <ac:chgData name="seungkyun park" userId="f1574e86df6b37cf" providerId="LiveId" clId="{A9D9B869-BB2C-4014-8742-76A2F817DC75}" dt="2025-08-04T17:54:50.140" v="6867" actId="1036"/>
          <ac:spMkLst>
            <pc:docMk/>
            <pc:sldMk cId="4006008676" sldId="285"/>
            <ac:spMk id="642" creationId="{AEFE4AE1-BD2C-7082-D9D4-F48E5828A37D}"/>
          </ac:spMkLst>
        </pc:spChg>
        <pc:spChg chg="mod topLvl">
          <ac:chgData name="seungkyun park" userId="f1574e86df6b37cf" providerId="LiveId" clId="{A9D9B869-BB2C-4014-8742-76A2F817DC75}" dt="2025-08-04T17:54:50.140" v="6867" actId="1036"/>
          <ac:spMkLst>
            <pc:docMk/>
            <pc:sldMk cId="4006008676" sldId="285"/>
            <ac:spMk id="643" creationId="{1940D3B9-A7B8-DFBF-0EFE-4043E12DCBCC}"/>
          </ac:spMkLst>
        </pc:spChg>
        <pc:spChg chg="mod">
          <ac:chgData name="seungkyun park" userId="f1574e86df6b37cf" providerId="LiveId" clId="{A9D9B869-BB2C-4014-8742-76A2F817DC75}" dt="2025-08-04T17:48:07.643" v="6647" actId="1037"/>
          <ac:spMkLst>
            <pc:docMk/>
            <pc:sldMk cId="4006008676" sldId="285"/>
            <ac:spMk id="644" creationId="{597E9B1A-4C85-30EF-B0EF-348ED1E7C756}"/>
          </ac:spMkLst>
        </pc:spChg>
        <pc:spChg chg="mod">
          <ac:chgData name="seungkyun park" userId="f1574e86df6b37cf" providerId="LiveId" clId="{A9D9B869-BB2C-4014-8742-76A2F817DC75}" dt="2025-08-04T17:48:07.643" v="6647" actId="1037"/>
          <ac:spMkLst>
            <pc:docMk/>
            <pc:sldMk cId="4006008676" sldId="285"/>
            <ac:spMk id="645" creationId="{5093AA02-7BD8-EC79-EFA2-5F40C0ABA3FB}"/>
          </ac:spMkLst>
        </pc:spChg>
        <pc:spChg chg="add mod">
          <ac:chgData name="seungkyun park" userId="f1574e86df6b37cf" providerId="LiveId" clId="{A9D9B869-BB2C-4014-8742-76A2F817DC75}" dt="2025-08-04T17:48:07.643" v="6647" actId="1037"/>
          <ac:spMkLst>
            <pc:docMk/>
            <pc:sldMk cId="4006008676" sldId="285"/>
            <ac:spMk id="646" creationId="{DAA23C93-6605-632C-E4F1-98E63CF1EB78}"/>
          </ac:spMkLst>
        </pc:spChg>
        <pc:spChg chg="del mod">
          <ac:chgData name="seungkyun park" userId="f1574e86df6b37cf" providerId="LiveId" clId="{A9D9B869-BB2C-4014-8742-76A2F817DC75}" dt="2025-08-04T16:48:09.640" v="5794" actId="478"/>
          <ac:spMkLst>
            <pc:docMk/>
            <pc:sldMk cId="4006008676" sldId="285"/>
            <ac:spMk id="647" creationId="{C38C3C60-3FA6-818E-75D6-F50D4486135A}"/>
          </ac:spMkLst>
        </pc:spChg>
        <pc:spChg chg="del mod">
          <ac:chgData name="seungkyun park" userId="f1574e86df6b37cf" providerId="LiveId" clId="{A9D9B869-BB2C-4014-8742-76A2F817DC75}" dt="2025-08-04T16:48:09.640" v="5794" actId="478"/>
          <ac:spMkLst>
            <pc:docMk/>
            <pc:sldMk cId="4006008676" sldId="285"/>
            <ac:spMk id="648" creationId="{E96A4890-8EAD-C561-6F8F-B72B0FBCEFB7}"/>
          </ac:spMkLst>
        </pc:spChg>
        <pc:spChg chg="del mod">
          <ac:chgData name="seungkyun park" userId="f1574e86df6b37cf" providerId="LiveId" clId="{A9D9B869-BB2C-4014-8742-76A2F817DC75}" dt="2025-08-04T16:48:09.640" v="5794" actId="478"/>
          <ac:spMkLst>
            <pc:docMk/>
            <pc:sldMk cId="4006008676" sldId="285"/>
            <ac:spMk id="649" creationId="{16C50FFB-5168-59A0-0171-DB28C1EA22AF}"/>
          </ac:spMkLst>
        </pc:spChg>
        <pc:spChg chg="del mod">
          <ac:chgData name="seungkyun park" userId="f1574e86df6b37cf" providerId="LiveId" clId="{A9D9B869-BB2C-4014-8742-76A2F817DC75}" dt="2025-08-04T16:48:09.640" v="5794" actId="478"/>
          <ac:spMkLst>
            <pc:docMk/>
            <pc:sldMk cId="4006008676" sldId="285"/>
            <ac:spMk id="650" creationId="{1E71EB9F-81FA-AF9A-CB2E-93130E9193AB}"/>
          </ac:spMkLst>
        </pc:spChg>
        <pc:spChg chg="del mod">
          <ac:chgData name="seungkyun park" userId="f1574e86df6b37cf" providerId="LiveId" clId="{A9D9B869-BB2C-4014-8742-76A2F817DC75}" dt="2025-08-04T16:48:09.640" v="5794" actId="478"/>
          <ac:spMkLst>
            <pc:docMk/>
            <pc:sldMk cId="4006008676" sldId="285"/>
            <ac:spMk id="651" creationId="{469289C3-400F-9487-B919-880AA81B374B}"/>
          </ac:spMkLst>
        </pc:spChg>
        <pc:spChg chg="del mod">
          <ac:chgData name="seungkyun park" userId="f1574e86df6b37cf" providerId="LiveId" clId="{A9D9B869-BB2C-4014-8742-76A2F817DC75}" dt="2025-08-04T16:48:07.118" v="5793" actId="478"/>
          <ac:spMkLst>
            <pc:docMk/>
            <pc:sldMk cId="4006008676" sldId="285"/>
            <ac:spMk id="652" creationId="{AEF6ED56-C719-CFB7-CF23-09E9E903C778}"/>
          </ac:spMkLst>
        </pc:spChg>
        <pc:spChg chg="del">
          <ac:chgData name="seungkyun park" userId="f1574e86df6b37cf" providerId="LiveId" clId="{A9D9B869-BB2C-4014-8742-76A2F817DC75}" dt="2025-08-04T16:48:07.118" v="5793" actId="478"/>
          <ac:spMkLst>
            <pc:docMk/>
            <pc:sldMk cId="4006008676" sldId="285"/>
            <ac:spMk id="653" creationId="{0D410A4B-EF79-5DA9-1032-E4BB243911F9}"/>
          </ac:spMkLst>
        </pc:spChg>
        <pc:spChg chg="del mod">
          <ac:chgData name="seungkyun park" userId="f1574e86df6b37cf" providerId="LiveId" clId="{A9D9B869-BB2C-4014-8742-76A2F817DC75}" dt="2025-08-04T16:48:07.118" v="5793" actId="478"/>
          <ac:spMkLst>
            <pc:docMk/>
            <pc:sldMk cId="4006008676" sldId="285"/>
            <ac:spMk id="654" creationId="{6A45CB55-B238-CEBA-264F-D46AC73590E4}"/>
          </ac:spMkLst>
        </pc:spChg>
        <pc:spChg chg="add del mod">
          <ac:chgData name="seungkyun park" userId="f1574e86df6b37cf" providerId="LiveId" clId="{A9D9B869-BB2C-4014-8742-76A2F817DC75}" dt="2025-08-04T16:48:07.118" v="5793" actId="478"/>
          <ac:spMkLst>
            <pc:docMk/>
            <pc:sldMk cId="4006008676" sldId="285"/>
            <ac:spMk id="655" creationId="{72544F85-90FB-2CAF-BFDF-C1EB3C824699}"/>
          </ac:spMkLst>
        </pc:spChg>
        <pc:spChg chg="add mod topLvl">
          <ac:chgData name="seungkyun park" userId="f1574e86df6b37cf" providerId="LiveId" clId="{A9D9B869-BB2C-4014-8742-76A2F817DC75}" dt="2025-08-04T17:47:58.868" v="6603" actId="165"/>
          <ac:spMkLst>
            <pc:docMk/>
            <pc:sldMk cId="4006008676" sldId="285"/>
            <ac:spMk id="660" creationId="{EE67E4E7-815C-3CC9-BFDD-A6F32AE65D2E}"/>
          </ac:spMkLst>
        </pc:spChg>
        <pc:spChg chg="add del mod">
          <ac:chgData name="seungkyun park" userId="f1574e86df6b37cf" providerId="LiveId" clId="{A9D9B869-BB2C-4014-8742-76A2F817DC75}" dt="2025-08-04T16:46:36.203" v="5727" actId="478"/>
          <ac:spMkLst>
            <pc:docMk/>
            <pc:sldMk cId="4006008676" sldId="285"/>
            <ac:spMk id="661" creationId="{C770C1F2-D53A-BC0B-F58C-23C4704AEE66}"/>
          </ac:spMkLst>
        </pc:spChg>
        <pc:spChg chg="add del mod">
          <ac:chgData name="seungkyun park" userId="f1574e86df6b37cf" providerId="LiveId" clId="{A9D9B869-BB2C-4014-8742-76A2F817DC75}" dt="2025-08-04T16:46:34.887" v="5726" actId="478"/>
          <ac:spMkLst>
            <pc:docMk/>
            <pc:sldMk cId="4006008676" sldId="285"/>
            <ac:spMk id="662" creationId="{B9B89D41-E8EF-A178-E779-3DE2A196381D}"/>
          </ac:spMkLst>
        </pc:spChg>
        <pc:spChg chg="del mod">
          <ac:chgData name="seungkyun park" userId="f1574e86df6b37cf" providerId="LiveId" clId="{A9D9B869-BB2C-4014-8742-76A2F817DC75}" dt="2025-08-04T16:46:34.887" v="5726" actId="478"/>
          <ac:spMkLst>
            <pc:docMk/>
            <pc:sldMk cId="4006008676" sldId="285"/>
            <ac:spMk id="663" creationId="{C223105E-0DE0-28BA-409B-42608FED2A8F}"/>
          </ac:spMkLst>
        </pc:spChg>
        <pc:spChg chg="add del mod">
          <ac:chgData name="seungkyun park" userId="f1574e86df6b37cf" providerId="LiveId" clId="{A9D9B869-BB2C-4014-8742-76A2F817DC75}" dt="2025-08-04T16:46:34.887" v="5726" actId="478"/>
          <ac:spMkLst>
            <pc:docMk/>
            <pc:sldMk cId="4006008676" sldId="285"/>
            <ac:spMk id="664" creationId="{59289F01-9F62-8C3C-A59D-A1CE27D22118}"/>
          </ac:spMkLst>
        </pc:spChg>
        <pc:spChg chg="del mod">
          <ac:chgData name="seungkyun park" userId="f1574e86df6b37cf" providerId="LiveId" clId="{A9D9B869-BB2C-4014-8742-76A2F817DC75}" dt="2025-08-04T16:46:34.887" v="5726" actId="478"/>
          <ac:spMkLst>
            <pc:docMk/>
            <pc:sldMk cId="4006008676" sldId="285"/>
            <ac:spMk id="665" creationId="{9E4CD1F1-2054-AC8B-D75E-2E65D637423C}"/>
          </ac:spMkLst>
        </pc:spChg>
        <pc:spChg chg="del mod">
          <ac:chgData name="seungkyun park" userId="f1574e86df6b37cf" providerId="LiveId" clId="{A9D9B869-BB2C-4014-8742-76A2F817DC75}" dt="2025-08-04T16:46:34.887" v="5726" actId="478"/>
          <ac:spMkLst>
            <pc:docMk/>
            <pc:sldMk cId="4006008676" sldId="285"/>
            <ac:spMk id="666" creationId="{DB27B751-B771-9F6F-1B35-CAD3B124A328}"/>
          </ac:spMkLst>
        </pc:spChg>
        <pc:spChg chg="del mod">
          <ac:chgData name="seungkyun park" userId="f1574e86df6b37cf" providerId="LiveId" clId="{A9D9B869-BB2C-4014-8742-76A2F817DC75}" dt="2025-08-04T16:46:34.887" v="5726" actId="478"/>
          <ac:spMkLst>
            <pc:docMk/>
            <pc:sldMk cId="4006008676" sldId="285"/>
            <ac:spMk id="667" creationId="{54151250-F213-5D0F-6150-88BC53C0C122}"/>
          </ac:spMkLst>
        </pc:spChg>
        <pc:spChg chg="del mod">
          <ac:chgData name="seungkyun park" userId="f1574e86df6b37cf" providerId="LiveId" clId="{A9D9B869-BB2C-4014-8742-76A2F817DC75}" dt="2025-08-04T16:46:34.887" v="5726" actId="478"/>
          <ac:spMkLst>
            <pc:docMk/>
            <pc:sldMk cId="4006008676" sldId="285"/>
            <ac:spMk id="668" creationId="{61C56179-31C0-8038-FFA9-6CC0CA71743C}"/>
          </ac:spMkLst>
        </pc:spChg>
        <pc:spChg chg="del mod">
          <ac:chgData name="seungkyun park" userId="f1574e86df6b37cf" providerId="LiveId" clId="{A9D9B869-BB2C-4014-8742-76A2F817DC75}" dt="2025-08-04T16:46:34.887" v="5726" actId="478"/>
          <ac:spMkLst>
            <pc:docMk/>
            <pc:sldMk cId="4006008676" sldId="285"/>
            <ac:spMk id="669" creationId="{33D2FBDE-6BB4-A0CB-D737-EC9159BB1812}"/>
          </ac:spMkLst>
        </pc:spChg>
        <pc:spChg chg="del mod">
          <ac:chgData name="seungkyun park" userId="f1574e86df6b37cf" providerId="LiveId" clId="{A9D9B869-BB2C-4014-8742-76A2F817DC75}" dt="2025-08-04T16:46:34.887" v="5726" actId="478"/>
          <ac:spMkLst>
            <pc:docMk/>
            <pc:sldMk cId="4006008676" sldId="285"/>
            <ac:spMk id="670" creationId="{3430E753-B3EE-AC3C-F568-ACF2094A6CF2}"/>
          </ac:spMkLst>
        </pc:spChg>
        <pc:spChg chg="del mod">
          <ac:chgData name="seungkyun park" userId="f1574e86df6b37cf" providerId="LiveId" clId="{A9D9B869-BB2C-4014-8742-76A2F817DC75}" dt="2025-08-04T16:46:34.887" v="5726" actId="478"/>
          <ac:spMkLst>
            <pc:docMk/>
            <pc:sldMk cId="4006008676" sldId="285"/>
            <ac:spMk id="671" creationId="{A639AF8F-D1CC-0555-586C-BAB82D8BFE9A}"/>
          </ac:spMkLst>
        </pc:spChg>
        <pc:spChg chg="add del mod">
          <ac:chgData name="seungkyun park" userId="f1574e86df6b37cf" providerId="LiveId" clId="{A9D9B869-BB2C-4014-8742-76A2F817DC75}" dt="2025-08-04T16:23:42.052" v="5154" actId="478"/>
          <ac:spMkLst>
            <pc:docMk/>
            <pc:sldMk cId="4006008676" sldId="285"/>
            <ac:spMk id="672" creationId="{A16EE2C9-506C-0FFD-7434-1B3F4B915890}"/>
          </ac:spMkLst>
        </pc:spChg>
        <pc:spChg chg="add del mod">
          <ac:chgData name="seungkyun park" userId="f1574e86df6b37cf" providerId="LiveId" clId="{A9D9B869-BB2C-4014-8742-76A2F817DC75}" dt="2025-08-04T16:23:42.052" v="5154" actId="478"/>
          <ac:spMkLst>
            <pc:docMk/>
            <pc:sldMk cId="4006008676" sldId="285"/>
            <ac:spMk id="673" creationId="{CCF80C62-2DAA-7D86-96F5-2E6AD6EBE71D}"/>
          </ac:spMkLst>
        </pc:spChg>
        <pc:spChg chg="add mod">
          <ac:chgData name="seungkyun park" userId="f1574e86df6b37cf" providerId="LiveId" clId="{A9D9B869-BB2C-4014-8742-76A2F817DC75}" dt="2025-08-04T16:36:14.120" v="5392"/>
          <ac:spMkLst>
            <pc:docMk/>
            <pc:sldMk cId="4006008676" sldId="285"/>
            <ac:spMk id="674" creationId="{BAB042DE-C6B3-9C89-D2CE-87235F9A3439}"/>
          </ac:spMkLst>
        </pc:spChg>
        <pc:spChg chg="add mod">
          <ac:chgData name="seungkyun park" userId="f1574e86df6b37cf" providerId="LiveId" clId="{A9D9B869-BB2C-4014-8742-76A2F817DC75}" dt="2025-08-04T16:36:14.120" v="5392"/>
          <ac:spMkLst>
            <pc:docMk/>
            <pc:sldMk cId="4006008676" sldId="285"/>
            <ac:spMk id="675" creationId="{E235F342-BED9-743B-C012-233806DE598A}"/>
          </ac:spMkLst>
        </pc:spChg>
        <pc:spChg chg="add mod">
          <ac:chgData name="seungkyun park" userId="f1574e86df6b37cf" providerId="LiveId" clId="{A9D9B869-BB2C-4014-8742-76A2F817DC75}" dt="2025-08-04T17:50:44.431" v="6839" actId="14100"/>
          <ac:spMkLst>
            <pc:docMk/>
            <pc:sldMk cId="4006008676" sldId="285"/>
            <ac:spMk id="677" creationId="{0120D7C6-DB6D-9673-54AD-D48ADA9E4D45}"/>
          </ac:spMkLst>
        </pc:spChg>
        <pc:spChg chg="add mod topLvl">
          <ac:chgData name="seungkyun park" userId="f1574e86df6b37cf" providerId="LiveId" clId="{A9D9B869-BB2C-4014-8742-76A2F817DC75}" dt="2025-08-04T17:47:58.868" v="6603" actId="165"/>
          <ac:spMkLst>
            <pc:docMk/>
            <pc:sldMk cId="4006008676" sldId="285"/>
            <ac:spMk id="678" creationId="{D42A5BCD-D3AF-FEC2-9B0F-66AFCB63ED14}"/>
          </ac:spMkLst>
        </pc:spChg>
        <pc:spChg chg="add mod">
          <ac:chgData name="seungkyun park" userId="f1574e86df6b37cf" providerId="LiveId" clId="{A9D9B869-BB2C-4014-8742-76A2F817DC75}" dt="2025-08-04T17:50:09.655" v="6820" actId="20577"/>
          <ac:spMkLst>
            <pc:docMk/>
            <pc:sldMk cId="4006008676" sldId="285"/>
            <ac:spMk id="679" creationId="{6F63D82E-5A89-0046-BD58-C9D78399C7D4}"/>
          </ac:spMkLst>
        </pc:spChg>
        <pc:spChg chg="add mod">
          <ac:chgData name="seungkyun park" userId="f1574e86df6b37cf" providerId="LiveId" clId="{A9D9B869-BB2C-4014-8742-76A2F817DC75}" dt="2025-08-04T16:40:32.404" v="5609"/>
          <ac:spMkLst>
            <pc:docMk/>
            <pc:sldMk cId="4006008676" sldId="285"/>
            <ac:spMk id="680" creationId="{62E364E6-C1C8-01DA-3164-6AF97A2D686B}"/>
          </ac:spMkLst>
        </pc:spChg>
        <pc:spChg chg="add mod">
          <ac:chgData name="seungkyun park" userId="f1574e86df6b37cf" providerId="LiveId" clId="{A9D9B869-BB2C-4014-8742-76A2F817DC75}" dt="2025-08-04T16:40:32.404" v="5609"/>
          <ac:spMkLst>
            <pc:docMk/>
            <pc:sldMk cId="4006008676" sldId="285"/>
            <ac:spMk id="681" creationId="{3D3AAC06-1DBB-C4AB-BBE0-F748B08FE68F}"/>
          </ac:spMkLst>
        </pc:spChg>
        <pc:spChg chg="add mod">
          <ac:chgData name="seungkyun park" userId="f1574e86df6b37cf" providerId="LiveId" clId="{A9D9B869-BB2C-4014-8742-76A2F817DC75}" dt="2025-08-04T16:43:42.002" v="5698" actId="20577"/>
          <ac:spMkLst>
            <pc:docMk/>
            <pc:sldMk cId="4006008676" sldId="285"/>
            <ac:spMk id="683" creationId="{8DF4A3D5-405D-9C89-2570-51A6DC3B2422}"/>
          </ac:spMkLst>
        </pc:spChg>
        <pc:spChg chg="add mod">
          <ac:chgData name="seungkyun park" userId="f1574e86df6b37cf" providerId="LiveId" clId="{A9D9B869-BB2C-4014-8742-76A2F817DC75}" dt="2025-08-04T16:42:09.973" v="5668"/>
          <ac:spMkLst>
            <pc:docMk/>
            <pc:sldMk cId="4006008676" sldId="285"/>
            <ac:spMk id="684" creationId="{306924A6-69BD-C9E6-83E2-B087EE6FE802}"/>
          </ac:spMkLst>
        </pc:spChg>
        <pc:spChg chg="add mod">
          <ac:chgData name="seungkyun park" userId="f1574e86df6b37cf" providerId="LiveId" clId="{A9D9B869-BB2C-4014-8742-76A2F817DC75}" dt="2025-08-04T16:42:09.973" v="5668"/>
          <ac:spMkLst>
            <pc:docMk/>
            <pc:sldMk cId="4006008676" sldId="285"/>
            <ac:spMk id="686" creationId="{B219E076-6E72-891E-A542-FAFEBD4C9483}"/>
          </ac:spMkLst>
        </pc:spChg>
        <pc:spChg chg="add mod">
          <ac:chgData name="seungkyun park" userId="f1574e86df6b37cf" providerId="LiveId" clId="{A9D9B869-BB2C-4014-8742-76A2F817DC75}" dt="2025-08-04T16:43:07.683" v="5683"/>
          <ac:spMkLst>
            <pc:docMk/>
            <pc:sldMk cId="4006008676" sldId="285"/>
            <ac:spMk id="687" creationId="{EB3C4CFA-CDFD-E9B8-D4F9-96AAF08A147C}"/>
          </ac:spMkLst>
        </pc:spChg>
        <pc:spChg chg="add mod">
          <ac:chgData name="seungkyun park" userId="f1574e86df6b37cf" providerId="LiveId" clId="{A9D9B869-BB2C-4014-8742-76A2F817DC75}" dt="2025-08-04T16:43:07.683" v="5683"/>
          <ac:spMkLst>
            <pc:docMk/>
            <pc:sldMk cId="4006008676" sldId="285"/>
            <ac:spMk id="689" creationId="{8EE7E00B-F048-3222-EEB2-E6F93E2DDA40}"/>
          </ac:spMkLst>
        </pc:spChg>
        <pc:spChg chg="add mod">
          <ac:chgData name="seungkyun park" userId="f1574e86df6b37cf" providerId="LiveId" clId="{A9D9B869-BB2C-4014-8742-76A2F817DC75}" dt="2025-08-04T16:45:00.286" v="5704"/>
          <ac:spMkLst>
            <pc:docMk/>
            <pc:sldMk cId="4006008676" sldId="285"/>
            <ac:spMk id="690" creationId="{4397A3DE-95B8-6FF9-BAC2-68CDEBA95A4C}"/>
          </ac:spMkLst>
        </pc:spChg>
        <pc:spChg chg="add mod">
          <ac:chgData name="seungkyun park" userId="f1574e86df6b37cf" providerId="LiveId" clId="{A9D9B869-BB2C-4014-8742-76A2F817DC75}" dt="2025-08-04T16:44:44.852" v="5702" actId="1035"/>
          <ac:spMkLst>
            <pc:docMk/>
            <pc:sldMk cId="4006008676" sldId="285"/>
            <ac:spMk id="692" creationId="{7CDC3EA4-41A1-8D24-B893-D77AF179677B}"/>
          </ac:spMkLst>
        </pc:spChg>
        <pc:spChg chg="add mod">
          <ac:chgData name="seungkyun park" userId="f1574e86df6b37cf" providerId="LiveId" clId="{A9D9B869-BB2C-4014-8742-76A2F817DC75}" dt="2025-08-04T16:45:34.729" v="5711"/>
          <ac:spMkLst>
            <pc:docMk/>
            <pc:sldMk cId="4006008676" sldId="285"/>
            <ac:spMk id="693" creationId="{AC63CB8D-580D-50B5-EBF2-3D2885ABA0F3}"/>
          </ac:spMkLst>
        </pc:spChg>
        <pc:spChg chg="add mod">
          <ac:chgData name="seungkyun park" userId="f1574e86df6b37cf" providerId="LiveId" clId="{A9D9B869-BB2C-4014-8742-76A2F817DC75}" dt="2025-08-04T16:46:14.857" v="5725" actId="20577"/>
          <ac:spMkLst>
            <pc:docMk/>
            <pc:sldMk cId="4006008676" sldId="285"/>
            <ac:spMk id="695" creationId="{FF7D92A4-6469-9686-0C40-4F436566E149}"/>
          </ac:spMkLst>
        </pc:spChg>
        <pc:spChg chg="add mod topLvl">
          <ac:chgData name="seungkyun park" userId="f1574e86df6b37cf" providerId="LiveId" clId="{A9D9B869-BB2C-4014-8742-76A2F817DC75}" dt="2025-08-04T17:47:58.868" v="6603" actId="165"/>
          <ac:spMkLst>
            <pc:docMk/>
            <pc:sldMk cId="4006008676" sldId="285"/>
            <ac:spMk id="696" creationId="{F0DA94C0-705E-C6FD-0537-2A532445491E}"/>
          </ac:spMkLst>
        </pc:spChg>
        <pc:spChg chg="add mod topLvl">
          <ac:chgData name="seungkyun park" userId="f1574e86df6b37cf" providerId="LiveId" clId="{A9D9B869-BB2C-4014-8742-76A2F817DC75}" dt="2025-08-04T17:47:58.868" v="6603" actId="165"/>
          <ac:spMkLst>
            <pc:docMk/>
            <pc:sldMk cId="4006008676" sldId="285"/>
            <ac:spMk id="697" creationId="{2F15E875-238A-E6D0-EC04-2365EC6C9B93}"/>
          </ac:spMkLst>
        </pc:spChg>
        <pc:spChg chg="add mod topLvl">
          <ac:chgData name="seungkyun park" userId="f1574e86df6b37cf" providerId="LiveId" clId="{A9D9B869-BB2C-4014-8742-76A2F817DC75}" dt="2025-08-04T17:47:58.868" v="6603" actId="165"/>
          <ac:spMkLst>
            <pc:docMk/>
            <pc:sldMk cId="4006008676" sldId="285"/>
            <ac:spMk id="698" creationId="{6FED320E-3109-6FBF-4559-C85F6AEF22EB}"/>
          </ac:spMkLst>
        </pc:spChg>
        <pc:spChg chg="add mod topLvl">
          <ac:chgData name="seungkyun park" userId="f1574e86df6b37cf" providerId="LiveId" clId="{A9D9B869-BB2C-4014-8742-76A2F817DC75}" dt="2025-08-04T17:50:36.276" v="6837" actId="1035"/>
          <ac:spMkLst>
            <pc:docMk/>
            <pc:sldMk cId="4006008676" sldId="285"/>
            <ac:spMk id="699" creationId="{4DCAAFB9-479E-FFE8-5935-286ED387DF4A}"/>
          </ac:spMkLst>
        </pc:spChg>
        <pc:spChg chg="add mod topLvl">
          <ac:chgData name="seungkyun park" userId="f1574e86df6b37cf" providerId="LiveId" clId="{A9D9B869-BB2C-4014-8742-76A2F817DC75}" dt="2025-08-04T17:47:58.868" v="6603" actId="165"/>
          <ac:spMkLst>
            <pc:docMk/>
            <pc:sldMk cId="4006008676" sldId="285"/>
            <ac:spMk id="700" creationId="{F8861C1D-1C79-FE79-C241-BA37C21C7FCC}"/>
          </ac:spMkLst>
        </pc:spChg>
        <pc:spChg chg="add mod topLvl">
          <ac:chgData name="seungkyun park" userId="f1574e86df6b37cf" providerId="LiveId" clId="{A9D9B869-BB2C-4014-8742-76A2F817DC75}" dt="2025-08-04T17:47:58.868" v="6603" actId="165"/>
          <ac:spMkLst>
            <pc:docMk/>
            <pc:sldMk cId="4006008676" sldId="285"/>
            <ac:spMk id="701" creationId="{E00E8A8B-A6E2-BAEE-FC99-FD14545416B1}"/>
          </ac:spMkLst>
        </pc:spChg>
        <pc:spChg chg="add mod topLvl">
          <ac:chgData name="seungkyun park" userId="f1574e86df6b37cf" providerId="LiveId" clId="{A9D9B869-BB2C-4014-8742-76A2F817DC75}" dt="2025-08-04T17:47:58.868" v="6603" actId="165"/>
          <ac:spMkLst>
            <pc:docMk/>
            <pc:sldMk cId="4006008676" sldId="285"/>
            <ac:spMk id="702" creationId="{26A0FCCF-3CD0-D75C-40F4-8B374CE4F40C}"/>
          </ac:spMkLst>
        </pc:spChg>
        <pc:spChg chg="add mod">
          <ac:chgData name="seungkyun park" userId="f1574e86df6b37cf" providerId="LiveId" clId="{A9D9B869-BB2C-4014-8742-76A2F817DC75}" dt="2025-08-04T17:48:07.643" v="6647" actId="1037"/>
          <ac:spMkLst>
            <pc:docMk/>
            <pc:sldMk cId="4006008676" sldId="285"/>
            <ac:spMk id="703" creationId="{605B6CC1-A2DC-BFA2-7D25-CB40F88975B0}"/>
          </ac:spMkLst>
        </pc:spChg>
        <pc:spChg chg="add mod">
          <ac:chgData name="seungkyun park" userId="f1574e86df6b37cf" providerId="LiveId" clId="{A9D9B869-BB2C-4014-8742-76A2F817DC75}" dt="2025-08-04T17:48:07.643" v="6647" actId="1037"/>
          <ac:spMkLst>
            <pc:docMk/>
            <pc:sldMk cId="4006008676" sldId="285"/>
            <ac:spMk id="704" creationId="{2A5247BA-7F44-C103-237E-E894013A795D}"/>
          </ac:spMkLst>
        </pc:spChg>
        <pc:spChg chg="add mod">
          <ac:chgData name="seungkyun park" userId="f1574e86df6b37cf" providerId="LiveId" clId="{A9D9B869-BB2C-4014-8742-76A2F817DC75}" dt="2025-08-04T17:48:07.643" v="6647" actId="1037"/>
          <ac:spMkLst>
            <pc:docMk/>
            <pc:sldMk cId="4006008676" sldId="285"/>
            <ac:spMk id="705" creationId="{2BA33D97-4126-9783-D7EF-A3A3CF9A7EBC}"/>
          </ac:spMkLst>
        </pc:spChg>
        <pc:spChg chg="add mod">
          <ac:chgData name="seungkyun park" userId="f1574e86df6b37cf" providerId="LiveId" clId="{A9D9B869-BB2C-4014-8742-76A2F817DC75}" dt="2025-08-04T17:48:07.643" v="6647" actId="1037"/>
          <ac:spMkLst>
            <pc:docMk/>
            <pc:sldMk cId="4006008676" sldId="285"/>
            <ac:spMk id="706" creationId="{A5036588-1D84-9C52-7DB1-4CD63F1207EB}"/>
          </ac:spMkLst>
        </pc:spChg>
        <pc:spChg chg="add mod">
          <ac:chgData name="seungkyun park" userId="f1574e86df6b37cf" providerId="LiveId" clId="{A9D9B869-BB2C-4014-8742-76A2F817DC75}" dt="2025-08-04T17:48:07.643" v="6647" actId="1037"/>
          <ac:spMkLst>
            <pc:docMk/>
            <pc:sldMk cId="4006008676" sldId="285"/>
            <ac:spMk id="707" creationId="{AFDC9F9E-8867-B624-3488-9B744AA48FA7}"/>
          </ac:spMkLst>
        </pc:spChg>
        <pc:spChg chg="add mod">
          <ac:chgData name="seungkyun park" userId="f1574e86df6b37cf" providerId="LiveId" clId="{A9D9B869-BB2C-4014-8742-76A2F817DC75}" dt="2025-08-04T17:54:50.140" v="6867" actId="1036"/>
          <ac:spMkLst>
            <pc:docMk/>
            <pc:sldMk cId="4006008676" sldId="285"/>
            <ac:spMk id="708" creationId="{2BC8DEFE-AB0F-44CA-F3D5-18B2CD8811D8}"/>
          </ac:spMkLst>
        </pc:spChg>
        <pc:spChg chg="add mod">
          <ac:chgData name="seungkyun park" userId="f1574e86df6b37cf" providerId="LiveId" clId="{A9D9B869-BB2C-4014-8742-76A2F817DC75}" dt="2025-08-04T16:50:21.186" v="5968" actId="1076"/>
          <ac:spMkLst>
            <pc:docMk/>
            <pc:sldMk cId="4006008676" sldId="285"/>
            <ac:spMk id="709" creationId="{CC263D48-7546-D2DD-0A0D-2B5957B61D3D}"/>
          </ac:spMkLst>
        </pc:spChg>
        <pc:spChg chg="add mod">
          <ac:chgData name="seungkyun park" userId="f1574e86df6b37cf" providerId="LiveId" clId="{A9D9B869-BB2C-4014-8742-76A2F817DC75}" dt="2025-08-04T16:50:21.186" v="5968" actId="1076"/>
          <ac:spMkLst>
            <pc:docMk/>
            <pc:sldMk cId="4006008676" sldId="285"/>
            <ac:spMk id="710" creationId="{E0A60E93-0520-0C2D-E660-DE2222928640}"/>
          </ac:spMkLst>
        </pc:spChg>
        <pc:spChg chg="add mod">
          <ac:chgData name="seungkyun park" userId="f1574e86df6b37cf" providerId="LiveId" clId="{A9D9B869-BB2C-4014-8742-76A2F817DC75}" dt="2025-08-04T17:45:14.985" v="6560" actId="1037"/>
          <ac:spMkLst>
            <pc:docMk/>
            <pc:sldMk cId="4006008676" sldId="285"/>
            <ac:spMk id="711" creationId="{3D311C06-B860-2AEF-9ADC-8C00C0C14481}"/>
          </ac:spMkLst>
        </pc:spChg>
        <pc:spChg chg="add mod">
          <ac:chgData name="seungkyun park" userId="f1574e86df6b37cf" providerId="LiveId" clId="{A9D9B869-BB2C-4014-8742-76A2F817DC75}" dt="2025-08-04T17:50:36.276" v="6837" actId="1035"/>
          <ac:spMkLst>
            <pc:docMk/>
            <pc:sldMk cId="4006008676" sldId="285"/>
            <ac:spMk id="712" creationId="{6A7382DA-A6BC-8C92-36F1-71BD2B2573D9}"/>
          </ac:spMkLst>
        </pc:spChg>
        <pc:spChg chg="add mod">
          <ac:chgData name="seungkyun park" userId="f1574e86df6b37cf" providerId="LiveId" clId="{A9D9B869-BB2C-4014-8742-76A2F817DC75}" dt="2025-08-04T16:48:48.876" v="5822" actId="1037"/>
          <ac:spMkLst>
            <pc:docMk/>
            <pc:sldMk cId="4006008676" sldId="285"/>
            <ac:spMk id="713" creationId="{0403C3C1-D8AF-2F57-5529-969743072597}"/>
          </ac:spMkLst>
        </pc:spChg>
        <pc:spChg chg="add mod">
          <ac:chgData name="seungkyun park" userId="f1574e86df6b37cf" providerId="LiveId" clId="{A9D9B869-BB2C-4014-8742-76A2F817DC75}" dt="2025-08-04T16:50:21.186" v="5968" actId="1076"/>
          <ac:spMkLst>
            <pc:docMk/>
            <pc:sldMk cId="4006008676" sldId="285"/>
            <ac:spMk id="714" creationId="{FCE4C174-0E8F-ECE7-EB09-50BA20A236BB}"/>
          </ac:spMkLst>
        </pc:spChg>
        <pc:spChg chg="add mod">
          <ac:chgData name="seungkyun park" userId="f1574e86df6b37cf" providerId="LiveId" clId="{A9D9B869-BB2C-4014-8742-76A2F817DC75}" dt="2025-08-04T16:50:21.186" v="5968" actId="1076"/>
          <ac:spMkLst>
            <pc:docMk/>
            <pc:sldMk cId="4006008676" sldId="285"/>
            <ac:spMk id="715" creationId="{EAD52D38-78E2-EE25-4131-743B27DB89B1}"/>
          </ac:spMkLst>
        </pc:spChg>
        <pc:spChg chg="add mod">
          <ac:chgData name="seungkyun park" userId="f1574e86df6b37cf" providerId="LiveId" clId="{A9D9B869-BB2C-4014-8742-76A2F817DC75}" dt="2025-08-04T16:50:21.186" v="5968" actId="1076"/>
          <ac:spMkLst>
            <pc:docMk/>
            <pc:sldMk cId="4006008676" sldId="285"/>
            <ac:spMk id="716" creationId="{00674EC1-4060-09A1-E86E-DD6D5FD09855}"/>
          </ac:spMkLst>
        </pc:spChg>
        <pc:spChg chg="add mod">
          <ac:chgData name="seungkyun park" userId="f1574e86df6b37cf" providerId="LiveId" clId="{A9D9B869-BB2C-4014-8742-76A2F817DC75}" dt="2025-08-04T17:54:50.140" v="6867" actId="1036"/>
          <ac:spMkLst>
            <pc:docMk/>
            <pc:sldMk cId="4006008676" sldId="285"/>
            <ac:spMk id="717" creationId="{48DB700A-879B-67B4-3EE9-4FC99C051B6B}"/>
          </ac:spMkLst>
        </pc:spChg>
        <pc:spChg chg="add mod">
          <ac:chgData name="seungkyun park" userId="f1574e86df6b37cf" providerId="LiveId" clId="{A9D9B869-BB2C-4014-8742-76A2F817DC75}" dt="2025-08-04T16:49:59.378" v="5841" actId="1038"/>
          <ac:spMkLst>
            <pc:docMk/>
            <pc:sldMk cId="4006008676" sldId="285"/>
            <ac:spMk id="718" creationId="{19B67128-23B9-CF45-7800-03AA715603B2}"/>
          </ac:spMkLst>
        </pc:spChg>
        <pc:spChg chg="add mod">
          <ac:chgData name="seungkyun park" userId="f1574e86df6b37cf" providerId="LiveId" clId="{A9D9B869-BB2C-4014-8742-76A2F817DC75}" dt="2025-08-04T16:50:21.186" v="5968" actId="1076"/>
          <ac:spMkLst>
            <pc:docMk/>
            <pc:sldMk cId="4006008676" sldId="285"/>
            <ac:spMk id="719" creationId="{BF8FF34C-F671-681E-C83C-5BC3927F7BB7}"/>
          </ac:spMkLst>
        </pc:spChg>
        <pc:spChg chg="add mod">
          <ac:chgData name="seungkyun park" userId="f1574e86df6b37cf" providerId="LiveId" clId="{A9D9B869-BB2C-4014-8742-76A2F817DC75}" dt="2025-08-04T17:45:14.985" v="6560" actId="1037"/>
          <ac:spMkLst>
            <pc:docMk/>
            <pc:sldMk cId="4006008676" sldId="285"/>
            <ac:spMk id="720" creationId="{4BA0C70E-F19A-8EC3-C1DD-63A12A3673E1}"/>
          </ac:spMkLst>
        </pc:spChg>
        <pc:spChg chg="add mod">
          <ac:chgData name="seungkyun park" userId="f1574e86df6b37cf" providerId="LiveId" clId="{A9D9B869-BB2C-4014-8742-76A2F817DC75}" dt="2025-08-04T16:49:59.378" v="5841" actId="1038"/>
          <ac:spMkLst>
            <pc:docMk/>
            <pc:sldMk cId="4006008676" sldId="285"/>
            <ac:spMk id="721" creationId="{9F3D5A7D-568A-6985-D7BC-749FD3D930B4}"/>
          </ac:spMkLst>
        </pc:spChg>
        <pc:spChg chg="add mod">
          <ac:chgData name="seungkyun park" userId="f1574e86df6b37cf" providerId="LiveId" clId="{A9D9B869-BB2C-4014-8742-76A2F817DC75}" dt="2025-08-04T16:50:21.186" v="5968" actId="1076"/>
          <ac:spMkLst>
            <pc:docMk/>
            <pc:sldMk cId="4006008676" sldId="285"/>
            <ac:spMk id="722" creationId="{E8E9F97D-35B6-CFFE-B471-8EC946164489}"/>
          </ac:spMkLst>
        </pc:spChg>
        <pc:spChg chg="add mod">
          <ac:chgData name="seungkyun park" userId="f1574e86df6b37cf" providerId="LiveId" clId="{A9D9B869-BB2C-4014-8742-76A2F817DC75}" dt="2025-08-04T17:45:14.985" v="6560" actId="1037"/>
          <ac:spMkLst>
            <pc:docMk/>
            <pc:sldMk cId="4006008676" sldId="285"/>
            <ac:spMk id="723" creationId="{BADC3D3E-3D20-B175-F02E-1E8D9E769F3D}"/>
          </ac:spMkLst>
        </pc:spChg>
        <pc:spChg chg="add mod">
          <ac:chgData name="seungkyun park" userId="f1574e86df6b37cf" providerId="LiveId" clId="{A9D9B869-BB2C-4014-8742-76A2F817DC75}" dt="2025-08-04T16:49:59.378" v="5841" actId="1038"/>
          <ac:spMkLst>
            <pc:docMk/>
            <pc:sldMk cId="4006008676" sldId="285"/>
            <ac:spMk id="724" creationId="{3E2694B7-A9ED-98BD-B925-E952D91369A4}"/>
          </ac:spMkLst>
        </pc:spChg>
        <pc:spChg chg="add mod">
          <ac:chgData name="seungkyun park" userId="f1574e86df6b37cf" providerId="LiveId" clId="{A9D9B869-BB2C-4014-8742-76A2F817DC75}" dt="2025-08-04T16:49:59.378" v="5841" actId="1038"/>
          <ac:spMkLst>
            <pc:docMk/>
            <pc:sldMk cId="4006008676" sldId="285"/>
            <ac:spMk id="725" creationId="{03B28F73-CE4B-D4CE-6ED0-670144787791}"/>
          </ac:spMkLst>
        </pc:spChg>
        <pc:spChg chg="mod">
          <ac:chgData name="seungkyun park" userId="f1574e86df6b37cf" providerId="LiveId" clId="{A9D9B869-BB2C-4014-8742-76A2F817DC75}" dt="2025-08-04T17:54:50.140" v="6867" actId="1036"/>
          <ac:spMkLst>
            <pc:docMk/>
            <pc:sldMk cId="4006008676" sldId="285"/>
            <ac:spMk id="726" creationId="{F05340F2-9E8B-6220-908B-2C0E808164D3}"/>
          </ac:spMkLst>
        </pc:spChg>
        <pc:spChg chg="add mod">
          <ac:chgData name="seungkyun park" userId="f1574e86df6b37cf" providerId="LiveId" clId="{A9D9B869-BB2C-4014-8742-76A2F817DC75}" dt="2025-08-04T16:50:22.980" v="5973" actId="1037"/>
          <ac:spMkLst>
            <pc:docMk/>
            <pc:sldMk cId="4006008676" sldId="285"/>
            <ac:spMk id="728" creationId="{EA13E028-ADEA-FDCC-F2C6-A04BA92772D3}"/>
          </ac:spMkLst>
        </pc:spChg>
        <pc:spChg chg="add mod">
          <ac:chgData name="seungkyun park" userId="f1574e86df6b37cf" providerId="LiveId" clId="{A9D9B869-BB2C-4014-8742-76A2F817DC75}" dt="2025-08-04T16:50:22.980" v="5973" actId="1037"/>
          <ac:spMkLst>
            <pc:docMk/>
            <pc:sldMk cId="4006008676" sldId="285"/>
            <ac:spMk id="729" creationId="{BFA15FB5-DAE0-55B6-6DA5-C2860708C5B4}"/>
          </ac:spMkLst>
        </pc:spChg>
        <pc:spChg chg="add mod">
          <ac:chgData name="seungkyun park" userId="f1574e86df6b37cf" providerId="LiveId" clId="{A9D9B869-BB2C-4014-8742-76A2F817DC75}" dt="2025-08-04T17:45:14.985" v="6560" actId="1037"/>
          <ac:spMkLst>
            <pc:docMk/>
            <pc:sldMk cId="4006008676" sldId="285"/>
            <ac:spMk id="730" creationId="{46289EBC-5EAC-1840-01DA-7BD4488D059C}"/>
          </ac:spMkLst>
        </pc:spChg>
        <pc:spChg chg="add mod">
          <ac:chgData name="seungkyun park" userId="f1574e86df6b37cf" providerId="LiveId" clId="{A9D9B869-BB2C-4014-8742-76A2F817DC75}" dt="2025-08-04T16:50:22.980" v="5973" actId="1037"/>
          <ac:spMkLst>
            <pc:docMk/>
            <pc:sldMk cId="4006008676" sldId="285"/>
            <ac:spMk id="732" creationId="{E1D6CCB4-BFFC-8B33-2D8F-B65D6FCA9518}"/>
          </ac:spMkLst>
        </pc:spChg>
        <pc:spChg chg="add mod">
          <ac:chgData name="seungkyun park" userId="f1574e86df6b37cf" providerId="LiveId" clId="{A9D9B869-BB2C-4014-8742-76A2F817DC75}" dt="2025-08-04T16:50:22.980" v="5973" actId="1037"/>
          <ac:spMkLst>
            <pc:docMk/>
            <pc:sldMk cId="4006008676" sldId="285"/>
            <ac:spMk id="733" creationId="{B23764B8-2982-6EB5-DF5A-F313FB858948}"/>
          </ac:spMkLst>
        </pc:spChg>
        <pc:spChg chg="mod">
          <ac:chgData name="seungkyun park" userId="f1574e86df6b37cf" providerId="LiveId" clId="{A9D9B869-BB2C-4014-8742-76A2F817DC75}" dt="2025-08-04T17:54:50.140" v="6867" actId="1036"/>
          <ac:spMkLst>
            <pc:docMk/>
            <pc:sldMk cId="4006008676" sldId="285"/>
            <ac:spMk id="735" creationId="{9D5F2CE7-C64C-6D7F-0EDC-CCD57A1CFD64}"/>
          </ac:spMkLst>
        </pc:spChg>
        <pc:spChg chg="add mod">
          <ac:chgData name="seungkyun park" userId="f1574e86df6b37cf" providerId="LiveId" clId="{A9D9B869-BB2C-4014-8742-76A2F817DC75}" dt="2025-08-04T17:50:36.276" v="6837" actId="1035"/>
          <ac:spMkLst>
            <pc:docMk/>
            <pc:sldMk cId="4006008676" sldId="285"/>
            <ac:spMk id="736" creationId="{D8C509BA-AEE2-EE76-DB52-66CA42CA2F7C}"/>
          </ac:spMkLst>
        </pc:spChg>
        <pc:spChg chg="add mod">
          <ac:chgData name="seungkyun park" userId="f1574e86df6b37cf" providerId="LiveId" clId="{A9D9B869-BB2C-4014-8742-76A2F817DC75}" dt="2025-08-04T17:45:14.985" v="6560" actId="1037"/>
          <ac:spMkLst>
            <pc:docMk/>
            <pc:sldMk cId="4006008676" sldId="285"/>
            <ac:spMk id="737" creationId="{C8AB25D2-4DC8-E6D9-A9EA-99DA865F3DFD}"/>
          </ac:spMkLst>
        </pc:spChg>
        <pc:spChg chg="add mod">
          <ac:chgData name="seungkyun park" userId="f1574e86df6b37cf" providerId="LiveId" clId="{A9D9B869-BB2C-4014-8742-76A2F817DC75}" dt="2025-08-04T16:50:22.980" v="5973" actId="1037"/>
          <ac:spMkLst>
            <pc:docMk/>
            <pc:sldMk cId="4006008676" sldId="285"/>
            <ac:spMk id="738" creationId="{743FA0B6-06F9-8AAF-FF40-089418B963AF}"/>
          </ac:spMkLst>
        </pc:spChg>
        <pc:spChg chg="add mod">
          <ac:chgData name="seungkyun park" userId="f1574e86df6b37cf" providerId="LiveId" clId="{A9D9B869-BB2C-4014-8742-76A2F817DC75}" dt="2025-08-04T16:50:22.980" v="5973" actId="1037"/>
          <ac:spMkLst>
            <pc:docMk/>
            <pc:sldMk cId="4006008676" sldId="285"/>
            <ac:spMk id="740" creationId="{E469A965-77A6-0734-6283-4DD96A023C77}"/>
          </ac:spMkLst>
        </pc:spChg>
        <pc:spChg chg="add mod">
          <ac:chgData name="seungkyun park" userId="f1574e86df6b37cf" providerId="LiveId" clId="{A9D9B869-BB2C-4014-8742-76A2F817DC75}" dt="2025-08-04T16:50:22.980" v="5973" actId="1037"/>
          <ac:spMkLst>
            <pc:docMk/>
            <pc:sldMk cId="4006008676" sldId="285"/>
            <ac:spMk id="741" creationId="{B8711E4F-E9E4-F074-73C2-655007188B23}"/>
          </ac:spMkLst>
        </pc:spChg>
        <pc:spChg chg="add mod">
          <ac:chgData name="seungkyun park" userId="f1574e86df6b37cf" providerId="LiveId" clId="{A9D9B869-BB2C-4014-8742-76A2F817DC75}" dt="2025-08-04T16:50:36.780" v="5977" actId="571"/>
          <ac:spMkLst>
            <pc:docMk/>
            <pc:sldMk cId="4006008676" sldId="285"/>
            <ac:spMk id="748" creationId="{2EB09FD2-5D73-458B-81A5-4DC70984C013}"/>
          </ac:spMkLst>
        </pc:spChg>
        <pc:spChg chg="add mod">
          <ac:chgData name="seungkyun park" userId="f1574e86df6b37cf" providerId="LiveId" clId="{A9D9B869-BB2C-4014-8742-76A2F817DC75}" dt="2025-08-04T16:50:36.780" v="5977" actId="571"/>
          <ac:spMkLst>
            <pc:docMk/>
            <pc:sldMk cId="4006008676" sldId="285"/>
            <ac:spMk id="749" creationId="{609A5682-CB4A-593A-BF70-C4D4E584AC3C}"/>
          </ac:spMkLst>
        </pc:spChg>
        <pc:spChg chg="add mod">
          <ac:chgData name="seungkyun park" userId="f1574e86df6b37cf" providerId="LiveId" clId="{A9D9B869-BB2C-4014-8742-76A2F817DC75}" dt="2025-08-04T16:50:36.780" v="5977" actId="571"/>
          <ac:spMkLst>
            <pc:docMk/>
            <pc:sldMk cId="4006008676" sldId="285"/>
            <ac:spMk id="754" creationId="{19B758CE-C3FA-515D-A795-531D144092A3}"/>
          </ac:spMkLst>
        </pc:spChg>
        <pc:spChg chg="add mod">
          <ac:chgData name="seungkyun park" userId="f1574e86df6b37cf" providerId="LiveId" clId="{A9D9B869-BB2C-4014-8742-76A2F817DC75}" dt="2025-08-04T16:50:36.780" v="5977" actId="571"/>
          <ac:spMkLst>
            <pc:docMk/>
            <pc:sldMk cId="4006008676" sldId="285"/>
            <ac:spMk id="757" creationId="{D8815E57-BAE0-E29B-C2CB-8A09F82840F5}"/>
          </ac:spMkLst>
        </pc:spChg>
        <pc:spChg chg="add mod">
          <ac:chgData name="seungkyun park" userId="f1574e86df6b37cf" providerId="LiveId" clId="{A9D9B869-BB2C-4014-8742-76A2F817DC75}" dt="2025-08-04T16:50:36.780" v="5977" actId="571"/>
          <ac:spMkLst>
            <pc:docMk/>
            <pc:sldMk cId="4006008676" sldId="285"/>
            <ac:spMk id="761" creationId="{FC9D03A5-10CD-AD09-B820-20C1C8700CB5}"/>
          </ac:spMkLst>
        </pc:spChg>
        <pc:spChg chg="add mod">
          <ac:chgData name="seungkyun park" userId="f1574e86df6b37cf" providerId="LiveId" clId="{A9D9B869-BB2C-4014-8742-76A2F817DC75}" dt="2025-08-04T16:50:36.780" v="5977" actId="571"/>
          <ac:spMkLst>
            <pc:docMk/>
            <pc:sldMk cId="4006008676" sldId="285"/>
            <ac:spMk id="763" creationId="{E9525C86-09B8-9C17-95C6-974D2C99D5EB}"/>
          </ac:spMkLst>
        </pc:spChg>
        <pc:spChg chg="add mod">
          <ac:chgData name="seungkyun park" userId="f1574e86df6b37cf" providerId="LiveId" clId="{A9D9B869-BB2C-4014-8742-76A2F817DC75}" dt="2025-08-04T16:50:29.267" v="5975" actId="1037"/>
          <ac:spMkLst>
            <pc:docMk/>
            <pc:sldMk cId="4006008676" sldId="285"/>
            <ac:spMk id="766" creationId="{91E94A73-C37B-EFDD-FC1A-2A151933A03A}"/>
          </ac:spMkLst>
        </pc:spChg>
        <pc:spChg chg="add mod">
          <ac:chgData name="seungkyun park" userId="f1574e86df6b37cf" providerId="LiveId" clId="{A9D9B869-BB2C-4014-8742-76A2F817DC75}" dt="2025-08-04T16:50:36.780" v="5977" actId="571"/>
          <ac:spMkLst>
            <pc:docMk/>
            <pc:sldMk cId="4006008676" sldId="285"/>
            <ac:spMk id="768" creationId="{A202A0B1-2DBB-33CD-0E7C-FD8A439A5042}"/>
          </ac:spMkLst>
        </pc:spChg>
        <pc:spChg chg="add mod">
          <ac:chgData name="seungkyun park" userId="f1574e86df6b37cf" providerId="LiveId" clId="{A9D9B869-BB2C-4014-8742-76A2F817DC75}" dt="2025-08-04T16:50:36.780" v="5977" actId="571"/>
          <ac:spMkLst>
            <pc:docMk/>
            <pc:sldMk cId="4006008676" sldId="285"/>
            <ac:spMk id="771" creationId="{A91A3C48-1E48-B134-1B53-43C59DF6B1CC}"/>
          </ac:spMkLst>
        </pc:spChg>
        <pc:spChg chg="add mod">
          <ac:chgData name="seungkyun park" userId="f1574e86df6b37cf" providerId="LiveId" clId="{A9D9B869-BB2C-4014-8742-76A2F817DC75}" dt="2025-08-04T16:50:36.780" v="5977" actId="571"/>
          <ac:spMkLst>
            <pc:docMk/>
            <pc:sldMk cId="4006008676" sldId="285"/>
            <ac:spMk id="773" creationId="{9E08A3AA-B678-E37B-AECE-87E90181CE9C}"/>
          </ac:spMkLst>
        </pc:spChg>
        <pc:spChg chg="mod">
          <ac:chgData name="seungkyun park" userId="f1574e86df6b37cf" providerId="LiveId" clId="{A9D9B869-BB2C-4014-8742-76A2F817DC75}" dt="2025-08-04T16:50:36.780" v="5977" actId="571"/>
          <ac:spMkLst>
            <pc:docMk/>
            <pc:sldMk cId="4006008676" sldId="285"/>
            <ac:spMk id="777" creationId="{D7066A90-F0AB-74ED-A4B9-620B07A9A554}"/>
          </ac:spMkLst>
        </pc:spChg>
        <pc:spChg chg="add mod">
          <ac:chgData name="seungkyun park" userId="f1574e86df6b37cf" providerId="LiveId" clId="{A9D9B869-BB2C-4014-8742-76A2F817DC75}" dt="2025-08-04T16:50:43.962" v="6104"/>
          <ac:spMkLst>
            <pc:docMk/>
            <pc:sldMk cId="4006008676" sldId="285"/>
            <ac:spMk id="780" creationId="{1AFCE885-F7A6-A477-C3B8-B012559225E8}"/>
          </ac:spMkLst>
        </pc:spChg>
        <pc:spChg chg="add mod">
          <ac:chgData name="seungkyun park" userId="f1574e86df6b37cf" providerId="LiveId" clId="{A9D9B869-BB2C-4014-8742-76A2F817DC75}" dt="2025-08-04T16:50:43.962" v="6104"/>
          <ac:spMkLst>
            <pc:docMk/>
            <pc:sldMk cId="4006008676" sldId="285"/>
            <ac:spMk id="783" creationId="{B759CC21-58BD-6F1F-DCA2-531531A64B02}"/>
          </ac:spMkLst>
        </pc:spChg>
        <pc:spChg chg="add mod">
          <ac:chgData name="seungkyun park" userId="f1574e86df6b37cf" providerId="LiveId" clId="{A9D9B869-BB2C-4014-8742-76A2F817DC75}" dt="2025-08-04T16:50:43.962" v="6104"/>
          <ac:spMkLst>
            <pc:docMk/>
            <pc:sldMk cId="4006008676" sldId="285"/>
            <ac:spMk id="786" creationId="{B17E4E3C-EB3C-FEE9-B0FC-F9DCEFE9AC0B}"/>
          </ac:spMkLst>
        </pc:spChg>
        <pc:spChg chg="add mod">
          <ac:chgData name="seungkyun park" userId="f1574e86df6b37cf" providerId="LiveId" clId="{A9D9B869-BB2C-4014-8742-76A2F817DC75}" dt="2025-08-04T16:50:43.962" v="6104"/>
          <ac:spMkLst>
            <pc:docMk/>
            <pc:sldMk cId="4006008676" sldId="285"/>
            <ac:spMk id="788" creationId="{54ECD82E-08B6-9A12-7F1F-31C914430578}"/>
          </ac:spMkLst>
        </pc:spChg>
        <pc:spChg chg="add mod">
          <ac:chgData name="seungkyun park" userId="f1574e86df6b37cf" providerId="LiveId" clId="{A9D9B869-BB2C-4014-8742-76A2F817DC75}" dt="2025-08-04T16:50:43.962" v="6104"/>
          <ac:spMkLst>
            <pc:docMk/>
            <pc:sldMk cId="4006008676" sldId="285"/>
            <ac:spMk id="800" creationId="{5DBAF7CD-C7F3-0B7E-B59C-A9132553E8AA}"/>
          </ac:spMkLst>
        </pc:spChg>
        <pc:spChg chg="add mod">
          <ac:chgData name="seungkyun park" userId="f1574e86df6b37cf" providerId="LiveId" clId="{A9D9B869-BB2C-4014-8742-76A2F817DC75}" dt="2025-08-04T16:50:43.962" v="6104"/>
          <ac:spMkLst>
            <pc:docMk/>
            <pc:sldMk cId="4006008676" sldId="285"/>
            <ac:spMk id="805" creationId="{566695EE-42A9-A30C-C34F-F275DB5700AB}"/>
          </ac:spMkLst>
        </pc:spChg>
        <pc:spChg chg="add mod">
          <ac:chgData name="seungkyun park" userId="f1574e86df6b37cf" providerId="LiveId" clId="{A9D9B869-BB2C-4014-8742-76A2F817DC75}" dt="2025-08-04T16:50:43.962" v="6104"/>
          <ac:spMkLst>
            <pc:docMk/>
            <pc:sldMk cId="4006008676" sldId="285"/>
            <ac:spMk id="806" creationId="{BC07F680-6DB2-EC26-2F8D-A14E8C5C1331}"/>
          </ac:spMkLst>
        </pc:spChg>
        <pc:spChg chg="add mod">
          <ac:chgData name="seungkyun park" userId="f1574e86df6b37cf" providerId="LiveId" clId="{A9D9B869-BB2C-4014-8742-76A2F817DC75}" dt="2025-08-04T16:50:43.962" v="6104"/>
          <ac:spMkLst>
            <pc:docMk/>
            <pc:sldMk cId="4006008676" sldId="285"/>
            <ac:spMk id="810" creationId="{2F9BA5B8-F07C-0EAB-8661-490C1BDA57B6}"/>
          </ac:spMkLst>
        </pc:spChg>
        <pc:spChg chg="add mod">
          <ac:chgData name="seungkyun park" userId="f1574e86df6b37cf" providerId="LiveId" clId="{A9D9B869-BB2C-4014-8742-76A2F817DC75}" dt="2025-08-04T16:50:43.962" v="6104"/>
          <ac:spMkLst>
            <pc:docMk/>
            <pc:sldMk cId="4006008676" sldId="285"/>
            <ac:spMk id="811" creationId="{9DF72396-C2F7-0EDE-54A6-3E87D12D7B8E}"/>
          </ac:spMkLst>
        </pc:spChg>
        <pc:spChg chg="add mod">
          <ac:chgData name="seungkyun park" userId="f1574e86df6b37cf" providerId="LiveId" clId="{A9D9B869-BB2C-4014-8742-76A2F817DC75}" dt="2025-08-04T16:50:43.962" v="6104"/>
          <ac:spMkLst>
            <pc:docMk/>
            <pc:sldMk cId="4006008676" sldId="285"/>
            <ac:spMk id="814" creationId="{A40C2B70-E708-C78F-7D97-1158E96AC2E9}"/>
          </ac:spMkLst>
        </pc:spChg>
        <pc:spChg chg="mod">
          <ac:chgData name="seungkyun park" userId="f1574e86df6b37cf" providerId="LiveId" clId="{A9D9B869-BB2C-4014-8742-76A2F817DC75}" dt="2025-08-04T17:54:50.140" v="6867" actId="1036"/>
          <ac:spMkLst>
            <pc:docMk/>
            <pc:sldMk cId="4006008676" sldId="285"/>
            <ac:spMk id="816" creationId="{D083B4BD-7FC0-062D-BA92-477770FA0F30}"/>
          </ac:spMkLst>
        </pc:spChg>
        <pc:spChg chg="add mod">
          <ac:chgData name="seungkyun park" userId="f1574e86df6b37cf" providerId="LiveId" clId="{A9D9B869-BB2C-4014-8742-76A2F817DC75}" dt="2025-08-04T16:51:03.212" v="6271" actId="1035"/>
          <ac:spMkLst>
            <pc:docMk/>
            <pc:sldMk cId="4006008676" sldId="285"/>
            <ac:spMk id="818" creationId="{D40C5F6E-3612-A856-5C7E-0D395088C77D}"/>
          </ac:spMkLst>
        </pc:spChg>
        <pc:spChg chg="mod">
          <ac:chgData name="seungkyun park" userId="f1574e86df6b37cf" providerId="LiveId" clId="{A9D9B869-BB2C-4014-8742-76A2F817DC75}" dt="2025-08-04T17:50:36.276" v="6837" actId="1035"/>
          <ac:spMkLst>
            <pc:docMk/>
            <pc:sldMk cId="4006008676" sldId="285"/>
            <ac:spMk id="820" creationId="{D11CBDC5-948A-F949-9C16-1F270D061636}"/>
          </ac:spMkLst>
        </pc:spChg>
        <pc:spChg chg="add mod">
          <ac:chgData name="seungkyun park" userId="f1574e86df6b37cf" providerId="LiveId" clId="{A9D9B869-BB2C-4014-8742-76A2F817DC75}" dt="2025-08-04T16:51:03.212" v="6271" actId="1035"/>
          <ac:spMkLst>
            <pc:docMk/>
            <pc:sldMk cId="4006008676" sldId="285"/>
            <ac:spMk id="822" creationId="{3C4550F9-350E-C3EE-A04B-1D64087645BD}"/>
          </ac:spMkLst>
        </pc:spChg>
        <pc:spChg chg="add mod">
          <ac:chgData name="seungkyun park" userId="f1574e86df6b37cf" providerId="LiveId" clId="{A9D9B869-BB2C-4014-8742-76A2F817DC75}" dt="2025-08-04T16:51:03.212" v="6271" actId="1035"/>
          <ac:spMkLst>
            <pc:docMk/>
            <pc:sldMk cId="4006008676" sldId="285"/>
            <ac:spMk id="824" creationId="{54204513-741B-829F-A91D-6CF0E69B28A2}"/>
          </ac:spMkLst>
        </pc:spChg>
        <pc:spChg chg="mod">
          <ac:chgData name="seungkyun park" userId="f1574e86df6b37cf" providerId="LiveId" clId="{A9D9B869-BB2C-4014-8742-76A2F817DC75}" dt="2025-08-04T17:54:50.140" v="6867" actId="1036"/>
          <ac:spMkLst>
            <pc:docMk/>
            <pc:sldMk cId="4006008676" sldId="285"/>
            <ac:spMk id="825" creationId="{FA6224AF-479C-2683-40DA-E7F726F95F64}"/>
          </ac:spMkLst>
        </pc:spChg>
        <pc:spChg chg="add mod">
          <ac:chgData name="seungkyun park" userId="f1574e86df6b37cf" providerId="LiveId" clId="{A9D9B869-BB2C-4014-8742-76A2F817DC75}" dt="2025-08-04T17:50:36.276" v="6837" actId="1035"/>
          <ac:spMkLst>
            <pc:docMk/>
            <pc:sldMk cId="4006008676" sldId="285"/>
            <ac:spMk id="826" creationId="{2459C298-7FCD-E593-993C-A97B302EA931}"/>
          </ac:spMkLst>
        </pc:spChg>
        <pc:spChg chg="add mod">
          <ac:chgData name="seungkyun park" userId="f1574e86df6b37cf" providerId="LiveId" clId="{A9D9B869-BB2C-4014-8742-76A2F817DC75}" dt="2025-08-04T17:50:36.276" v="6837" actId="1035"/>
          <ac:spMkLst>
            <pc:docMk/>
            <pc:sldMk cId="4006008676" sldId="285"/>
            <ac:spMk id="828" creationId="{1568A07A-AB15-B4CA-2A2A-2E9A2335529F}"/>
          </ac:spMkLst>
        </pc:spChg>
        <pc:spChg chg="add mod">
          <ac:chgData name="seungkyun park" userId="f1574e86df6b37cf" providerId="LiveId" clId="{A9D9B869-BB2C-4014-8742-76A2F817DC75}" dt="2025-08-04T17:19:19.343" v="6301" actId="1037"/>
          <ac:spMkLst>
            <pc:docMk/>
            <pc:sldMk cId="4006008676" sldId="285"/>
            <ac:spMk id="829" creationId="{D9762D7C-C0F8-3CAC-897F-0AEAA7734242}"/>
          </ac:spMkLst>
        </pc:spChg>
        <pc:spChg chg="mod">
          <ac:chgData name="seungkyun park" userId="f1574e86df6b37cf" providerId="LiveId" clId="{A9D9B869-BB2C-4014-8742-76A2F817DC75}" dt="2025-08-04T17:45:14.985" v="6560" actId="1037"/>
          <ac:spMkLst>
            <pc:docMk/>
            <pc:sldMk cId="4006008676" sldId="285"/>
            <ac:spMk id="831" creationId="{46682C0B-5BE3-ACAE-488E-C3BED69709D5}"/>
          </ac:spMkLst>
        </pc:spChg>
        <pc:spChg chg="mod">
          <ac:chgData name="seungkyun park" userId="f1574e86df6b37cf" providerId="LiveId" clId="{A9D9B869-BB2C-4014-8742-76A2F817DC75}" dt="2025-08-04T17:45:14.985" v="6560" actId="1037"/>
          <ac:spMkLst>
            <pc:docMk/>
            <pc:sldMk cId="4006008676" sldId="285"/>
            <ac:spMk id="832" creationId="{D161D37E-5942-A3ED-0807-61974E218177}"/>
          </ac:spMkLst>
        </pc:spChg>
        <pc:spChg chg="add mod">
          <ac:chgData name="seungkyun park" userId="f1574e86df6b37cf" providerId="LiveId" clId="{A9D9B869-BB2C-4014-8742-76A2F817DC75}" dt="2025-08-04T17:54:50.140" v="6867" actId="1036"/>
          <ac:spMkLst>
            <pc:docMk/>
            <pc:sldMk cId="4006008676" sldId="285"/>
            <ac:spMk id="834" creationId="{03340237-0DC8-822E-5F43-7CAB3E3263B1}"/>
          </ac:spMkLst>
        </pc:spChg>
        <pc:spChg chg="mod">
          <ac:chgData name="seungkyun park" userId="f1574e86df6b37cf" providerId="LiveId" clId="{A9D9B869-BB2C-4014-8742-76A2F817DC75}" dt="2025-08-04T17:50:36.276" v="6837" actId="1035"/>
          <ac:spMkLst>
            <pc:docMk/>
            <pc:sldMk cId="4006008676" sldId="285"/>
            <ac:spMk id="839" creationId="{E0BAC956-172D-4AAF-23BF-9BB7664FB75D}"/>
          </ac:spMkLst>
        </pc:spChg>
        <pc:spChg chg="add mod">
          <ac:chgData name="seungkyun park" userId="f1574e86df6b37cf" providerId="LiveId" clId="{A9D9B869-BB2C-4014-8742-76A2F817DC75}" dt="2025-08-04T17:45:14.985" v="6560" actId="1037"/>
          <ac:spMkLst>
            <pc:docMk/>
            <pc:sldMk cId="4006008676" sldId="285"/>
            <ac:spMk id="840" creationId="{A129A887-6727-AB56-1D49-59A237C22AB8}"/>
          </ac:spMkLst>
        </pc:spChg>
        <pc:spChg chg="mod">
          <ac:chgData name="seungkyun park" userId="f1574e86df6b37cf" providerId="LiveId" clId="{A9D9B869-BB2C-4014-8742-76A2F817DC75}" dt="2025-08-04T17:19:19.343" v="6301" actId="1037"/>
          <ac:spMkLst>
            <pc:docMk/>
            <pc:sldMk cId="4006008676" sldId="285"/>
            <ac:spMk id="841" creationId="{BE700F69-8319-0EBC-BD49-685D0EF8A28A}"/>
          </ac:spMkLst>
        </pc:spChg>
        <pc:spChg chg="add mod">
          <ac:chgData name="seungkyun park" userId="f1574e86df6b37cf" providerId="LiveId" clId="{A9D9B869-BB2C-4014-8742-76A2F817DC75}" dt="2025-08-04T16:51:03.212" v="6271" actId="1035"/>
          <ac:spMkLst>
            <pc:docMk/>
            <pc:sldMk cId="4006008676" sldId="285"/>
            <ac:spMk id="842" creationId="{AF32B374-2C55-435E-F565-51652348D226}"/>
          </ac:spMkLst>
        </pc:spChg>
        <pc:spChg chg="mod">
          <ac:chgData name="seungkyun park" userId="f1574e86df6b37cf" providerId="LiveId" clId="{A9D9B869-BB2C-4014-8742-76A2F817DC75}" dt="2025-08-04T17:54:50.140" v="6867" actId="1036"/>
          <ac:spMkLst>
            <pc:docMk/>
            <pc:sldMk cId="4006008676" sldId="285"/>
            <ac:spMk id="843" creationId="{280DE681-5631-54B2-5B5C-8E07D49E0971}"/>
          </ac:spMkLst>
        </pc:spChg>
        <pc:spChg chg="mod">
          <ac:chgData name="seungkyun park" userId="f1574e86df6b37cf" providerId="LiveId" clId="{A9D9B869-BB2C-4014-8742-76A2F817DC75}" dt="2025-08-04T17:42:37.470" v="6490" actId="1035"/>
          <ac:spMkLst>
            <pc:docMk/>
            <pc:sldMk cId="4006008676" sldId="285"/>
            <ac:spMk id="845" creationId="{39D33EAD-F4E4-E42C-4826-F11144421720}"/>
          </ac:spMkLst>
        </pc:spChg>
        <pc:spChg chg="add mod">
          <ac:chgData name="seungkyun park" userId="f1574e86df6b37cf" providerId="LiveId" clId="{A9D9B869-BB2C-4014-8742-76A2F817DC75}" dt="2025-08-04T17:19:19.343" v="6301" actId="1037"/>
          <ac:spMkLst>
            <pc:docMk/>
            <pc:sldMk cId="4006008676" sldId="285"/>
            <ac:spMk id="850" creationId="{A8DEB36A-7EC3-4860-B8D8-7F3C6EA2769D}"/>
          </ac:spMkLst>
        </pc:spChg>
        <pc:spChg chg="mod">
          <ac:chgData name="seungkyun park" userId="f1574e86df6b37cf" providerId="LiveId" clId="{A9D9B869-BB2C-4014-8742-76A2F817DC75}" dt="2025-08-04T17:50:36.276" v="6837" actId="1035"/>
          <ac:spMkLst>
            <pc:docMk/>
            <pc:sldMk cId="4006008676" sldId="285"/>
            <ac:spMk id="851" creationId="{4D96D8AA-68DF-BFF6-B3A1-0C71711E302C}"/>
          </ac:spMkLst>
        </pc:spChg>
        <pc:spChg chg="add mod">
          <ac:chgData name="seungkyun park" userId="f1574e86df6b37cf" providerId="LiveId" clId="{A9D9B869-BB2C-4014-8742-76A2F817DC75}" dt="2025-08-04T17:50:11.569" v="6822" actId="20577"/>
          <ac:spMkLst>
            <pc:docMk/>
            <pc:sldMk cId="4006008676" sldId="285"/>
            <ac:spMk id="872" creationId="{084C2B22-789C-34BA-B80A-24C87A50FF93}"/>
          </ac:spMkLst>
        </pc:spChg>
        <pc:spChg chg="add mod">
          <ac:chgData name="seungkyun park" userId="f1574e86df6b37cf" providerId="LiveId" clId="{A9D9B869-BB2C-4014-8742-76A2F817DC75}" dt="2025-08-04T17:50:13.603" v="6824" actId="20577"/>
          <ac:spMkLst>
            <pc:docMk/>
            <pc:sldMk cId="4006008676" sldId="285"/>
            <ac:spMk id="875" creationId="{280EAA69-8E6B-C82F-C2E1-92B565CAA93F}"/>
          </ac:spMkLst>
        </pc:spChg>
        <pc:spChg chg="add mod">
          <ac:chgData name="seungkyun park" userId="f1574e86df6b37cf" providerId="LiveId" clId="{A9D9B869-BB2C-4014-8742-76A2F817DC75}" dt="2025-08-04T17:50:16.372" v="6826" actId="20577"/>
          <ac:spMkLst>
            <pc:docMk/>
            <pc:sldMk cId="4006008676" sldId="285"/>
            <ac:spMk id="878" creationId="{F84E0F47-BA4F-3823-7A00-83E6F0702559}"/>
          </ac:spMkLst>
        </pc:spChg>
        <pc:spChg chg="add mod">
          <ac:chgData name="seungkyun park" userId="f1574e86df6b37cf" providerId="LiveId" clId="{A9D9B869-BB2C-4014-8742-76A2F817DC75}" dt="2025-08-04T17:50:18.319" v="6828" actId="20577"/>
          <ac:spMkLst>
            <pc:docMk/>
            <pc:sldMk cId="4006008676" sldId="285"/>
            <ac:spMk id="881" creationId="{97665BC0-0089-B76F-DC20-95FA4CAE597D}"/>
          </ac:spMkLst>
        </pc:spChg>
        <pc:spChg chg="add mod">
          <ac:chgData name="seungkyun park" userId="f1574e86df6b37cf" providerId="LiveId" clId="{A9D9B869-BB2C-4014-8742-76A2F817DC75}" dt="2025-08-04T17:50:20.634" v="6830" actId="20577"/>
          <ac:spMkLst>
            <pc:docMk/>
            <pc:sldMk cId="4006008676" sldId="285"/>
            <ac:spMk id="884" creationId="{097718C9-191C-9C0E-B896-7E5B707FD7ED}"/>
          </ac:spMkLst>
        </pc:spChg>
        <pc:spChg chg="add mod">
          <ac:chgData name="seungkyun park" userId="f1574e86df6b37cf" providerId="LiveId" clId="{A9D9B869-BB2C-4014-8742-76A2F817DC75}" dt="2025-08-04T17:50:22.506" v="6833" actId="20577"/>
          <ac:spMkLst>
            <pc:docMk/>
            <pc:sldMk cId="4006008676" sldId="285"/>
            <ac:spMk id="887" creationId="{E8CE26BC-5AE9-E696-2FD7-8EDB38D7EFFD}"/>
          </ac:spMkLst>
        </pc:spChg>
        <pc:spChg chg="add mod">
          <ac:chgData name="seungkyun park" userId="f1574e86df6b37cf" providerId="LiveId" clId="{A9D9B869-BB2C-4014-8742-76A2F817DC75}" dt="2025-08-04T17:50:25.284" v="6836" actId="20577"/>
          <ac:spMkLst>
            <pc:docMk/>
            <pc:sldMk cId="4006008676" sldId="285"/>
            <ac:spMk id="890" creationId="{B77D25F3-7BF2-EB38-42E9-F11B282F5900}"/>
          </ac:spMkLst>
        </pc:spChg>
        <pc:spChg chg="add mod">
          <ac:chgData name="seungkyun park" userId="f1574e86df6b37cf" providerId="LiveId" clId="{A9D9B869-BB2C-4014-8742-76A2F817DC75}" dt="2025-08-04T17:48:59.550" v="6719"/>
          <ac:spMkLst>
            <pc:docMk/>
            <pc:sldMk cId="4006008676" sldId="285"/>
            <ac:spMk id="893" creationId="{DC7A77A8-809B-230A-CC09-9FC0384B5BAD}"/>
          </ac:spMkLst>
        </pc:spChg>
        <pc:spChg chg="add mod">
          <ac:chgData name="seungkyun park" userId="f1574e86df6b37cf" providerId="LiveId" clId="{A9D9B869-BB2C-4014-8742-76A2F817DC75}" dt="2025-08-04T17:48:43.909" v="6700" actId="20577"/>
          <ac:spMkLst>
            <pc:docMk/>
            <pc:sldMk cId="4006008676" sldId="285"/>
            <ac:spMk id="896" creationId="{43569588-957E-9D4B-5023-60A3C654776F}"/>
          </ac:spMkLst>
        </pc:spChg>
        <pc:cxnChg chg="del mod">
          <ac:chgData name="seungkyun park" userId="f1574e86df6b37cf" providerId="LiveId" clId="{A9D9B869-BB2C-4014-8742-76A2F817DC75}" dt="2025-08-04T10:21:11.729" v="130" actId="478"/>
          <ac:cxnSpMkLst>
            <pc:docMk/>
            <pc:sldMk cId="4006008676" sldId="285"/>
            <ac:cxnSpMk id="12" creationId="{50E08FA9-4F94-B866-BABA-64EFB6C11A87}"/>
          </ac:cxnSpMkLst>
        </pc:cxnChg>
        <pc:cxnChg chg="add del mod">
          <ac:chgData name="seungkyun park" userId="f1574e86df6b37cf" providerId="LiveId" clId="{A9D9B869-BB2C-4014-8742-76A2F817DC75}" dt="2025-08-04T12:32:32.877" v="1473" actId="21"/>
          <ac:cxnSpMkLst>
            <pc:docMk/>
            <pc:sldMk cId="4006008676" sldId="285"/>
            <ac:cxnSpMk id="67" creationId="{30748734-D80E-8CE0-721F-6E04D7AE39A3}"/>
          </ac:cxnSpMkLst>
        </pc:cxnChg>
        <pc:cxnChg chg="add del mod">
          <ac:chgData name="seungkyun park" userId="f1574e86df6b37cf" providerId="LiveId" clId="{A9D9B869-BB2C-4014-8742-76A2F817DC75}" dt="2025-08-04T13:24:36.761" v="2505" actId="21"/>
          <ac:cxnSpMkLst>
            <pc:docMk/>
            <pc:sldMk cId="4006008676" sldId="285"/>
            <ac:cxnSpMk id="69" creationId="{8F392668-3BB8-0FF0-A14B-B4E8F3B88D6D}"/>
          </ac:cxnSpMkLst>
        </pc:cxnChg>
        <pc:cxnChg chg="del">
          <ac:chgData name="seungkyun park" userId="f1574e86df6b37cf" providerId="LiveId" clId="{A9D9B869-BB2C-4014-8742-76A2F817DC75}" dt="2025-08-04T10:16:29.567" v="11" actId="478"/>
          <ac:cxnSpMkLst>
            <pc:docMk/>
            <pc:sldMk cId="4006008676" sldId="285"/>
            <ac:cxnSpMk id="155" creationId="{A81D9CE3-25D6-5EFB-65BF-CB376B0AA294}"/>
          </ac:cxnSpMkLst>
        </pc:cxnChg>
        <pc:cxnChg chg="del">
          <ac:chgData name="seungkyun park" userId="f1574e86df6b37cf" providerId="LiveId" clId="{A9D9B869-BB2C-4014-8742-76A2F817DC75}" dt="2025-08-04T10:16:28.548" v="9" actId="478"/>
          <ac:cxnSpMkLst>
            <pc:docMk/>
            <pc:sldMk cId="4006008676" sldId="285"/>
            <ac:cxnSpMk id="280" creationId="{7EFA294C-1CAB-16D7-C0D1-59038E41EDF9}"/>
          </ac:cxnSpMkLst>
        </pc:cxnChg>
        <pc:cxnChg chg="del">
          <ac:chgData name="seungkyun park" userId="f1574e86df6b37cf" providerId="LiveId" clId="{A9D9B869-BB2C-4014-8742-76A2F817DC75}" dt="2025-08-04T10:16:28.927" v="10" actId="478"/>
          <ac:cxnSpMkLst>
            <pc:docMk/>
            <pc:sldMk cId="4006008676" sldId="285"/>
            <ac:cxnSpMk id="283" creationId="{47130520-A227-F36C-0446-33915549FDD5}"/>
          </ac:cxnSpMkLst>
        </pc:cxnChg>
        <pc:cxnChg chg="add del mod">
          <ac:chgData name="seungkyun park" userId="f1574e86df6b37cf" providerId="LiveId" clId="{A9D9B869-BB2C-4014-8742-76A2F817DC75}" dt="2025-08-04T12:32:32.877" v="1473" actId="21"/>
          <ac:cxnSpMkLst>
            <pc:docMk/>
            <pc:sldMk cId="4006008676" sldId="285"/>
            <ac:cxnSpMk id="375" creationId="{C89DAD0C-2358-844D-988D-8BDD184DAC1A}"/>
          </ac:cxnSpMkLst>
        </pc:cxnChg>
        <pc:cxnChg chg="add del mod">
          <ac:chgData name="seungkyun park" userId="f1574e86df6b37cf" providerId="LiveId" clId="{A9D9B869-BB2C-4014-8742-76A2F817DC75}" dt="2025-08-04T12:32:32.877" v="1473" actId="21"/>
          <ac:cxnSpMkLst>
            <pc:docMk/>
            <pc:sldMk cId="4006008676" sldId="285"/>
            <ac:cxnSpMk id="376" creationId="{6B8E3176-3DC0-659C-1D67-8575BEF4082F}"/>
          </ac:cxnSpMkLst>
        </pc:cxnChg>
        <pc:cxnChg chg="add del mod">
          <ac:chgData name="seungkyun park" userId="f1574e86df6b37cf" providerId="LiveId" clId="{A9D9B869-BB2C-4014-8742-76A2F817DC75}" dt="2025-08-04T12:32:32.877" v="1473" actId="21"/>
          <ac:cxnSpMkLst>
            <pc:docMk/>
            <pc:sldMk cId="4006008676" sldId="285"/>
            <ac:cxnSpMk id="378" creationId="{A99A788F-451E-C5B0-9AB5-63AC65C5AA17}"/>
          </ac:cxnSpMkLst>
        </pc:cxnChg>
        <pc:cxnChg chg="add del mod">
          <ac:chgData name="seungkyun park" userId="f1574e86df6b37cf" providerId="LiveId" clId="{A9D9B869-BB2C-4014-8742-76A2F817DC75}" dt="2025-08-04T13:27:18.128" v="2565" actId="21"/>
          <ac:cxnSpMkLst>
            <pc:docMk/>
            <pc:sldMk cId="4006008676" sldId="285"/>
            <ac:cxnSpMk id="512" creationId="{2B2F4984-9161-2259-BBD8-0FEE9DBB26DF}"/>
          </ac:cxnSpMkLst>
        </pc:cxnChg>
        <pc:cxnChg chg="add mod">
          <ac:chgData name="seungkyun park" userId="f1574e86df6b37cf" providerId="LiveId" clId="{A9D9B869-BB2C-4014-8742-76A2F817DC75}" dt="2025-08-04T15:38:06.391" v="4457" actId="1035"/>
          <ac:cxnSpMkLst>
            <pc:docMk/>
            <pc:sldMk cId="4006008676" sldId="285"/>
            <ac:cxnSpMk id="520" creationId="{30748734-D80E-8CE0-721F-6E04D7AE39A3}"/>
          </ac:cxnSpMkLst>
        </pc:cxnChg>
        <pc:cxnChg chg="add mod">
          <ac:chgData name="seungkyun park" userId="f1574e86df6b37cf" providerId="LiveId" clId="{A9D9B869-BB2C-4014-8742-76A2F817DC75}" dt="2025-08-04T12:32:38.182" v="1484" actId="1036"/>
          <ac:cxnSpMkLst>
            <pc:docMk/>
            <pc:sldMk cId="4006008676" sldId="285"/>
            <ac:cxnSpMk id="521" creationId="{C89DAD0C-2358-844D-988D-8BDD184DAC1A}"/>
          </ac:cxnSpMkLst>
        </pc:cxnChg>
        <pc:cxnChg chg="add mod">
          <ac:chgData name="seungkyun park" userId="f1574e86df6b37cf" providerId="LiveId" clId="{A9D9B869-BB2C-4014-8742-76A2F817DC75}" dt="2025-08-04T15:38:06.391" v="4457" actId="1035"/>
          <ac:cxnSpMkLst>
            <pc:docMk/>
            <pc:sldMk cId="4006008676" sldId="285"/>
            <ac:cxnSpMk id="522" creationId="{6B8E3176-3DC0-659C-1D67-8575BEF4082F}"/>
          </ac:cxnSpMkLst>
        </pc:cxnChg>
        <pc:cxnChg chg="add mod">
          <ac:chgData name="seungkyun park" userId="f1574e86df6b37cf" providerId="LiveId" clId="{A9D9B869-BB2C-4014-8742-76A2F817DC75}" dt="2025-08-04T15:38:06.391" v="4457" actId="1035"/>
          <ac:cxnSpMkLst>
            <pc:docMk/>
            <pc:sldMk cId="4006008676" sldId="285"/>
            <ac:cxnSpMk id="523" creationId="{A99A788F-451E-C5B0-9AB5-63AC65C5AA17}"/>
          </ac:cxnSpMkLst>
        </pc:cxnChg>
        <pc:cxnChg chg="add mod">
          <ac:chgData name="seungkyun park" userId="f1574e86df6b37cf" providerId="LiveId" clId="{A9D9B869-BB2C-4014-8742-76A2F817DC75}" dt="2025-08-04T12:32:39.924" v="1501" actId="1036"/>
          <ac:cxnSpMkLst>
            <pc:docMk/>
            <pc:sldMk cId="4006008676" sldId="285"/>
            <ac:cxnSpMk id="524" creationId="{91C07B4A-D7FD-9678-B6A8-2D070DDAF4AD}"/>
          </ac:cxnSpMkLst>
        </pc:cxnChg>
        <pc:cxnChg chg="add mod">
          <ac:chgData name="seungkyun park" userId="f1574e86df6b37cf" providerId="LiveId" clId="{A9D9B869-BB2C-4014-8742-76A2F817DC75}" dt="2025-08-04T15:38:00.031" v="4451" actId="1036"/>
          <ac:cxnSpMkLst>
            <pc:docMk/>
            <pc:sldMk cId="4006008676" sldId="285"/>
            <ac:cxnSpMk id="525" creationId="{5B3E6CB9-9EC4-E67B-2E88-1129BDBCA2C4}"/>
          </ac:cxnSpMkLst>
        </pc:cxnChg>
        <pc:cxnChg chg="add mod">
          <ac:chgData name="seungkyun park" userId="f1574e86df6b37cf" providerId="LiveId" clId="{A9D9B869-BB2C-4014-8742-76A2F817DC75}" dt="2025-08-04T15:09:45.307" v="3236" actId="14100"/>
          <ac:cxnSpMkLst>
            <pc:docMk/>
            <pc:sldMk cId="4006008676" sldId="285"/>
            <ac:cxnSpMk id="540" creationId="{8F392668-3BB8-0FF0-A14B-B4E8F3B88D6D}"/>
          </ac:cxnSpMkLst>
        </pc:cxnChg>
        <pc:cxnChg chg="add del mod">
          <ac:chgData name="seungkyun park" userId="f1574e86df6b37cf" providerId="LiveId" clId="{A9D9B869-BB2C-4014-8742-76A2F817DC75}" dt="2025-08-04T15:11:20.431" v="3243" actId="478"/>
          <ac:cxnSpMkLst>
            <pc:docMk/>
            <pc:sldMk cId="4006008676" sldId="285"/>
            <ac:cxnSpMk id="543" creationId="{C800F539-29AF-BD19-ECA5-4447177F3821}"/>
          </ac:cxnSpMkLst>
        </pc:cxnChg>
        <pc:cxnChg chg="add del mod">
          <ac:chgData name="seungkyun park" userId="f1574e86df6b37cf" providerId="LiveId" clId="{A9D9B869-BB2C-4014-8742-76A2F817DC75}" dt="2025-08-04T15:16:09.983" v="3339" actId="21"/>
          <ac:cxnSpMkLst>
            <pc:docMk/>
            <pc:sldMk cId="4006008676" sldId="285"/>
            <ac:cxnSpMk id="549" creationId="{2B2F4984-9161-2259-BBD8-0FEE9DBB26DF}"/>
          </ac:cxnSpMkLst>
        </pc:cxnChg>
        <pc:cxnChg chg="add mod">
          <ac:chgData name="seungkyun park" userId="f1574e86df6b37cf" providerId="LiveId" clId="{A9D9B869-BB2C-4014-8742-76A2F817DC75}" dt="2025-08-04T15:05:22.111" v="2957" actId="1035"/>
          <ac:cxnSpMkLst>
            <pc:docMk/>
            <pc:sldMk cId="4006008676" sldId="285"/>
            <ac:cxnSpMk id="554" creationId="{6A52C18D-2A64-BF24-F393-C0EA647F6D66}"/>
          </ac:cxnSpMkLst>
        </pc:cxnChg>
        <pc:cxnChg chg="add mod">
          <ac:chgData name="seungkyun park" userId="f1574e86df6b37cf" providerId="LiveId" clId="{A9D9B869-BB2C-4014-8742-76A2F817DC75}" dt="2025-08-04T15:05:22.111" v="2957" actId="1035"/>
          <ac:cxnSpMkLst>
            <pc:docMk/>
            <pc:sldMk cId="4006008676" sldId="285"/>
            <ac:cxnSpMk id="555" creationId="{B4B8CDCC-B4AA-B643-18A9-298DD422A63B}"/>
          </ac:cxnSpMkLst>
        </pc:cxnChg>
        <pc:cxnChg chg="add mod">
          <ac:chgData name="seungkyun park" userId="f1574e86df6b37cf" providerId="LiveId" clId="{A9D9B869-BB2C-4014-8742-76A2F817DC75}" dt="2025-08-04T15:06:33.362" v="3010" actId="1035"/>
          <ac:cxnSpMkLst>
            <pc:docMk/>
            <pc:sldMk cId="4006008676" sldId="285"/>
            <ac:cxnSpMk id="558" creationId="{380BDBF9-300E-F0A2-2E70-1045E2EB32A6}"/>
          </ac:cxnSpMkLst>
        </pc:cxnChg>
        <pc:cxnChg chg="add mod">
          <ac:chgData name="seungkyun park" userId="f1574e86df6b37cf" providerId="LiveId" clId="{A9D9B869-BB2C-4014-8742-76A2F817DC75}" dt="2025-08-04T15:06:33.362" v="3010" actId="1035"/>
          <ac:cxnSpMkLst>
            <pc:docMk/>
            <pc:sldMk cId="4006008676" sldId="285"/>
            <ac:cxnSpMk id="559" creationId="{1C01DBB1-99AE-7513-0C0E-7EF6FC077FDB}"/>
          </ac:cxnSpMkLst>
        </pc:cxnChg>
        <pc:cxnChg chg="add mod">
          <ac:chgData name="seungkyun park" userId="f1574e86df6b37cf" providerId="LiveId" clId="{A9D9B869-BB2C-4014-8742-76A2F817DC75}" dt="2025-08-04T15:06:33.362" v="3010" actId="1035"/>
          <ac:cxnSpMkLst>
            <pc:docMk/>
            <pc:sldMk cId="4006008676" sldId="285"/>
            <ac:cxnSpMk id="562" creationId="{44B95B92-C717-DB03-28CD-0F2BE8E5FA59}"/>
          </ac:cxnSpMkLst>
        </pc:cxnChg>
        <pc:cxnChg chg="add mod">
          <ac:chgData name="seungkyun park" userId="f1574e86df6b37cf" providerId="LiveId" clId="{A9D9B869-BB2C-4014-8742-76A2F817DC75}" dt="2025-08-04T15:06:33.362" v="3010" actId="1035"/>
          <ac:cxnSpMkLst>
            <pc:docMk/>
            <pc:sldMk cId="4006008676" sldId="285"/>
            <ac:cxnSpMk id="563" creationId="{CB22EC1C-9687-9E33-4E44-F66F0669EC07}"/>
          </ac:cxnSpMkLst>
        </pc:cxnChg>
        <pc:cxnChg chg="add mod">
          <ac:chgData name="seungkyun park" userId="f1574e86df6b37cf" providerId="LiveId" clId="{A9D9B869-BB2C-4014-8742-76A2F817DC75}" dt="2025-08-04T15:07:27.351" v="3098" actId="1035"/>
          <ac:cxnSpMkLst>
            <pc:docMk/>
            <pc:sldMk cId="4006008676" sldId="285"/>
            <ac:cxnSpMk id="565" creationId="{15CB13D4-6CE9-DD89-3C58-F32F4FEF87AC}"/>
          </ac:cxnSpMkLst>
        </pc:cxnChg>
        <pc:cxnChg chg="add mod">
          <ac:chgData name="seungkyun park" userId="f1574e86df6b37cf" providerId="LiveId" clId="{A9D9B869-BB2C-4014-8742-76A2F817DC75}" dt="2025-08-04T15:07:27.351" v="3098" actId="1035"/>
          <ac:cxnSpMkLst>
            <pc:docMk/>
            <pc:sldMk cId="4006008676" sldId="285"/>
            <ac:cxnSpMk id="568" creationId="{BDA0AB2C-BA97-7CF0-3025-61A80A520C42}"/>
          </ac:cxnSpMkLst>
        </pc:cxnChg>
        <pc:cxnChg chg="add mod">
          <ac:chgData name="seungkyun park" userId="f1574e86df6b37cf" providerId="LiveId" clId="{A9D9B869-BB2C-4014-8742-76A2F817DC75}" dt="2025-08-04T15:07:27.351" v="3098" actId="1035"/>
          <ac:cxnSpMkLst>
            <pc:docMk/>
            <pc:sldMk cId="4006008676" sldId="285"/>
            <ac:cxnSpMk id="569" creationId="{04122AA4-51B8-3693-B97D-B620B1D25082}"/>
          </ac:cxnSpMkLst>
        </pc:cxnChg>
        <pc:cxnChg chg="add mod">
          <ac:chgData name="seungkyun park" userId="f1574e86df6b37cf" providerId="LiveId" clId="{A9D9B869-BB2C-4014-8742-76A2F817DC75}" dt="2025-08-04T15:09:49.495" v="3237" actId="14100"/>
          <ac:cxnSpMkLst>
            <pc:docMk/>
            <pc:sldMk cId="4006008676" sldId="285"/>
            <ac:cxnSpMk id="571" creationId="{480F064C-775B-0D50-2CE9-E5E2C801A64B}"/>
          </ac:cxnSpMkLst>
        </pc:cxnChg>
        <pc:cxnChg chg="add mod">
          <ac:chgData name="seungkyun park" userId="f1574e86df6b37cf" providerId="LiveId" clId="{A9D9B869-BB2C-4014-8742-76A2F817DC75}" dt="2025-08-04T15:37:07.350" v="4379" actId="14100"/>
          <ac:cxnSpMkLst>
            <pc:docMk/>
            <pc:sldMk cId="4006008676" sldId="285"/>
            <ac:cxnSpMk id="572" creationId="{2D71CD24-2DDB-8879-326C-AEB0116FAFB1}"/>
          </ac:cxnSpMkLst>
        </pc:cxnChg>
        <pc:cxnChg chg="add del mod">
          <ac:chgData name="seungkyun park" userId="f1574e86df6b37cf" providerId="LiveId" clId="{A9D9B869-BB2C-4014-8742-76A2F817DC75}" dt="2025-08-04T15:59:24.839" v="4845" actId="478"/>
          <ac:cxnSpMkLst>
            <pc:docMk/>
            <pc:sldMk cId="4006008676" sldId="285"/>
            <ac:cxnSpMk id="578" creationId="{2538FB3D-5D76-5E34-FDF5-BF34E9C32725}"/>
          </ac:cxnSpMkLst>
        </pc:cxnChg>
        <pc:cxnChg chg="add mod">
          <ac:chgData name="seungkyun park" userId="f1574e86df6b37cf" providerId="LiveId" clId="{A9D9B869-BB2C-4014-8742-76A2F817DC75}" dt="2025-08-04T15:52:06.566" v="4707" actId="1038"/>
          <ac:cxnSpMkLst>
            <pc:docMk/>
            <pc:sldMk cId="4006008676" sldId="285"/>
            <ac:cxnSpMk id="599" creationId="{2B2F4984-9161-2259-BBD8-0FEE9DBB26DF}"/>
          </ac:cxnSpMkLst>
        </pc:cxnChg>
        <pc:cxnChg chg="add del mod">
          <ac:chgData name="seungkyun park" userId="f1574e86df6b37cf" providerId="LiveId" clId="{A9D9B869-BB2C-4014-8742-76A2F817DC75}" dt="2025-08-04T17:22:18.682" v="6346" actId="478"/>
          <ac:cxnSpMkLst>
            <pc:docMk/>
            <pc:sldMk cId="4006008676" sldId="285"/>
            <ac:cxnSpMk id="600" creationId="{FF2815B3-ED22-3C56-6C3B-D9BE81B82C3D}"/>
          </ac:cxnSpMkLst>
        </pc:cxnChg>
        <pc:cxnChg chg="add del mod">
          <ac:chgData name="seungkyun park" userId="f1574e86df6b37cf" providerId="LiveId" clId="{A9D9B869-BB2C-4014-8742-76A2F817DC75}" dt="2025-08-04T17:22:19.415" v="6347" actId="478"/>
          <ac:cxnSpMkLst>
            <pc:docMk/>
            <pc:sldMk cId="4006008676" sldId="285"/>
            <ac:cxnSpMk id="602" creationId="{F14D6F6A-EACF-B37E-1B5C-A34E2DCB754E}"/>
          </ac:cxnSpMkLst>
        </pc:cxnChg>
        <pc:cxnChg chg="add mod">
          <ac:chgData name="seungkyun park" userId="f1574e86df6b37cf" providerId="LiveId" clId="{A9D9B869-BB2C-4014-8742-76A2F817DC75}" dt="2025-08-04T17:40:40.235" v="6413" actId="14100"/>
          <ac:cxnSpMkLst>
            <pc:docMk/>
            <pc:sldMk cId="4006008676" sldId="285"/>
            <ac:cxnSpMk id="604" creationId="{F93E0856-5E49-EE21-0489-88F9CA1380CF}"/>
          </ac:cxnSpMkLst>
        </pc:cxnChg>
        <pc:cxnChg chg="add mod">
          <ac:chgData name="seungkyun park" userId="f1574e86df6b37cf" providerId="LiveId" clId="{A9D9B869-BB2C-4014-8742-76A2F817DC75}" dt="2025-08-04T15:40:10.271" v="4546" actId="571"/>
          <ac:cxnSpMkLst>
            <pc:docMk/>
            <pc:sldMk cId="4006008676" sldId="285"/>
            <ac:cxnSpMk id="627" creationId="{83C7BCD7-0EB5-136E-AA6D-279BC16CA11A}"/>
          </ac:cxnSpMkLst>
        </pc:cxnChg>
        <pc:cxnChg chg="add mod">
          <ac:chgData name="seungkyun park" userId="f1574e86df6b37cf" providerId="LiveId" clId="{A9D9B869-BB2C-4014-8742-76A2F817DC75}" dt="2025-08-04T16:43:10.148" v="5684" actId="1036"/>
          <ac:cxnSpMkLst>
            <pc:docMk/>
            <pc:sldMk cId="4006008676" sldId="285"/>
            <ac:cxnSpMk id="632" creationId="{C9C60DA8-B702-CA82-4E19-E82425F058FF}"/>
          </ac:cxnSpMkLst>
        </pc:cxnChg>
        <pc:cxnChg chg="del">
          <ac:chgData name="seungkyun park" userId="f1574e86df6b37cf" providerId="LiveId" clId="{A9D9B869-BB2C-4014-8742-76A2F817DC75}" dt="2025-08-04T16:05:15.510" v="5030" actId="478"/>
          <ac:cxnSpMkLst>
            <pc:docMk/>
            <pc:sldMk cId="4006008676" sldId="285"/>
            <ac:cxnSpMk id="656" creationId="{8240A6DD-DBFA-7EFC-F022-FAE5AB1F3226}"/>
          </ac:cxnSpMkLst>
        </pc:cxnChg>
        <pc:cxnChg chg="del">
          <ac:chgData name="seungkyun park" userId="f1574e86df6b37cf" providerId="LiveId" clId="{A9D9B869-BB2C-4014-8742-76A2F817DC75}" dt="2025-08-04T16:05:15.510" v="5030" actId="478"/>
          <ac:cxnSpMkLst>
            <pc:docMk/>
            <pc:sldMk cId="4006008676" sldId="285"/>
            <ac:cxnSpMk id="657" creationId="{4906730D-E899-D940-F79B-8109E570E119}"/>
          </ac:cxnSpMkLst>
        </pc:cxnChg>
        <pc:cxnChg chg="del">
          <ac:chgData name="seungkyun park" userId="f1574e86df6b37cf" providerId="LiveId" clId="{A9D9B869-BB2C-4014-8742-76A2F817DC75}" dt="2025-08-04T16:05:15.510" v="5030" actId="478"/>
          <ac:cxnSpMkLst>
            <pc:docMk/>
            <pc:sldMk cId="4006008676" sldId="285"/>
            <ac:cxnSpMk id="658" creationId="{72221940-4704-4626-0AA3-77D0BCD33795}"/>
          </ac:cxnSpMkLst>
        </pc:cxnChg>
        <pc:cxnChg chg="del">
          <ac:chgData name="seungkyun park" userId="f1574e86df6b37cf" providerId="LiveId" clId="{A9D9B869-BB2C-4014-8742-76A2F817DC75}" dt="2025-08-04T16:05:15.510" v="5030" actId="478"/>
          <ac:cxnSpMkLst>
            <pc:docMk/>
            <pc:sldMk cId="4006008676" sldId="285"/>
            <ac:cxnSpMk id="659" creationId="{C356AAE3-39E6-F6E3-C994-5FBC328BDB76}"/>
          </ac:cxnSpMkLst>
        </pc:cxnChg>
        <pc:cxnChg chg="add mod">
          <ac:chgData name="seungkyun park" userId="f1574e86df6b37cf" providerId="LiveId" clId="{A9D9B869-BB2C-4014-8742-76A2F817DC75}" dt="2025-08-04T16:36:14.120" v="5392"/>
          <ac:cxnSpMkLst>
            <pc:docMk/>
            <pc:sldMk cId="4006008676" sldId="285"/>
            <ac:cxnSpMk id="676" creationId="{280BC85F-8899-B834-E542-7E1F16973F1E}"/>
          </ac:cxnSpMkLst>
        </pc:cxnChg>
        <pc:cxnChg chg="add mod">
          <ac:chgData name="seungkyun park" userId="f1574e86df6b37cf" providerId="LiveId" clId="{A9D9B869-BB2C-4014-8742-76A2F817DC75}" dt="2025-08-04T16:40:32.404" v="5609"/>
          <ac:cxnSpMkLst>
            <pc:docMk/>
            <pc:sldMk cId="4006008676" sldId="285"/>
            <ac:cxnSpMk id="682" creationId="{7B943BEE-F59E-91A4-76F7-70681D4E619F}"/>
          </ac:cxnSpMkLst>
        </pc:cxnChg>
        <pc:cxnChg chg="add mod">
          <ac:chgData name="seungkyun park" userId="f1574e86df6b37cf" providerId="LiveId" clId="{A9D9B869-BB2C-4014-8742-76A2F817DC75}" dt="2025-08-04T16:42:09.973" v="5668"/>
          <ac:cxnSpMkLst>
            <pc:docMk/>
            <pc:sldMk cId="4006008676" sldId="285"/>
            <ac:cxnSpMk id="685" creationId="{03774167-4F93-7429-6F7E-C223A8041063}"/>
          </ac:cxnSpMkLst>
        </pc:cxnChg>
        <pc:cxnChg chg="add mod">
          <ac:chgData name="seungkyun park" userId="f1574e86df6b37cf" providerId="LiveId" clId="{A9D9B869-BB2C-4014-8742-76A2F817DC75}" dt="2025-08-04T16:43:07.683" v="5683"/>
          <ac:cxnSpMkLst>
            <pc:docMk/>
            <pc:sldMk cId="4006008676" sldId="285"/>
            <ac:cxnSpMk id="688" creationId="{9E228A7F-DC09-B7CB-9DBB-77A279C87D20}"/>
          </ac:cxnSpMkLst>
        </pc:cxnChg>
        <pc:cxnChg chg="add mod">
          <ac:chgData name="seungkyun park" userId="f1574e86df6b37cf" providerId="LiveId" clId="{A9D9B869-BB2C-4014-8742-76A2F817DC75}" dt="2025-08-04T16:44:44.852" v="5702" actId="1035"/>
          <ac:cxnSpMkLst>
            <pc:docMk/>
            <pc:sldMk cId="4006008676" sldId="285"/>
            <ac:cxnSpMk id="691" creationId="{E04E3DB8-CA49-54A7-750B-AE2BFDBBDB33}"/>
          </ac:cxnSpMkLst>
        </pc:cxnChg>
        <pc:cxnChg chg="add mod">
          <ac:chgData name="seungkyun park" userId="f1574e86df6b37cf" providerId="LiveId" clId="{A9D9B869-BB2C-4014-8742-76A2F817DC75}" dt="2025-08-04T16:45:23.039" v="5707" actId="1035"/>
          <ac:cxnSpMkLst>
            <pc:docMk/>
            <pc:sldMk cId="4006008676" sldId="285"/>
            <ac:cxnSpMk id="694" creationId="{9EF9795C-6C8B-F5C0-EAB8-F8757DC5DB80}"/>
          </ac:cxnSpMkLst>
        </pc:cxnChg>
        <pc:cxnChg chg="add mod">
          <ac:chgData name="seungkyun park" userId="f1574e86df6b37cf" providerId="LiveId" clId="{A9D9B869-BB2C-4014-8742-76A2F817DC75}" dt="2025-08-04T17:19:23.905" v="6302" actId="14100"/>
          <ac:cxnSpMkLst>
            <pc:docMk/>
            <pc:sldMk cId="4006008676" sldId="285"/>
            <ac:cxnSpMk id="852" creationId="{934080CB-28CB-C9AB-24F9-8A93FD9A9BA2}"/>
          </ac:cxnSpMkLst>
        </pc:cxnChg>
        <pc:cxnChg chg="add del mod">
          <ac:chgData name="seungkyun park" userId="f1574e86df6b37cf" providerId="LiveId" clId="{A9D9B869-BB2C-4014-8742-76A2F817DC75}" dt="2025-08-04T17:40:38.352" v="6412" actId="478"/>
          <ac:cxnSpMkLst>
            <pc:docMk/>
            <pc:sldMk cId="4006008676" sldId="285"/>
            <ac:cxnSpMk id="855" creationId="{D663D37C-8A4A-DE04-63F5-5F805EF75A0A}"/>
          </ac:cxnSpMkLst>
        </pc:cxnChg>
        <pc:cxnChg chg="add del mod">
          <ac:chgData name="seungkyun park" userId="f1574e86df6b37cf" providerId="LiveId" clId="{A9D9B869-BB2C-4014-8742-76A2F817DC75}" dt="2025-08-04T17:40:36.402" v="6410" actId="21"/>
          <ac:cxnSpMkLst>
            <pc:docMk/>
            <pc:sldMk cId="4006008676" sldId="285"/>
            <ac:cxnSpMk id="857" creationId="{C86BEEA3-EC89-E05B-C4E3-4CA198F819C9}"/>
          </ac:cxnSpMkLst>
        </pc:cxnChg>
        <pc:cxnChg chg="add del mod">
          <ac:chgData name="seungkyun park" userId="f1574e86df6b37cf" providerId="LiveId" clId="{A9D9B869-BB2C-4014-8742-76A2F817DC75}" dt="2025-08-04T17:41:00.365" v="6415" actId="478"/>
          <ac:cxnSpMkLst>
            <pc:docMk/>
            <pc:sldMk cId="4006008676" sldId="285"/>
            <ac:cxnSpMk id="859" creationId="{F0DA7705-27C2-16B1-31BB-12EA8434596B}"/>
          </ac:cxnSpMkLst>
        </pc:cxnChg>
        <pc:cxnChg chg="add del mod">
          <ac:chgData name="seungkyun park" userId="f1574e86df6b37cf" providerId="LiveId" clId="{A9D9B869-BB2C-4014-8742-76A2F817DC75}" dt="2025-08-04T17:41:15.128" v="6428" actId="21"/>
          <ac:cxnSpMkLst>
            <pc:docMk/>
            <pc:sldMk cId="4006008676" sldId="285"/>
            <ac:cxnSpMk id="860" creationId="{FFA224EC-934B-39EB-9B1C-C8574059B3D7}"/>
          </ac:cxnSpMkLst>
        </pc:cxnChg>
        <pc:cxnChg chg="add del mod">
          <ac:chgData name="seungkyun park" userId="f1574e86df6b37cf" providerId="LiveId" clId="{A9D9B869-BB2C-4014-8742-76A2F817DC75}" dt="2025-08-04T17:24:34.734" v="6393" actId="21"/>
          <ac:cxnSpMkLst>
            <pc:docMk/>
            <pc:sldMk cId="4006008676" sldId="285"/>
            <ac:cxnSpMk id="861" creationId="{335275EC-AF5C-F41F-7829-B3FE0F195A1B}"/>
          </ac:cxnSpMkLst>
        </pc:cxnChg>
        <pc:cxnChg chg="add del mod">
          <ac:chgData name="seungkyun park" userId="f1574e86df6b37cf" providerId="LiveId" clId="{A9D9B869-BB2C-4014-8742-76A2F817DC75}" dt="2025-08-04T17:42:41.881" v="6492" actId="21"/>
          <ac:cxnSpMkLst>
            <pc:docMk/>
            <pc:sldMk cId="4006008676" sldId="285"/>
            <ac:cxnSpMk id="863" creationId="{335275EC-AF5C-F41F-7829-B3FE0F195A1B}"/>
          </ac:cxnSpMkLst>
        </pc:cxnChg>
        <pc:cxnChg chg="add mod">
          <ac:chgData name="seungkyun park" userId="f1574e86df6b37cf" providerId="LiveId" clId="{A9D9B869-BB2C-4014-8742-76A2F817DC75}" dt="2025-08-04T17:40:36.693" v="6411"/>
          <ac:cxnSpMkLst>
            <pc:docMk/>
            <pc:sldMk cId="4006008676" sldId="285"/>
            <ac:cxnSpMk id="865" creationId="{C86BEEA3-EC89-E05B-C4E3-4CA198F819C9}"/>
          </ac:cxnSpMkLst>
        </pc:cxnChg>
        <pc:cxnChg chg="add mod">
          <ac:chgData name="seungkyun park" userId="f1574e86df6b37cf" providerId="LiveId" clId="{A9D9B869-BB2C-4014-8742-76A2F817DC75}" dt="2025-08-04T17:48:10.160" v="6649" actId="1038"/>
          <ac:cxnSpMkLst>
            <pc:docMk/>
            <pc:sldMk cId="4006008676" sldId="285"/>
            <ac:cxnSpMk id="868" creationId="{FFA224EC-934B-39EB-9B1C-C8574059B3D7}"/>
          </ac:cxnSpMkLst>
        </pc:cxnChg>
        <pc:cxnChg chg="add mod">
          <ac:chgData name="seungkyun park" userId="f1574e86df6b37cf" providerId="LiveId" clId="{A9D9B869-BB2C-4014-8742-76A2F817DC75}" dt="2025-08-04T17:42:42.269" v="6493"/>
          <ac:cxnSpMkLst>
            <pc:docMk/>
            <pc:sldMk cId="4006008676" sldId="285"/>
            <ac:cxnSpMk id="870" creationId="{335275EC-AF5C-F41F-7829-B3FE0F195A1B}"/>
          </ac:cxnSpMkLst>
        </pc:cxnChg>
        <pc:cxnChg chg="add mod">
          <ac:chgData name="seungkyun park" userId="f1574e86df6b37cf" providerId="LiveId" clId="{A9D9B869-BB2C-4014-8742-76A2F817DC75}" dt="2025-08-04T17:42:51.731" v="6497" actId="1037"/>
          <ac:cxnSpMkLst>
            <pc:docMk/>
            <pc:sldMk cId="4006008676" sldId="285"/>
            <ac:cxnSpMk id="871" creationId="{35E60DCE-27D0-3753-A5F8-2B349962E70F}"/>
          </ac:cxnSpMkLst>
        </pc:cxnChg>
        <pc:cxnChg chg="add mod">
          <ac:chgData name="seungkyun park" userId="f1574e86df6b37cf" providerId="LiveId" clId="{A9D9B869-BB2C-4014-8742-76A2F817DC75}" dt="2025-08-04T17:47:07.034" v="6583" actId="1036"/>
          <ac:cxnSpMkLst>
            <pc:docMk/>
            <pc:sldMk cId="4006008676" sldId="285"/>
            <ac:cxnSpMk id="873" creationId="{B7B48DCC-22B8-EB57-16DD-DAD77C127B85}"/>
          </ac:cxnSpMkLst>
        </pc:cxnChg>
        <pc:cxnChg chg="add mod">
          <ac:chgData name="seungkyun park" userId="f1574e86df6b37cf" providerId="LiveId" clId="{A9D9B869-BB2C-4014-8742-76A2F817DC75}" dt="2025-08-04T17:42:59.123" v="6501" actId="1038"/>
          <ac:cxnSpMkLst>
            <pc:docMk/>
            <pc:sldMk cId="4006008676" sldId="285"/>
            <ac:cxnSpMk id="874" creationId="{C24C194E-2BE9-6CFD-1F52-6B448068F8FA}"/>
          </ac:cxnSpMkLst>
        </pc:cxnChg>
        <pc:cxnChg chg="add mod">
          <ac:chgData name="seungkyun park" userId="f1574e86df6b37cf" providerId="LiveId" clId="{A9D9B869-BB2C-4014-8742-76A2F817DC75}" dt="2025-08-04T17:47:07.034" v="6583" actId="1036"/>
          <ac:cxnSpMkLst>
            <pc:docMk/>
            <pc:sldMk cId="4006008676" sldId="285"/>
            <ac:cxnSpMk id="876" creationId="{C410FCAD-94A8-AB6B-BFF6-79B67A6A5893}"/>
          </ac:cxnSpMkLst>
        </pc:cxnChg>
        <pc:cxnChg chg="add mod">
          <ac:chgData name="seungkyun park" userId="f1574e86df6b37cf" providerId="LiveId" clId="{A9D9B869-BB2C-4014-8742-76A2F817DC75}" dt="2025-08-04T17:43:02.791" v="6504" actId="1037"/>
          <ac:cxnSpMkLst>
            <pc:docMk/>
            <pc:sldMk cId="4006008676" sldId="285"/>
            <ac:cxnSpMk id="877" creationId="{F0B11C96-5099-C063-BA08-6F98E0628C6F}"/>
          </ac:cxnSpMkLst>
        </pc:cxnChg>
        <pc:cxnChg chg="add mod">
          <ac:chgData name="seungkyun park" userId="f1574e86df6b37cf" providerId="LiveId" clId="{A9D9B869-BB2C-4014-8742-76A2F817DC75}" dt="2025-08-04T17:47:07.034" v="6583" actId="1036"/>
          <ac:cxnSpMkLst>
            <pc:docMk/>
            <pc:sldMk cId="4006008676" sldId="285"/>
            <ac:cxnSpMk id="879" creationId="{BF72C4D7-A353-84A6-6EB3-95E08FA39F02}"/>
          </ac:cxnSpMkLst>
        </pc:cxnChg>
        <pc:cxnChg chg="add mod">
          <ac:chgData name="seungkyun park" userId="f1574e86df6b37cf" providerId="LiveId" clId="{A9D9B869-BB2C-4014-8742-76A2F817DC75}" dt="2025-08-04T17:43:08.342" v="6507" actId="1037"/>
          <ac:cxnSpMkLst>
            <pc:docMk/>
            <pc:sldMk cId="4006008676" sldId="285"/>
            <ac:cxnSpMk id="880" creationId="{0B6B13D9-F135-66F1-A441-4D759D19A8F5}"/>
          </ac:cxnSpMkLst>
        </pc:cxnChg>
        <pc:cxnChg chg="add mod">
          <ac:chgData name="seungkyun park" userId="f1574e86df6b37cf" providerId="LiveId" clId="{A9D9B869-BB2C-4014-8742-76A2F817DC75}" dt="2025-08-04T17:47:07.034" v="6583" actId="1036"/>
          <ac:cxnSpMkLst>
            <pc:docMk/>
            <pc:sldMk cId="4006008676" sldId="285"/>
            <ac:cxnSpMk id="882" creationId="{E9029539-2571-59FC-8CE3-BA7B41DFC65C}"/>
          </ac:cxnSpMkLst>
        </pc:cxnChg>
        <pc:cxnChg chg="add mod">
          <ac:chgData name="seungkyun park" userId="f1574e86df6b37cf" providerId="LiveId" clId="{A9D9B869-BB2C-4014-8742-76A2F817DC75}" dt="2025-08-04T17:43:17.182" v="6508" actId="571"/>
          <ac:cxnSpMkLst>
            <pc:docMk/>
            <pc:sldMk cId="4006008676" sldId="285"/>
            <ac:cxnSpMk id="883" creationId="{3EE0FBB5-BCFE-59A3-4346-5B9597D179ED}"/>
          </ac:cxnSpMkLst>
        </pc:cxnChg>
        <pc:cxnChg chg="add mod">
          <ac:chgData name="seungkyun park" userId="f1574e86df6b37cf" providerId="LiveId" clId="{A9D9B869-BB2C-4014-8742-76A2F817DC75}" dt="2025-08-04T17:47:07.034" v="6583" actId="1036"/>
          <ac:cxnSpMkLst>
            <pc:docMk/>
            <pc:sldMk cId="4006008676" sldId="285"/>
            <ac:cxnSpMk id="885" creationId="{B64F0406-B36C-0C96-2FF2-7AD98DE8C312}"/>
          </ac:cxnSpMkLst>
        </pc:cxnChg>
        <pc:cxnChg chg="add mod">
          <ac:chgData name="seungkyun park" userId="f1574e86df6b37cf" providerId="LiveId" clId="{A9D9B869-BB2C-4014-8742-76A2F817DC75}" dt="2025-08-04T17:43:21.239" v="6509" actId="571"/>
          <ac:cxnSpMkLst>
            <pc:docMk/>
            <pc:sldMk cId="4006008676" sldId="285"/>
            <ac:cxnSpMk id="886" creationId="{1BC750EB-1D32-06C6-2AF6-6B7F58ED3927}"/>
          </ac:cxnSpMkLst>
        </pc:cxnChg>
        <pc:cxnChg chg="add mod">
          <ac:chgData name="seungkyun park" userId="f1574e86df6b37cf" providerId="LiveId" clId="{A9D9B869-BB2C-4014-8742-76A2F817DC75}" dt="2025-08-04T17:47:07.034" v="6583" actId="1036"/>
          <ac:cxnSpMkLst>
            <pc:docMk/>
            <pc:sldMk cId="4006008676" sldId="285"/>
            <ac:cxnSpMk id="888" creationId="{32214DB9-7C2F-FD6C-5B75-DA51D85BFDED}"/>
          </ac:cxnSpMkLst>
        </pc:cxnChg>
        <pc:cxnChg chg="add mod">
          <ac:chgData name="seungkyun park" userId="f1574e86df6b37cf" providerId="LiveId" clId="{A9D9B869-BB2C-4014-8742-76A2F817DC75}" dt="2025-08-04T17:43:29.372" v="6510" actId="571"/>
          <ac:cxnSpMkLst>
            <pc:docMk/>
            <pc:sldMk cId="4006008676" sldId="285"/>
            <ac:cxnSpMk id="889" creationId="{CA9895B7-86E1-D478-FE62-4773250562A7}"/>
          </ac:cxnSpMkLst>
        </pc:cxnChg>
        <pc:cxnChg chg="add mod">
          <ac:chgData name="seungkyun park" userId="f1574e86df6b37cf" providerId="LiveId" clId="{A9D9B869-BB2C-4014-8742-76A2F817DC75}" dt="2025-08-04T17:47:07.034" v="6583" actId="1036"/>
          <ac:cxnSpMkLst>
            <pc:docMk/>
            <pc:sldMk cId="4006008676" sldId="285"/>
            <ac:cxnSpMk id="891" creationId="{97A81161-D7CA-4D89-8F06-3D352ADC2D6F}"/>
          </ac:cxnSpMkLst>
        </pc:cxnChg>
        <pc:cxnChg chg="add mod">
          <ac:chgData name="seungkyun park" userId="f1574e86df6b37cf" providerId="LiveId" clId="{A9D9B869-BB2C-4014-8742-76A2F817DC75}" dt="2025-08-04T17:43:32.292" v="6511" actId="571"/>
          <ac:cxnSpMkLst>
            <pc:docMk/>
            <pc:sldMk cId="4006008676" sldId="285"/>
            <ac:cxnSpMk id="892" creationId="{2C436EB5-EA14-5A3C-1315-FA3199148E09}"/>
          </ac:cxnSpMkLst>
        </pc:cxnChg>
        <pc:cxnChg chg="add mod">
          <ac:chgData name="seungkyun park" userId="f1574e86df6b37cf" providerId="LiveId" clId="{A9D9B869-BB2C-4014-8742-76A2F817DC75}" dt="2025-08-04T17:48:40.934" v="6698" actId="692"/>
          <ac:cxnSpMkLst>
            <pc:docMk/>
            <pc:sldMk cId="4006008676" sldId="285"/>
            <ac:cxnSpMk id="894" creationId="{880C87DD-2512-297D-FE5A-5335C11D0A76}"/>
          </ac:cxnSpMkLst>
        </pc:cxnChg>
        <pc:cxnChg chg="add mod">
          <ac:chgData name="seungkyun park" userId="f1574e86df6b37cf" providerId="LiveId" clId="{A9D9B869-BB2C-4014-8742-76A2F817DC75}" dt="2025-08-04T17:43:34.964" v="6512" actId="571"/>
          <ac:cxnSpMkLst>
            <pc:docMk/>
            <pc:sldMk cId="4006008676" sldId="285"/>
            <ac:cxnSpMk id="895" creationId="{7A475C96-C06F-7CE1-6993-1A74085BDAD2}"/>
          </ac:cxnSpMkLst>
        </pc:cxnChg>
        <pc:cxnChg chg="add mod">
          <ac:chgData name="seungkyun park" userId="f1574e86df6b37cf" providerId="LiveId" clId="{A9D9B869-BB2C-4014-8742-76A2F817DC75}" dt="2025-08-04T17:48:29.186" v="6692" actId="571"/>
          <ac:cxnSpMkLst>
            <pc:docMk/>
            <pc:sldMk cId="4006008676" sldId="285"/>
            <ac:cxnSpMk id="900" creationId="{B4785EE0-0886-8E67-2656-886F798BF5AD}"/>
          </ac:cxnSpMkLst>
        </pc:cxnChg>
        <pc:cxnChg chg="add mod">
          <ac:chgData name="seungkyun park" userId="f1574e86df6b37cf" providerId="LiveId" clId="{A9D9B869-BB2C-4014-8742-76A2F817DC75}" dt="2025-08-04T17:48:40.934" v="6698" actId="692"/>
          <ac:cxnSpMkLst>
            <pc:docMk/>
            <pc:sldMk cId="4006008676" sldId="285"/>
            <ac:cxnSpMk id="901" creationId="{563E99A3-E35A-DDD2-C2C9-C19CE3934B62}"/>
          </ac:cxnSpMkLst>
        </pc:cxnChg>
        <pc:cxnChg chg="add del mod">
          <ac:chgData name="seungkyun park" userId="f1574e86df6b37cf" providerId="LiveId" clId="{A9D9B869-BB2C-4014-8742-76A2F817DC75}" dt="2025-08-04T17:49:03.339" v="6722" actId="21"/>
          <ac:cxnSpMkLst>
            <pc:docMk/>
            <pc:sldMk cId="4006008676" sldId="285"/>
            <ac:cxnSpMk id="903" creationId="{14DCA9BF-B6C1-A0FF-80C5-F2DD11FFBC7E}"/>
          </ac:cxnSpMkLst>
        </pc:cxnChg>
        <pc:cxnChg chg="add mod">
          <ac:chgData name="seungkyun park" userId="f1574e86df6b37cf" providerId="LiveId" clId="{A9D9B869-BB2C-4014-8742-76A2F817DC75}" dt="2025-08-04T17:49:03.679" v="6723"/>
          <ac:cxnSpMkLst>
            <pc:docMk/>
            <pc:sldMk cId="4006008676" sldId="285"/>
            <ac:cxnSpMk id="905" creationId="{14DCA9BF-B6C1-A0FF-80C5-F2DD11FFBC7E}"/>
          </ac:cxnSpMkLst>
        </pc:cxnChg>
        <pc:cxnChg chg="add mod">
          <ac:chgData name="seungkyun park" userId="f1574e86df6b37cf" providerId="LiveId" clId="{A9D9B869-BB2C-4014-8742-76A2F817DC75}" dt="2025-08-04T17:52:49.367" v="6858" actId="108"/>
          <ac:cxnSpMkLst>
            <pc:docMk/>
            <pc:sldMk cId="4006008676" sldId="285"/>
            <ac:cxnSpMk id="906" creationId="{23C4664B-AB10-A009-7045-9668E69D43EC}"/>
          </ac:cxnSpMkLst>
        </pc:cxnChg>
        <pc:cxnChg chg="add mod">
          <ac:chgData name="seungkyun park" userId="f1574e86df6b37cf" providerId="LiveId" clId="{A9D9B869-BB2C-4014-8742-76A2F817DC75}" dt="2025-08-04T17:52:19.321" v="6853" actId="14100"/>
          <ac:cxnSpMkLst>
            <pc:docMk/>
            <pc:sldMk cId="4006008676" sldId="285"/>
            <ac:cxnSpMk id="908" creationId="{047765D8-9215-C06E-46FD-824F591B80C0}"/>
          </ac:cxnSpMkLst>
        </pc:cxnChg>
        <pc:cxnChg chg="add mod">
          <ac:chgData name="seungkyun park" userId="f1574e86df6b37cf" providerId="LiveId" clId="{A9D9B869-BB2C-4014-8742-76A2F817DC75}" dt="2025-08-04T17:52:59.976" v="6859" actId="692"/>
          <ac:cxnSpMkLst>
            <pc:docMk/>
            <pc:sldMk cId="4006008676" sldId="285"/>
            <ac:cxnSpMk id="911" creationId="{3A654C24-898F-8149-BBDD-1727516AA489}"/>
          </ac:cxnSpMkLst>
        </pc:cxnChg>
      </pc:sldChg>
      <pc:sldMasterChg chg="modSldLayout">
        <pc:chgData name="seungkyun park" userId="f1574e86df6b37cf" providerId="LiveId" clId="{A9D9B869-BB2C-4014-8742-76A2F817DC75}" dt="2025-08-04T10:11:27.928" v="2" actId="478"/>
        <pc:sldMasterMkLst>
          <pc:docMk/>
          <pc:sldMasterMk cId="1496743938" sldId="2147483734"/>
        </pc:sldMasterMkLst>
        <pc:sldLayoutChg chg="delSp modSp mod">
          <pc:chgData name="seungkyun park" userId="f1574e86df6b37cf" providerId="LiveId" clId="{A9D9B869-BB2C-4014-8742-76A2F817DC75}" dt="2025-08-04T10:11:27.928" v="2" actId="478"/>
          <pc:sldLayoutMkLst>
            <pc:docMk/>
            <pc:sldMasterMk cId="1496743938" sldId="2147483734"/>
            <pc:sldLayoutMk cId="1973408116" sldId="2147483736"/>
          </pc:sldLayoutMkLst>
          <pc:cxnChg chg="del">
            <ac:chgData name="seungkyun park" userId="f1574e86df6b37cf" providerId="LiveId" clId="{A9D9B869-BB2C-4014-8742-76A2F817DC75}" dt="2025-08-04T10:11:27.928" v="2" actId="478"/>
            <ac:cxnSpMkLst>
              <pc:docMk/>
              <pc:sldMasterMk cId="1496743938" sldId="2147483734"/>
              <pc:sldLayoutMk cId="1973408116" sldId="2147483736"/>
              <ac:cxnSpMk id="7" creationId="{E9CFF928-9B60-BEF7-0DBF-D39CBC976663}"/>
            </ac:cxnSpMkLst>
          </pc:cxnChg>
        </pc:sldLayoutChg>
      </pc:sldMasterChg>
    </pc:docChg>
  </pc:docChgLst>
  <pc:docChgLst>
    <pc:chgData name="seungkyun park" userId="f1574e86df6b37cf" providerId="LiveId" clId="{3A2A9901-1F52-4855-B492-9D7FB880BEF1}"/>
    <pc:docChg chg="undo custSel mod modSld">
      <pc:chgData name="seungkyun park" userId="f1574e86df6b37cf" providerId="LiveId" clId="{3A2A9901-1F52-4855-B492-9D7FB880BEF1}" dt="2025-06-03T03:26:45.555" v="59" actId="1035"/>
      <pc:docMkLst>
        <pc:docMk/>
      </pc:docMkLst>
      <pc:sldChg chg="addSp delSp modSp mod">
        <pc:chgData name="seungkyun park" userId="f1574e86df6b37cf" providerId="LiveId" clId="{3A2A9901-1F52-4855-B492-9D7FB880BEF1}" dt="2025-06-03T03:26:45.555" v="59" actId="1035"/>
        <pc:sldMkLst>
          <pc:docMk/>
          <pc:sldMk cId="68514707" sldId="280"/>
        </pc:sldMkLst>
      </pc:sldChg>
    </pc:docChg>
  </pc:docChgLst>
  <pc:docChgLst>
    <pc:chgData name="seungkyun park" userId="f1574e86df6b37cf" providerId="LiveId" clId="{7CCF9389-FC57-442E-8C8F-013ED0D606B0}"/>
    <pc:docChg chg="undo redo custSel mod addSld delSld modSld delMainMaster modMainMaster">
      <pc:chgData name="seungkyun park" userId="f1574e86df6b37cf" providerId="LiveId" clId="{7CCF9389-FC57-442E-8C8F-013ED0D606B0}" dt="2024-12-15T14:26:04.919" v="934"/>
      <pc:docMkLst>
        <pc:docMk/>
      </pc:docMkLst>
      <pc:sldChg chg="delSp modSp mod">
        <pc:chgData name="seungkyun park" userId="f1574e86df6b37cf" providerId="LiveId" clId="{7CCF9389-FC57-442E-8C8F-013ED0D606B0}" dt="2024-12-13T14:11:11.161" v="43" actId="478"/>
        <pc:sldMkLst>
          <pc:docMk/>
          <pc:sldMk cId="837102360" sldId="256"/>
        </pc:sldMkLst>
      </pc:sldChg>
      <pc:sldChg chg="del">
        <pc:chgData name="seungkyun park" userId="f1574e86df6b37cf" providerId="LiveId" clId="{7CCF9389-FC57-442E-8C8F-013ED0D606B0}" dt="2024-12-11T16:53:52.756" v="17" actId="47"/>
        <pc:sldMkLst>
          <pc:docMk/>
          <pc:sldMk cId="2672315987" sldId="264"/>
        </pc:sldMkLst>
      </pc:sldChg>
      <pc:sldChg chg="del">
        <pc:chgData name="seungkyun park" userId="f1574e86df6b37cf" providerId="LiveId" clId="{7CCF9389-FC57-442E-8C8F-013ED0D606B0}" dt="2024-12-11T16:53:52.756" v="17" actId="47"/>
        <pc:sldMkLst>
          <pc:docMk/>
          <pc:sldMk cId="1144404730" sldId="265"/>
        </pc:sldMkLst>
      </pc:sldChg>
      <pc:sldChg chg="del">
        <pc:chgData name="seungkyun park" userId="f1574e86df6b37cf" providerId="LiveId" clId="{7CCF9389-FC57-442E-8C8F-013ED0D606B0}" dt="2024-12-11T16:53:52.756" v="17" actId="47"/>
        <pc:sldMkLst>
          <pc:docMk/>
          <pc:sldMk cId="229116852" sldId="266"/>
        </pc:sldMkLst>
      </pc:sldChg>
      <pc:sldChg chg="del">
        <pc:chgData name="seungkyun park" userId="f1574e86df6b37cf" providerId="LiveId" clId="{7CCF9389-FC57-442E-8C8F-013ED0D606B0}" dt="2024-12-11T16:53:52.756" v="17" actId="47"/>
        <pc:sldMkLst>
          <pc:docMk/>
          <pc:sldMk cId="1776569825" sldId="267"/>
        </pc:sldMkLst>
      </pc:sldChg>
      <pc:sldChg chg="del">
        <pc:chgData name="seungkyun park" userId="f1574e86df6b37cf" providerId="LiveId" clId="{7CCF9389-FC57-442E-8C8F-013ED0D606B0}" dt="2024-12-11T16:53:52.756" v="17" actId="47"/>
        <pc:sldMkLst>
          <pc:docMk/>
          <pc:sldMk cId="965184183" sldId="268"/>
        </pc:sldMkLst>
      </pc:sldChg>
      <pc:sldChg chg="del">
        <pc:chgData name="seungkyun park" userId="f1574e86df6b37cf" providerId="LiveId" clId="{7CCF9389-FC57-442E-8C8F-013ED0D606B0}" dt="2024-12-11T16:53:52.756" v="17" actId="47"/>
        <pc:sldMkLst>
          <pc:docMk/>
          <pc:sldMk cId="620185417" sldId="269"/>
        </pc:sldMkLst>
      </pc:sldChg>
      <pc:sldChg chg="del">
        <pc:chgData name="seungkyun park" userId="f1574e86df6b37cf" providerId="LiveId" clId="{7CCF9389-FC57-442E-8C8F-013ED0D606B0}" dt="2024-12-11T16:53:52.756" v="17" actId="47"/>
        <pc:sldMkLst>
          <pc:docMk/>
          <pc:sldMk cId="327497428" sldId="270"/>
        </pc:sldMkLst>
      </pc:sldChg>
      <pc:sldChg chg="del">
        <pc:chgData name="seungkyun park" userId="f1574e86df6b37cf" providerId="LiveId" clId="{7CCF9389-FC57-442E-8C8F-013ED0D606B0}" dt="2024-12-11T16:53:52.756" v="17" actId="47"/>
        <pc:sldMkLst>
          <pc:docMk/>
          <pc:sldMk cId="395285393" sldId="271"/>
        </pc:sldMkLst>
      </pc:sldChg>
      <pc:sldChg chg="addSp delSp modSp mod">
        <pc:chgData name="seungkyun park" userId="f1574e86df6b37cf" providerId="LiveId" clId="{7CCF9389-FC57-442E-8C8F-013ED0D606B0}" dt="2024-12-13T14:15:19.770" v="260" actId="478"/>
        <pc:sldMkLst>
          <pc:docMk/>
          <pc:sldMk cId="68514707" sldId="280"/>
        </pc:sldMkLst>
      </pc:sldChg>
      <pc:sldChg chg="modSp add del">
        <pc:chgData name="seungkyun park" userId="f1574e86df6b37cf" providerId="LiveId" clId="{7CCF9389-FC57-442E-8C8F-013ED0D606B0}" dt="2024-12-13T14:02:16.490" v="27"/>
        <pc:sldMkLst>
          <pc:docMk/>
          <pc:sldMk cId="1723837309" sldId="281"/>
        </pc:sldMkLst>
      </pc:sldChg>
      <pc:sldChg chg="del">
        <pc:chgData name="seungkyun park" userId="f1574e86df6b37cf" providerId="LiveId" clId="{7CCF9389-FC57-442E-8C8F-013ED0D606B0}" dt="2024-12-11T16:53:52.756" v="17" actId="47"/>
        <pc:sldMkLst>
          <pc:docMk/>
          <pc:sldMk cId="2574761150" sldId="281"/>
        </pc:sldMkLst>
      </pc:sldChg>
      <pc:sldChg chg="addSp delSp modSp add mod">
        <pc:chgData name="seungkyun park" userId="f1574e86df6b37cf" providerId="LiveId" clId="{7CCF9389-FC57-442E-8C8F-013ED0D606B0}" dt="2024-12-15T14:26:04.919" v="934"/>
        <pc:sldMkLst>
          <pc:docMk/>
          <pc:sldMk cId="3377727067" sldId="281"/>
        </pc:sldMkLst>
      </pc:sldChg>
      <pc:sldChg chg="del">
        <pc:chgData name="seungkyun park" userId="f1574e86df6b37cf" providerId="LiveId" clId="{7CCF9389-FC57-442E-8C8F-013ED0D606B0}" dt="2024-12-11T16:53:52.756" v="17" actId="47"/>
        <pc:sldMkLst>
          <pc:docMk/>
          <pc:sldMk cId="3885953653" sldId="282"/>
        </pc:sldMkLst>
      </pc:sldChg>
      <pc:sldChg chg="del">
        <pc:chgData name="seungkyun park" userId="f1574e86df6b37cf" providerId="LiveId" clId="{7CCF9389-FC57-442E-8C8F-013ED0D606B0}" dt="2024-12-11T16:53:52.756" v="17" actId="47"/>
        <pc:sldMkLst>
          <pc:docMk/>
          <pc:sldMk cId="4000065465" sldId="283"/>
        </pc:sldMkLst>
      </pc:sldChg>
      <pc:sldMasterChg chg="modSp modSldLayout">
        <pc:chgData name="seungkyun park" userId="f1574e86df6b37cf" providerId="LiveId" clId="{7CCF9389-FC57-442E-8C8F-013ED0D606B0}" dt="2024-12-13T14:02:16.100" v="26"/>
        <pc:sldMasterMkLst>
          <pc:docMk/>
          <pc:sldMasterMk cId="1164409469" sldId="2147483660"/>
        </pc:sldMasterMkLst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1164409469" sldId="2147483660"/>
            <pc:sldLayoutMk cId="3099226172" sldId="2147483661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1164409469" sldId="2147483660"/>
            <pc:sldLayoutMk cId="1440664780" sldId="2147483663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1164409469" sldId="2147483660"/>
            <pc:sldLayoutMk cId="3198770134" sldId="2147483664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1164409469" sldId="2147483660"/>
            <pc:sldLayoutMk cId="1022480562" sldId="2147483665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1164409469" sldId="2147483660"/>
            <pc:sldLayoutMk cId="26329112" sldId="2147483668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1164409469" sldId="2147483660"/>
            <pc:sldLayoutMk cId="1090547929" sldId="2147483669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1164409469" sldId="2147483660"/>
            <pc:sldLayoutMk cId="4086337804" sldId="2147483671"/>
          </pc:sldLayoutMkLst>
        </pc:sldLayoutChg>
      </pc:sldMasterChg>
      <pc:sldMasterChg chg="del delSldLayout">
        <pc:chgData name="seungkyun park" userId="f1574e86df6b37cf" providerId="LiveId" clId="{7CCF9389-FC57-442E-8C8F-013ED0D606B0}" dt="2024-12-11T16:53:52.756" v="17" actId="47"/>
        <pc:sldMasterMkLst>
          <pc:docMk/>
          <pc:sldMasterMk cId="4250131062" sldId="2147483672"/>
        </pc:sldMasterMkLst>
        <pc:sldLayoutChg chg="del">
          <pc:chgData name="seungkyun park" userId="f1574e86df6b37cf" providerId="LiveId" clId="{7CCF9389-FC57-442E-8C8F-013ED0D606B0}" dt="2024-12-11T16:53:52.756" v="17" actId="47"/>
          <pc:sldLayoutMkLst>
            <pc:docMk/>
            <pc:sldMasterMk cId="4250131062" sldId="2147483672"/>
            <pc:sldLayoutMk cId="150876270" sldId="2147483673"/>
          </pc:sldLayoutMkLst>
        </pc:sldLayoutChg>
        <pc:sldLayoutChg chg="del">
          <pc:chgData name="seungkyun park" userId="f1574e86df6b37cf" providerId="LiveId" clId="{7CCF9389-FC57-442E-8C8F-013ED0D606B0}" dt="2024-12-11T16:53:52.756" v="17" actId="47"/>
          <pc:sldLayoutMkLst>
            <pc:docMk/>
            <pc:sldMasterMk cId="4250131062" sldId="2147483672"/>
            <pc:sldLayoutMk cId="3848228084" sldId="2147483674"/>
          </pc:sldLayoutMkLst>
        </pc:sldLayoutChg>
        <pc:sldLayoutChg chg="del">
          <pc:chgData name="seungkyun park" userId="f1574e86df6b37cf" providerId="LiveId" clId="{7CCF9389-FC57-442E-8C8F-013ED0D606B0}" dt="2024-12-11T16:53:52.756" v="17" actId="47"/>
          <pc:sldLayoutMkLst>
            <pc:docMk/>
            <pc:sldMasterMk cId="4250131062" sldId="2147483672"/>
            <pc:sldLayoutMk cId="502397190" sldId="2147483675"/>
          </pc:sldLayoutMkLst>
        </pc:sldLayoutChg>
        <pc:sldLayoutChg chg="del">
          <pc:chgData name="seungkyun park" userId="f1574e86df6b37cf" providerId="LiveId" clId="{7CCF9389-FC57-442E-8C8F-013ED0D606B0}" dt="2024-12-11T16:53:52.756" v="17" actId="47"/>
          <pc:sldLayoutMkLst>
            <pc:docMk/>
            <pc:sldMasterMk cId="4250131062" sldId="2147483672"/>
            <pc:sldLayoutMk cId="3126880442" sldId="2147483676"/>
          </pc:sldLayoutMkLst>
        </pc:sldLayoutChg>
        <pc:sldLayoutChg chg="del">
          <pc:chgData name="seungkyun park" userId="f1574e86df6b37cf" providerId="LiveId" clId="{7CCF9389-FC57-442E-8C8F-013ED0D606B0}" dt="2024-12-11T16:53:52.756" v="17" actId="47"/>
          <pc:sldLayoutMkLst>
            <pc:docMk/>
            <pc:sldMasterMk cId="4250131062" sldId="2147483672"/>
            <pc:sldLayoutMk cId="463051470" sldId="2147483677"/>
          </pc:sldLayoutMkLst>
        </pc:sldLayoutChg>
        <pc:sldLayoutChg chg="del">
          <pc:chgData name="seungkyun park" userId="f1574e86df6b37cf" providerId="LiveId" clId="{7CCF9389-FC57-442E-8C8F-013ED0D606B0}" dt="2024-12-11T16:53:52.756" v="17" actId="47"/>
          <pc:sldLayoutMkLst>
            <pc:docMk/>
            <pc:sldMasterMk cId="4250131062" sldId="2147483672"/>
            <pc:sldLayoutMk cId="1847031004" sldId="2147483678"/>
          </pc:sldLayoutMkLst>
        </pc:sldLayoutChg>
        <pc:sldLayoutChg chg="del">
          <pc:chgData name="seungkyun park" userId="f1574e86df6b37cf" providerId="LiveId" clId="{7CCF9389-FC57-442E-8C8F-013ED0D606B0}" dt="2024-12-11T16:53:52.756" v="17" actId="47"/>
          <pc:sldLayoutMkLst>
            <pc:docMk/>
            <pc:sldMasterMk cId="4250131062" sldId="2147483672"/>
            <pc:sldLayoutMk cId="15969328" sldId="2147483679"/>
          </pc:sldLayoutMkLst>
        </pc:sldLayoutChg>
        <pc:sldLayoutChg chg="del">
          <pc:chgData name="seungkyun park" userId="f1574e86df6b37cf" providerId="LiveId" clId="{7CCF9389-FC57-442E-8C8F-013ED0D606B0}" dt="2024-12-11T16:53:52.756" v="17" actId="47"/>
          <pc:sldLayoutMkLst>
            <pc:docMk/>
            <pc:sldMasterMk cId="4250131062" sldId="2147483672"/>
            <pc:sldLayoutMk cId="2453109727" sldId="2147483680"/>
          </pc:sldLayoutMkLst>
        </pc:sldLayoutChg>
        <pc:sldLayoutChg chg="del">
          <pc:chgData name="seungkyun park" userId="f1574e86df6b37cf" providerId="LiveId" clId="{7CCF9389-FC57-442E-8C8F-013ED0D606B0}" dt="2024-12-11T16:53:52.756" v="17" actId="47"/>
          <pc:sldLayoutMkLst>
            <pc:docMk/>
            <pc:sldMasterMk cId="4250131062" sldId="2147483672"/>
            <pc:sldLayoutMk cId="499508318" sldId="2147483681"/>
          </pc:sldLayoutMkLst>
        </pc:sldLayoutChg>
        <pc:sldLayoutChg chg="del">
          <pc:chgData name="seungkyun park" userId="f1574e86df6b37cf" providerId="LiveId" clId="{7CCF9389-FC57-442E-8C8F-013ED0D606B0}" dt="2024-12-11T16:53:52.756" v="17" actId="47"/>
          <pc:sldLayoutMkLst>
            <pc:docMk/>
            <pc:sldMasterMk cId="4250131062" sldId="2147483672"/>
            <pc:sldLayoutMk cId="2933246280" sldId="2147483682"/>
          </pc:sldLayoutMkLst>
        </pc:sldLayoutChg>
        <pc:sldLayoutChg chg="del">
          <pc:chgData name="seungkyun park" userId="f1574e86df6b37cf" providerId="LiveId" clId="{7CCF9389-FC57-442E-8C8F-013ED0D606B0}" dt="2024-12-11T16:53:52.756" v="17" actId="47"/>
          <pc:sldLayoutMkLst>
            <pc:docMk/>
            <pc:sldMasterMk cId="4250131062" sldId="2147483672"/>
            <pc:sldLayoutMk cId="1283685763" sldId="2147483683"/>
          </pc:sldLayoutMkLst>
        </pc:sldLayoutChg>
        <pc:sldLayoutChg chg="del">
          <pc:chgData name="seungkyun park" userId="f1574e86df6b37cf" providerId="LiveId" clId="{7CCF9389-FC57-442E-8C8F-013ED0D606B0}" dt="2024-12-11T16:53:52.756" v="17" actId="47"/>
          <pc:sldLayoutMkLst>
            <pc:docMk/>
            <pc:sldMasterMk cId="4250131062" sldId="2147483672"/>
            <pc:sldLayoutMk cId="1637868112" sldId="2147483684"/>
          </pc:sldLayoutMkLst>
        </pc:sldLayoutChg>
      </pc:sldMasterChg>
      <pc:sldMasterChg chg="modSp modSldLayout">
        <pc:chgData name="seungkyun park" userId="f1574e86df6b37cf" providerId="LiveId" clId="{7CCF9389-FC57-442E-8C8F-013ED0D606B0}" dt="2024-12-13T14:02:16.100" v="26"/>
        <pc:sldMasterMkLst>
          <pc:docMk/>
          <pc:sldMasterMk cId="3734028872" sldId="2147483685"/>
        </pc:sldMasterMkLst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3734028872" sldId="2147483685"/>
            <pc:sldLayoutMk cId="3683556651" sldId="2147483686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1496743938" sldId="2147483734"/>
            <pc:sldLayoutMk cId="3744608823" sldId="2147483687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3734028872" sldId="2147483685"/>
            <pc:sldLayoutMk cId="1605802766" sldId="2147483688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3734028872" sldId="2147483685"/>
            <pc:sldLayoutMk cId="143842270" sldId="2147483689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3734028872" sldId="2147483685"/>
            <pc:sldLayoutMk cId="899162192" sldId="2147483690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3734028872" sldId="2147483685"/>
            <pc:sldLayoutMk cId="2338826127" sldId="2147483693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3734028872" sldId="2147483685"/>
            <pc:sldLayoutMk cId="2457459909" sldId="2147483694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3734028872" sldId="2147483685"/>
            <pc:sldLayoutMk cId="8067147" sldId="2147483696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1496743938" sldId="2147483734"/>
            <pc:sldLayoutMk cId="3533516051" sldId="2147483697"/>
          </pc:sldLayoutMkLst>
        </pc:sldLayoutChg>
      </pc:sldMasterChg>
      <pc:sldMasterChg chg="modSp modSldLayout">
        <pc:chgData name="seungkyun park" userId="f1574e86df6b37cf" providerId="LiveId" clId="{7CCF9389-FC57-442E-8C8F-013ED0D606B0}" dt="2024-12-13T14:02:15.648" v="25"/>
        <pc:sldMasterMkLst>
          <pc:docMk/>
          <pc:sldMasterMk cId="3531425498" sldId="2147483698"/>
        </pc:sldMasterMkLst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3531425498" sldId="2147483698"/>
            <pc:sldLayoutMk cId="3746773872" sldId="2147483699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3531425498" sldId="2147483698"/>
            <pc:sldLayoutMk cId="387866230" sldId="2147483701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3531425498" sldId="2147483698"/>
            <pc:sldLayoutMk cId="1203682737" sldId="2147483702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3531425498" sldId="2147483698"/>
            <pc:sldLayoutMk cId="3782900137" sldId="2147483703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3531425498" sldId="2147483698"/>
            <pc:sldLayoutMk cId="3147057144" sldId="2147483706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3531425498" sldId="2147483698"/>
            <pc:sldLayoutMk cId="1783478024" sldId="2147483707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3531425498" sldId="2147483698"/>
            <pc:sldLayoutMk cId="2250244780" sldId="2147483709"/>
          </pc:sldLayoutMkLst>
        </pc:sldLayoutChg>
      </pc:sldMasterChg>
      <pc:sldMasterChg chg="modSp modSldLayout">
        <pc:chgData name="seungkyun park" userId="f1574e86df6b37cf" providerId="LiveId" clId="{7CCF9389-FC57-442E-8C8F-013ED0D606B0}" dt="2024-12-13T14:06:26.875" v="37"/>
        <pc:sldMasterMkLst>
          <pc:docMk/>
          <pc:sldMasterMk cId="4234636751" sldId="2147483698"/>
        </pc:sldMasterMkLst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4234636751" sldId="2147483698"/>
            <pc:sldLayoutMk cId="1987076141" sldId="2147483699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4234636751" sldId="2147483698"/>
            <pc:sldLayoutMk cId="1424525908" sldId="2147483701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4234636751" sldId="2147483698"/>
            <pc:sldLayoutMk cId="4100268934" sldId="2147483702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4234636751" sldId="2147483698"/>
            <pc:sldLayoutMk cId="2468249855" sldId="2147483703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4234636751" sldId="2147483698"/>
            <pc:sldLayoutMk cId="2695869940" sldId="2147483706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4234636751" sldId="2147483698"/>
            <pc:sldLayoutMk cId="3589454759" sldId="2147483707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4234636751" sldId="2147483698"/>
            <pc:sldLayoutMk cId="23945614" sldId="2147483709"/>
          </pc:sldLayoutMkLst>
        </pc:sldLayoutChg>
      </pc:sldMasterChg>
      <pc:sldMasterChg chg="modSp modSldLayout">
        <pc:chgData name="seungkyun park" userId="f1574e86df6b37cf" providerId="LiveId" clId="{7CCF9389-FC57-442E-8C8F-013ED0D606B0}" dt="2024-12-13T14:02:15.648" v="25"/>
        <pc:sldMasterMkLst>
          <pc:docMk/>
          <pc:sldMasterMk cId="2707882511" sldId="2147483710"/>
        </pc:sldMasterMkLst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1496743938" sldId="2147483734"/>
            <pc:sldLayoutMk cId="3744608823" sldId="2147483687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1496743938" sldId="2147483734"/>
            <pc:sldLayoutMk cId="3533516051" sldId="2147483697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2707882511" sldId="2147483710"/>
            <pc:sldLayoutMk cId="538054238" sldId="2147483711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2707882511" sldId="2147483710"/>
            <pc:sldLayoutMk cId="1124180246" sldId="2147483712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2707882511" sldId="2147483710"/>
            <pc:sldLayoutMk cId="1647619991" sldId="2147483713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2707882511" sldId="2147483710"/>
            <pc:sldLayoutMk cId="1860660603" sldId="2147483714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2707882511" sldId="2147483710"/>
            <pc:sldLayoutMk cId="1167901597" sldId="2147483715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2707882511" sldId="2147483710"/>
            <pc:sldLayoutMk cId="1103145865" sldId="2147483718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2707882511" sldId="2147483710"/>
            <pc:sldLayoutMk cId="3510321581" sldId="2147483719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2707882511" sldId="2147483710"/>
            <pc:sldLayoutMk cId="4205644512" sldId="2147483721"/>
          </pc:sldLayoutMkLst>
        </pc:sldLayoutChg>
      </pc:sldMasterChg>
      <pc:sldMasterChg chg="modSp modSldLayout">
        <pc:chgData name="seungkyun park" userId="f1574e86df6b37cf" providerId="LiveId" clId="{7CCF9389-FC57-442E-8C8F-013ED0D606B0}" dt="2024-12-13T14:06:26.875" v="37"/>
        <pc:sldMasterMkLst>
          <pc:docMk/>
          <pc:sldMasterMk cId="3491263652" sldId="2147483710"/>
        </pc:sldMasterMkLst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1496743938" sldId="2147483734"/>
            <pc:sldLayoutMk cId="3744608823" sldId="2147483687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1496743938" sldId="2147483734"/>
            <pc:sldLayoutMk cId="3533516051" sldId="2147483697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3491263652" sldId="2147483710"/>
            <pc:sldLayoutMk cId="3934495324" sldId="2147483711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3491263652" sldId="2147483710"/>
            <pc:sldLayoutMk cId="1043854388" sldId="2147483712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3491263652" sldId="2147483710"/>
            <pc:sldLayoutMk cId="3188203887" sldId="2147483713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3491263652" sldId="2147483710"/>
            <pc:sldLayoutMk cId="1289351189" sldId="2147483714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3491263652" sldId="2147483710"/>
            <pc:sldLayoutMk cId="3726360578" sldId="2147483715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3491263652" sldId="2147483710"/>
            <pc:sldLayoutMk cId="4091557180" sldId="2147483718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3491263652" sldId="2147483710"/>
            <pc:sldLayoutMk cId="204264855" sldId="2147483719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3491263652" sldId="2147483710"/>
            <pc:sldLayoutMk cId="2933279330" sldId="214748372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890F0C-2184-41FF-BF35-11D9438B7B5C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0F4AEE-5772-4223-AA06-D892B97339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0571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5CA5B-8839-4734-221D-EB709BB80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F0C872-4A2C-C5C0-1164-80EB224F92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D4B292-7128-9270-C1DD-B92EE00E60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FCFF6B-2AA0-D812-A26B-FFC38F9F74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667686-8597-47CA-82B1-26FC38B3971E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34402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39B8D-EC04-8C2F-7769-1A9E8AF5C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6A8B57-0F4A-784E-5E2F-EF37CE9533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1AA619F-A068-800B-7122-A12C108B9D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3274B9-8C51-E2AE-65C9-DF28A2BC5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667686-8597-47CA-82B1-26FC38B3971E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97740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60046" y="4242116"/>
            <a:ext cx="34560272" cy="9024244"/>
          </a:xfrm>
        </p:spPr>
        <p:txBody>
          <a:bodyPr anchor="b"/>
          <a:lstStyle>
            <a:lvl1pPr algn="ctr">
              <a:defRPr sz="22678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60046" y="13614370"/>
            <a:ext cx="34560272" cy="6258167"/>
          </a:xfrm>
        </p:spPr>
        <p:txBody>
          <a:bodyPr/>
          <a:lstStyle>
            <a:lvl1pPr marL="0" indent="0" algn="ctr">
              <a:buNone/>
              <a:defRPr sz="9071"/>
            </a:lvl1pPr>
            <a:lvl2pPr marL="1728033" indent="0" algn="ctr">
              <a:buNone/>
              <a:defRPr sz="7559"/>
            </a:lvl2pPr>
            <a:lvl3pPr marL="3456066" indent="0" algn="ctr">
              <a:buNone/>
              <a:defRPr sz="6803"/>
            </a:lvl3pPr>
            <a:lvl4pPr marL="5184099" indent="0" algn="ctr">
              <a:buNone/>
              <a:defRPr sz="6047"/>
            </a:lvl4pPr>
            <a:lvl5pPr marL="6912132" indent="0" algn="ctr">
              <a:buNone/>
              <a:defRPr sz="6047"/>
            </a:lvl5pPr>
            <a:lvl6pPr marL="8640166" indent="0" algn="ctr">
              <a:buNone/>
              <a:defRPr sz="6047"/>
            </a:lvl6pPr>
            <a:lvl7pPr marL="10368199" indent="0" algn="ctr">
              <a:buNone/>
              <a:defRPr sz="6047"/>
            </a:lvl7pPr>
            <a:lvl8pPr marL="12096232" indent="0" algn="ctr">
              <a:buNone/>
              <a:defRPr sz="6047"/>
            </a:lvl8pPr>
            <a:lvl9pPr marL="13824265" indent="0" algn="ctr">
              <a:buNone/>
              <a:defRPr sz="6047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3588-838E-442D-8FB1-DE9DAD4497CA}" type="datetimeFigureOut">
              <a:rPr lang="ko-KR" altLang="en-US" smtClean="0"/>
              <a:t>2025-08-04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70138-4E7B-42F6-9D24-4EA2C367A4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3582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3588-838E-442D-8FB1-DE9DAD4497CA}" type="datetimeFigureOut">
              <a:rPr lang="ko-KR" altLang="en-US" smtClean="0"/>
              <a:t>2025-08-04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70138-4E7B-42F6-9D24-4EA2C367A4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69771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4025" y="6462178"/>
            <a:ext cx="39744313" cy="10782289"/>
          </a:xfrm>
        </p:spPr>
        <p:txBody>
          <a:bodyPr anchor="b"/>
          <a:lstStyle>
            <a:lvl1pPr>
              <a:defRPr sz="22678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4025" y="17346472"/>
            <a:ext cx="39744313" cy="5670151"/>
          </a:xfrm>
        </p:spPr>
        <p:txBody>
          <a:bodyPr/>
          <a:lstStyle>
            <a:lvl1pPr marL="0" indent="0">
              <a:buNone/>
              <a:defRPr sz="9071">
                <a:solidFill>
                  <a:schemeClr val="tx1">
                    <a:tint val="75000"/>
                  </a:schemeClr>
                </a:solidFill>
              </a:defRPr>
            </a:lvl1pPr>
            <a:lvl2pPr marL="1728033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2pPr>
            <a:lvl3pPr marL="3456066" indent="0">
              <a:buNone/>
              <a:defRPr sz="6803">
                <a:solidFill>
                  <a:schemeClr val="tx1">
                    <a:tint val="75000"/>
                  </a:schemeClr>
                </a:solidFill>
              </a:defRPr>
            </a:lvl3pPr>
            <a:lvl4pPr marL="5184099" indent="0">
              <a:buNone/>
              <a:defRPr sz="6047">
                <a:solidFill>
                  <a:schemeClr val="tx1">
                    <a:tint val="75000"/>
                  </a:schemeClr>
                </a:solidFill>
              </a:defRPr>
            </a:lvl4pPr>
            <a:lvl5pPr marL="6912132" indent="0">
              <a:buNone/>
              <a:defRPr sz="6047">
                <a:solidFill>
                  <a:schemeClr val="tx1">
                    <a:tint val="75000"/>
                  </a:schemeClr>
                </a:solidFill>
              </a:defRPr>
            </a:lvl5pPr>
            <a:lvl6pPr marL="8640166" indent="0">
              <a:buNone/>
              <a:defRPr sz="6047">
                <a:solidFill>
                  <a:schemeClr val="tx1">
                    <a:tint val="75000"/>
                  </a:schemeClr>
                </a:solidFill>
              </a:defRPr>
            </a:lvl6pPr>
            <a:lvl7pPr marL="10368199" indent="0">
              <a:buNone/>
              <a:defRPr sz="6047">
                <a:solidFill>
                  <a:schemeClr val="tx1">
                    <a:tint val="75000"/>
                  </a:schemeClr>
                </a:solidFill>
              </a:defRPr>
            </a:lvl7pPr>
            <a:lvl8pPr marL="12096232" indent="0">
              <a:buNone/>
              <a:defRPr sz="6047">
                <a:solidFill>
                  <a:schemeClr val="tx1">
                    <a:tint val="75000"/>
                  </a:schemeClr>
                </a:solidFill>
              </a:defRPr>
            </a:lvl8pPr>
            <a:lvl9pPr marL="13824265" indent="0">
              <a:buNone/>
              <a:defRPr sz="604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3588-838E-442D-8FB1-DE9DAD4497CA}" type="datetimeFigureOut">
              <a:rPr lang="ko-KR" altLang="en-US" smtClean="0"/>
              <a:t>2025-08-04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70138-4E7B-42F6-9D24-4EA2C367A4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617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68025" y="6900186"/>
            <a:ext cx="19584154" cy="1644644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3328184" y="6900186"/>
            <a:ext cx="19584154" cy="1644644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3588-838E-442D-8FB1-DE9DAD4497CA}" type="datetimeFigureOut">
              <a:rPr lang="ko-KR" altLang="en-US" smtClean="0"/>
              <a:t>2025-08-04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70138-4E7B-42F6-9D24-4EA2C367A4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21728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4027" y="1380039"/>
            <a:ext cx="39744313" cy="501013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74029" y="6354174"/>
            <a:ext cx="19494152" cy="3114082"/>
          </a:xfrm>
        </p:spPr>
        <p:txBody>
          <a:bodyPr anchor="b"/>
          <a:lstStyle>
            <a:lvl1pPr marL="0" indent="0">
              <a:buNone/>
              <a:defRPr sz="9071" b="1"/>
            </a:lvl1pPr>
            <a:lvl2pPr marL="1728033" indent="0">
              <a:buNone/>
              <a:defRPr sz="7559" b="1"/>
            </a:lvl2pPr>
            <a:lvl3pPr marL="3456066" indent="0">
              <a:buNone/>
              <a:defRPr sz="6803" b="1"/>
            </a:lvl3pPr>
            <a:lvl4pPr marL="5184099" indent="0">
              <a:buNone/>
              <a:defRPr sz="6047" b="1"/>
            </a:lvl4pPr>
            <a:lvl5pPr marL="6912132" indent="0">
              <a:buNone/>
              <a:defRPr sz="6047" b="1"/>
            </a:lvl5pPr>
            <a:lvl6pPr marL="8640166" indent="0">
              <a:buNone/>
              <a:defRPr sz="6047" b="1"/>
            </a:lvl6pPr>
            <a:lvl7pPr marL="10368199" indent="0">
              <a:buNone/>
              <a:defRPr sz="6047" b="1"/>
            </a:lvl7pPr>
            <a:lvl8pPr marL="12096232" indent="0">
              <a:buNone/>
              <a:defRPr sz="6047" b="1"/>
            </a:lvl8pPr>
            <a:lvl9pPr marL="13824265" indent="0">
              <a:buNone/>
              <a:defRPr sz="60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74029" y="9468256"/>
            <a:ext cx="19494152" cy="1392637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3328184" y="6354174"/>
            <a:ext cx="19590156" cy="3114082"/>
          </a:xfrm>
        </p:spPr>
        <p:txBody>
          <a:bodyPr anchor="b"/>
          <a:lstStyle>
            <a:lvl1pPr marL="0" indent="0">
              <a:buNone/>
              <a:defRPr sz="9071" b="1"/>
            </a:lvl1pPr>
            <a:lvl2pPr marL="1728033" indent="0">
              <a:buNone/>
              <a:defRPr sz="7559" b="1"/>
            </a:lvl2pPr>
            <a:lvl3pPr marL="3456066" indent="0">
              <a:buNone/>
              <a:defRPr sz="6803" b="1"/>
            </a:lvl3pPr>
            <a:lvl4pPr marL="5184099" indent="0">
              <a:buNone/>
              <a:defRPr sz="6047" b="1"/>
            </a:lvl4pPr>
            <a:lvl5pPr marL="6912132" indent="0">
              <a:buNone/>
              <a:defRPr sz="6047" b="1"/>
            </a:lvl5pPr>
            <a:lvl6pPr marL="8640166" indent="0">
              <a:buNone/>
              <a:defRPr sz="6047" b="1"/>
            </a:lvl6pPr>
            <a:lvl7pPr marL="10368199" indent="0">
              <a:buNone/>
              <a:defRPr sz="6047" b="1"/>
            </a:lvl7pPr>
            <a:lvl8pPr marL="12096232" indent="0">
              <a:buNone/>
              <a:defRPr sz="6047" b="1"/>
            </a:lvl8pPr>
            <a:lvl9pPr marL="13824265" indent="0">
              <a:buNone/>
              <a:defRPr sz="60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3328184" y="9468256"/>
            <a:ext cx="19590156" cy="1392637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3588-838E-442D-8FB1-DE9DAD4497CA}" type="datetimeFigureOut">
              <a:rPr lang="ko-KR" altLang="en-US" smtClean="0"/>
              <a:t>2025-08-04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70138-4E7B-42F6-9D24-4EA2C367A4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87943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3588-838E-442D-8FB1-DE9DAD4497CA}" type="datetimeFigureOut">
              <a:rPr lang="ko-KR" altLang="en-US" smtClean="0"/>
              <a:t>2025-08-04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70138-4E7B-42F6-9D24-4EA2C367A4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0996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3588-838E-442D-8FB1-DE9DAD4497CA}" type="datetimeFigureOut">
              <a:rPr lang="ko-KR" altLang="en-US" smtClean="0"/>
              <a:t>2025-08-04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70138-4E7B-42F6-9D24-4EA2C367A4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033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4029" y="1728047"/>
            <a:ext cx="14862115" cy="6048163"/>
          </a:xfrm>
        </p:spPr>
        <p:txBody>
          <a:bodyPr anchor="b"/>
          <a:lstStyle>
            <a:lvl1pPr>
              <a:defRPr sz="1209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90156" y="3732103"/>
            <a:ext cx="23328184" cy="18420497"/>
          </a:xfrm>
        </p:spPr>
        <p:txBody>
          <a:bodyPr/>
          <a:lstStyle>
            <a:lvl1pPr>
              <a:defRPr sz="12095"/>
            </a:lvl1pPr>
            <a:lvl2pPr>
              <a:defRPr sz="10583"/>
            </a:lvl2pPr>
            <a:lvl3pPr>
              <a:defRPr sz="9071"/>
            </a:lvl3pPr>
            <a:lvl4pPr>
              <a:defRPr sz="7559"/>
            </a:lvl4pPr>
            <a:lvl5pPr>
              <a:defRPr sz="7559"/>
            </a:lvl5pPr>
            <a:lvl6pPr>
              <a:defRPr sz="7559"/>
            </a:lvl6pPr>
            <a:lvl7pPr>
              <a:defRPr sz="7559"/>
            </a:lvl7pPr>
            <a:lvl8pPr>
              <a:defRPr sz="7559"/>
            </a:lvl8pPr>
            <a:lvl9pPr>
              <a:defRPr sz="755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74029" y="7776210"/>
            <a:ext cx="14862115" cy="14406391"/>
          </a:xfrm>
        </p:spPr>
        <p:txBody>
          <a:bodyPr/>
          <a:lstStyle>
            <a:lvl1pPr marL="0" indent="0">
              <a:buNone/>
              <a:defRPr sz="6047"/>
            </a:lvl1pPr>
            <a:lvl2pPr marL="1728033" indent="0">
              <a:buNone/>
              <a:defRPr sz="5291"/>
            </a:lvl2pPr>
            <a:lvl3pPr marL="3456066" indent="0">
              <a:buNone/>
              <a:defRPr sz="4536"/>
            </a:lvl3pPr>
            <a:lvl4pPr marL="5184099" indent="0">
              <a:buNone/>
              <a:defRPr sz="3780"/>
            </a:lvl4pPr>
            <a:lvl5pPr marL="6912132" indent="0">
              <a:buNone/>
              <a:defRPr sz="3780"/>
            </a:lvl5pPr>
            <a:lvl6pPr marL="8640166" indent="0">
              <a:buNone/>
              <a:defRPr sz="3780"/>
            </a:lvl6pPr>
            <a:lvl7pPr marL="10368199" indent="0">
              <a:buNone/>
              <a:defRPr sz="3780"/>
            </a:lvl7pPr>
            <a:lvl8pPr marL="12096232" indent="0">
              <a:buNone/>
              <a:defRPr sz="3780"/>
            </a:lvl8pPr>
            <a:lvl9pPr marL="13824265" indent="0">
              <a:buNone/>
              <a:defRPr sz="378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3588-838E-442D-8FB1-DE9DAD4497CA}" type="datetimeFigureOut">
              <a:rPr lang="ko-KR" altLang="en-US" smtClean="0"/>
              <a:t>2025-08-04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70138-4E7B-42F6-9D24-4EA2C367A4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89943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4029" y="1728047"/>
            <a:ext cx="14862115" cy="6048163"/>
          </a:xfrm>
        </p:spPr>
        <p:txBody>
          <a:bodyPr anchor="b"/>
          <a:lstStyle>
            <a:lvl1pPr>
              <a:defRPr sz="1209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590156" y="3732103"/>
            <a:ext cx="23328184" cy="18420497"/>
          </a:xfrm>
        </p:spPr>
        <p:txBody>
          <a:bodyPr anchor="t"/>
          <a:lstStyle>
            <a:lvl1pPr marL="0" indent="0">
              <a:buNone/>
              <a:defRPr sz="12095"/>
            </a:lvl1pPr>
            <a:lvl2pPr marL="1728033" indent="0">
              <a:buNone/>
              <a:defRPr sz="10583"/>
            </a:lvl2pPr>
            <a:lvl3pPr marL="3456066" indent="0">
              <a:buNone/>
              <a:defRPr sz="9071"/>
            </a:lvl3pPr>
            <a:lvl4pPr marL="5184099" indent="0">
              <a:buNone/>
              <a:defRPr sz="7559"/>
            </a:lvl4pPr>
            <a:lvl5pPr marL="6912132" indent="0">
              <a:buNone/>
              <a:defRPr sz="7559"/>
            </a:lvl5pPr>
            <a:lvl6pPr marL="8640166" indent="0">
              <a:buNone/>
              <a:defRPr sz="7559"/>
            </a:lvl6pPr>
            <a:lvl7pPr marL="10368199" indent="0">
              <a:buNone/>
              <a:defRPr sz="7559"/>
            </a:lvl7pPr>
            <a:lvl8pPr marL="12096232" indent="0">
              <a:buNone/>
              <a:defRPr sz="7559"/>
            </a:lvl8pPr>
            <a:lvl9pPr marL="13824265" indent="0">
              <a:buNone/>
              <a:defRPr sz="7559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74029" y="7776210"/>
            <a:ext cx="14862115" cy="14406391"/>
          </a:xfrm>
        </p:spPr>
        <p:txBody>
          <a:bodyPr/>
          <a:lstStyle>
            <a:lvl1pPr marL="0" indent="0">
              <a:buNone/>
              <a:defRPr sz="6047"/>
            </a:lvl1pPr>
            <a:lvl2pPr marL="1728033" indent="0">
              <a:buNone/>
              <a:defRPr sz="5291"/>
            </a:lvl2pPr>
            <a:lvl3pPr marL="3456066" indent="0">
              <a:buNone/>
              <a:defRPr sz="4536"/>
            </a:lvl3pPr>
            <a:lvl4pPr marL="5184099" indent="0">
              <a:buNone/>
              <a:defRPr sz="3780"/>
            </a:lvl4pPr>
            <a:lvl5pPr marL="6912132" indent="0">
              <a:buNone/>
              <a:defRPr sz="3780"/>
            </a:lvl5pPr>
            <a:lvl6pPr marL="8640166" indent="0">
              <a:buNone/>
              <a:defRPr sz="3780"/>
            </a:lvl6pPr>
            <a:lvl7pPr marL="10368199" indent="0">
              <a:buNone/>
              <a:defRPr sz="3780"/>
            </a:lvl7pPr>
            <a:lvl8pPr marL="12096232" indent="0">
              <a:buNone/>
              <a:defRPr sz="3780"/>
            </a:lvl8pPr>
            <a:lvl9pPr marL="13824265" indent="0">
              <a:buNone/>
              <a:defRPr sz="378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3588-838E-442D-8FB1-DE9DAD4497CA}" type="datetimeFigureOut">
              <a:rPr lang="ko-KR" altLang="en-US" smtClean="0"/>
              <a:t>2025-08-04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70138-4E7B-42F6-9D24-4EA2C367A4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67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3588-838E-442D-8FB1-DE9DAD4497CA}" type="datetimeFigureOut">
              <a:rPr lang="ko-KR" altLang="en-US" smtClean="0"/>
              <a:t>2025-08-04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70138-4E7B-42F6-9D24-4EA2C367A4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0591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2976260" y="1380037"/>
            <a:ext cx="9936078" cy="2196659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168025" y="1380037"/>
            <a:ext cx="29232230" cy="2196659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3588-838E-442D-8FB1-DE9DAD4497CA}" type="datetimeFigureOut">
              <a:rPr lang="ko-KR" altLang="en-US" smtClean="0"/>
              <a:t>2025-08-04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70138-4E7B-42F6-9D24-4EA2C367A4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66775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60046" y="4242116"/>
            <a:ext cx="34560272" cy="9024244"/>
          </a:xfrm>
        </p:spPr>
        <p:txBody>
          <a:bodyPr anchor="b"/>
          <a:lstStyle>
            <a:lvl1pPr algn="ctr">
              <a:defRPr sz="22678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60046" y="13614370"/>
            <a:ext cx="34560272" cy="6258167"/>
          </a:xfrm>
        </p:spPr>
        <p:txBody>
          <a:bodyPr/>
          <a:lstStyle>
            <a:lvl1pPr marL="0" indent="0" algn="ctr">
              <a:buNone/>
              <a:defRPr sz="9071"/>
            </a:lvl1pPr>
            <a:lvl2pPr marL="1728033" indent="0" algn="ctr">
              <a:buNone/>
              <a:defRPr sz="7559"/>
            </a:lvl2pPr>
            <a:lvl3pPr marL="3456066" indent="0" algn="ctr">
              <a:buNone/>
              <a:defRPr sz="6803"/>
            </a:lvl3pPr>
            <a:lvl4pPr marL="5184099" indent="0" algn="ctr">
              <a:buNone/>
              <a:defRPr sz="6047"/>
            </a:lvl4pPr>
            <a:lvl5pPr marL="6912132" indent="0" algn="ctr">
              <a:buNone/>
              <a:defRPr sz="6047"/>
            </a:lvl5pPr>
            <a:lvl6pPr marL="8640166" indent="0" algn="ctr">
              <a:buNone/>
              <a:defRPr sz="6047"/>
            </a:lvl6pPr>
            <a:lvl7pPr marL="10368199" indent="0" algn="ctr">
              <a:buNone/>
              <a:defRPr sz="6047"/>
            </a:lvl7pPr>
            <a:lvl8pPr marL="12096232" indent="0" algn="ctr">
              <a:buNone/>
              <a:defRPr sz="6047"/>
            </a:lvl8pPr>
            <a:lvl9pPr marL="13824265" indent="0" algn="ctr">
              <a:buNone/>
              <a:defRPr sz="6047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7F477-1FC8-4434-8FCD-351EFB41DA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7293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7F477-1FC8-4434-8FCD-351EFB41DA6F}" type="slidenum">
              <a:rPr lang="ko-KR" altLang="en-US" smtClean="0"/>
              <a:pPr/>
              <a:t>‹#›</a:t>
            </a:fld>
            <a:r>
              <a:rPr lang="ko-KR" altLang="en-US"/>
              <a:t> </a:t>
            </a:r>
            <a:r>
              <a:rPr lang="en-US" altLang="ko-KR">
                <a:solidFill>
                  <a:schemeClr val="bg1">
                    <a:lumMod val="75000"/>
                  </a:schemeClr>
                </a:solidFill>
              </a:rPr>
              <a:t>/ 24</a:t>
            </a:r>
            <a:endParaRPr lang="ko-KR" altLang="en-US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34081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164" userDrawn="1">
          <p15:clr>
            <a:srgbClr val="FBAE40"/>
          </p15:clr>
        </p15:guide>
        <p15:guide id="2" pos="14513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4025" y="6462178"/>
            <a:ext cx="39744313" cy="10782289"/>
          </a:xfrm>
        </p:spPr>
        <p:txBody>
          <a:bodyPr anchor="b"/>
          <a:lstStyle>
            <a:lvl1pPr>
              <a:defRPr sz="22678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4025" y="17346472"/>
            <a:ext cx="39744313" cy="5670151"/>
          </a:xfrm>
        </p:spPr>
        <p:txBody>
          <a:bodyPr/>
          <a:lstStyle>
            <a:lvl1pPr marL="0" indent="0">
              <a:buNone/>
              <a:defRPr sz="9071">
                <a:solidFill>
                  <a:schemeClr val="tx1">
                    <a:tint val="75000"/>
                  </a:schemeClr>
                </a:solidFill>
              </a:defRPr>
            </a:lvl1pPr>
            <a:lvl2pPr marL="1728033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2pPr>
            <a:lvl3pPr marL="3456066" indent="0">
              <a:buNone/>
              <a:defRPr sz="6803">
                <a:solidFill>
                  <a:schemeClr val="tx1">
                    <a:tint val="75000"/>
                  </a:schemeClr>
                </a:solidFill>
              </a:defRPr>
            </a:lvl3pPr>
            <a:lvl4pPr marL="5184099" indent="0">
              <a:buNone/>
              <a:defRPr sz="6047">
                <a:solidFill>
                  <a:schemeClr val="tx1">
                    <a:tint val="75000"/>
                  </a:schemeClr>
                </a:solidFill>
              </a:defRPr>
            </a:lvl4pPr>
            <a:lvl5pPr marL="6912132" indent="0">
              <a:buNone/>
              <a:defRPr sz="6047">
                <a:solidFill>
                  <a:schemeClr val="tx1">
                    <a:tint val="75000"/>
                  </a:schemeClr>
                </a:solidFill>
              </a:defRPr>
            </a:lvl5pPr>
            <a:lvl6pPr marL="8640166" indent="0">
              <a:buNone/>
              <a:defRPr sz="6047">
                <a:solidFill>
                  <a:schemeClr val="tx1">
                    <a:tint val="75000"/>
                  </a:schemeClr>
                </a:solidFill>
              </a:defRPr>
            </a:lvl6pPr>
            <a:lvl7pPr marL="10368199" indent="0">
              <a:buNone/>
              <a:defRPr sz="6047">
                <a:solidFill>
                  <a:schemeClr val="tx1">
                    <a:tint val="75000"/>
                  </a:schemeClr>
                </a:solidFill>
              </a:defRPr>
            </a:lvl7pPr>
            <a:lvl8pPr marL="12096232" indent="0">
              <a:buNone/>
              <a:defRPr sz="6047">
                <a:solidFill>
                  <a:schemeClr val="tx1">
                    <a:tint val="75000"/>
                  </a:schemeClr>
                </a:solidFill>
              </a:defRPr>
            </a:lvl8pPr>
            <a:lvl9pPr marL="13824265" indent="0">
              <a:buNone/>
              <a:defRPr sz="604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7F477-1FC8-4434-8FCD-351EFB41DA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05517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68025" y="6900186"/>
            <a:ext cx="19584154" cy="1644644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3328184" y="6900186"/>
            <a:ext cx="19584154" cy="1644644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7F477-1FC8-4434-8FCD-351EFB41DA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62818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4027" y="1380039"/>
            <a:ext cx="39744313" cy="501013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74029" y="6354174"/>
            <a:ext cx="19494152" cy="3114082"/>
          </a:xfrm>
        </p:spPr>
        <p:txBody>
          <a:bodyPr anchor="b"/>
          <a:lstStyle>
            <a:lvl1pPr marL="0" indent="0">
              <a:buNone/>
              <a:defRPr sz="9071" b="1"/>
            </a:lvl1pPr>
            <a:lvl2pPr marL="1728033" indent="0">
              <a:buNone/>
              <a:defRPr sz="7559" b="1"/>
            </a:lvl2pPr>
            <a:lvl3pPr marL="3456066" indent="0">
              <a:buNone/>
              <a:defRPr sz="6803" b="1"/>
            </a:lvl3pPr>
            <a:lvl4pPr marL="5184099" indent="0">
              <a:buNone/>
              <a:defRPr sz="6047" b="1"/>
            </a:lvl4pPr>
            <a:lvl5pPr marL="6912132" indent="0">
              <a:buNone/>
              <a:defRPr sz="6047" b="1"/>
            </a:lvl5pPr>
            <a:lvl6pPr marL="8640166" indent="0">
              <a:buNone/>
              <a:defRPr sz="6047" b="1"/>
            </a:lvl6pPr>
            <a:lvl7pPr marL="10368199" indent="0">
              <a:buNone/>
              <a:defRPr sz="6047" b="1"/>
            </a:lvl7pPr>
            <a:lvl8pPr marL="12096232" indent="0">
              <a:buNone/>
              <a:defRPr sz="6047" b="1"/>
            </a:lvl8pPr>
            <a:lvl9pPr marL="13824265" indent="0">
              <a:buNone/>
              <a:defRPr sz="60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74029" y="9468256"/>
            <a:ext cx="19494152" cy="1392637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3328184" y="6354174"/>
            <a:ext cx="19590156" cy="3114082"/>
          </a:xfrm>
        </p:spPr>
        <p:txBody>
          <a:bodyPr anchor="b"/>
          <a:lstStyle>
            <a:lvl1pPr marL="0" indent="0">
              <a:buNone/>
              <a:defRPr sz="9071" b="1"/>
            </a:lvl1pPr>
            <a:lvl2pPr marL="1728033" indent="0">
              <a:buNone/>
              <a:defRPr sz="7559" b="1"/>
            </a:lvl2pPr>
            <a:lvl3pPr marL="3456066" indent="0">
              <a:buNone/>
              <a:defRPr sz="6803" b="1"/>
            </a:lvl3pPr>
            <a:lvl4pPr marL="5184099" indent="0">
              <a:buNone/>
              <a:defRPr sz="6047" b="1"/>
            </a:lvl4pPr>
            <a:lvl5pPr marL="6912132" indent="0">
              <a:buNone/>
              <a:defRPr sz="6047" b="1"/>
            </a:lvl5pPr>
            <a:lvl6pPr marL="8640166" indent="0">
              <a:buNone/>
              <a:defRPr sz="6047" b="1"/>
            </a:lvl6pPr>
            <a:lvl7pPr marL="10368199" indent="0">
              <a:buNone/>
              <a:defRPr sz="6047" b="1"/>
            </a:lvl7pPr>
            <a:lvl8pPr marL="12096232" indent="0">
              <a:buNone/>
              <a:defRPr sz="6047" b="1"/>
            </a:lvl8pPr>
            <a:lvl9pPr marL="13824265" indent="0">
              <a:buNone/>
              <a:defRPr sz="60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3328184" y="9468256"/>
            <a:ext cx="19590156" cy="1392637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7F477-1FC8-4434-8FCD-351EFB41DA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8735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7F477-1FC8-4434-8FCD-351EFB41DA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82518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7F477-1FC8-4434-8FCD-351EFB41DA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665233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4029" y="1728047"/>
            <a:ext cx="14862115" cy="6048163"/>
          </a:xfrm>
        </p:spPr>
        <p:txBody>
          <a:bodyPr anchor="b"/>
          <a:lstStyle>
            <a:lvl1pPr>
              <a:defRPr sz="1209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90156" y="3732103"/>
            <a:ext cx="23328184" cy="18420497"/>
          </a:xfrm>
        </p:spPr>
        <p:txBody>
          <a:bodyPr/>
          <a:lstStyle>
            <a:lvl1pPr>
              <a:defRPr sz="12095"/>
            </a:lvl1pPr>
            <a:lvl2pPr>
              <a:defRPr sz="10583"/>
            </a:lvl2pPr>
            <a:lvl3pPr>
              <a:defRPr sz="9071"/>
            </a:lvl3pPr>
            <a:lvl4pPr>
              <a:defRPr sz="7559"/>
            </a:lvl4pPr>
            <a:lvl5pPr>
              <a:defRPr sz="7559"/>
            </a:lvl5pPr>
            <a:lvl6pPr>
              <a:defRPr sz="7559"/>
            </a:lvl6pPr>
            <a:lvl7pPr>
              <a:defRPr sz="7559"/>
            </a:lvl7pPr>
            <a:lvl8pPr>
              <a:defRPr sz="7559"/>
            </a:lvl8pPr>
            <a:lvl9pPr>
              <a:defRPr sz="755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74029" y="7776210"/>
            <a:ext cx="14862115" cy="14406391"/>
          </a:xfrm>
        </p:spPr>
        <p:txBody>
          <a:bodyPr/>
          <a:lstStyle>
            <a:lvl1pPr marL="0" indent="0">
              <a:buNone/>
              <a:defRPr sz="6047"/>
            </a:lvl1pPr>
            <a:lvl2pPr marL="1728033" indent="0">
              <a:buNone/>
              <a:defRPr sz="5291"/>
            </a:lvl2pPr>
            <a:lvl3pPr marL="3456066" indent="0">
              <a:buNone/>
              <a:defRPr sz="4536"/>
            </a:lvl3pPr>
            <a:lvl4pPr marL="5184099" indent="0">
              <a:buNone/>
              <a:defRPr sz="3780"/>
            </a:lvl4pPr>
            <a:lvl5pPr marL="6912132" indent="0">
              <a:buNone/>
              <a:defRPr sz="3780"/>
            </a:lvl5pPr>
            <a:lvl6pPr marL="8640166" indent="0">
              <a:buNone/>
              <a:defRPr sz="3780"/>
            </a:lvl6pPr>
            <a:lvl7pPr marL="10368199" indent="0">
              <a:buNone/>
              <a:defRPr sz="3780"/>
            </a:lvl7pPr>
            <a:lvl8pPr marL="12096232" indent="0">
              <a:buNone/>
              <a:defRPr sz="3780"/>
            </a:lvl8pPr>
            <a:lvl9pPr marL="13824265" indent="0">
              <a:buNone/>
              <a:defRPr sz="378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7F477-1FC8-4434-8FCD-351EFB41DA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5847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4029" y="1728047"/>
            <a:ext cx="14862115" cy="6048163"/>
          </a:xfrm>
        </p:spPr>
        <p:txBody>
          <a:bodyPr anchor="b"/>
          <a:lstStyle>
            <a:lvl1pPr>
              <a:defRPr sz="1209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590156" y="3732103"/>
            <a:ext cx="23328184" cy="18420497"/>
          </a:xfrm>
        </p:spPr>
        <p:txBody>
          <a:bodyPr anchor="t"/>
          <a:lstStyle>
            <a:lvl1pPr marL="0" indent="0">
              <a:buNone/>
              <a:defRPr sz="12095"/>
            </a:lvl1pPr>
            <a:lvl2pPr marL="1728033" indent="0">
              <a:buNone/>
              <a:defRPr sz="10583"/>
            </a:lvl2pPr>
            <a:lvl3pPr marL="3456066" indent="0">
              <a:buNone/>
              <a:defRPr sz="9071"/>
            </a:lvl3pPr>
            <a:lvl4pPr marL="5184099" indent="0">
              <a:buNone/>
              <a:defRPr sz="7559"/>
            </a:lvl4pPr>
            <a:lvl5pPr marL="6912132" indent="0">
              <a:buNone/>
              <a:defRPr sz="7559"/>
            </a:lvl5pPr>
            <a:lvl6pPr marL="8640166" indent="0">
              <a:buNone/>
              <a:defRPr sz="7559"/>
            </a:lvl6pPr>
            <a:lvl7pPr marL="10368199" indent="0">
              <a:buNone/>
              <a:defRPr sz="7559"/>
            </a:lvl7pPr>
            <a:lvl8pPr marL="12096232" indent="0">
              <a:buNone/>
              <a:defRPr sz="7559"/>
            </a:lvl8pPr>
            <a:lvl9pPr marL="13824265" indent="0">
              <a:buNone/>
              <a:defRPr sz="7559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74029" y="7776210"/>
            <a:ext cx="14862115" cy="14406391"/>
          </a:xfrm>
        </p:spPr>
        <p:txBody>
          <a:bodyPr/>
          <a:lstStyle>
            <a:lvl1pPr marL="0" indent="0">
              <a:buNone/>
              <a:defRPr sz="6047"/>
            </a:lvl1pPr>
            <a:lvl2pPr marL="1728033" indent="0">
              <a:buNone/>
              <a:defRPr sz="5291"/>
            </a:lvl2pPr>
            <a:lvl3pPr marL="3456066" indent="0">
              <a:buNone/>
              <a:defRPr sz="4536"/>
            </a:lvl3pPr>
            <a:lvl4pPr marL="5184099" indent="0">
              <a:buNone/>
              <a:defRPr sz="3780"/>
            </a:lvl4pPr>
            <a:lvl5pPr marL="6912132" indent="0">
              <a:buNone/>
              <a:defRPr sz="3780"/>
            </a:lvl5pPr>
            <a:lvl6pPr marL="8640166" indent="0">
              <a:buNone/>
              <a:defRPr sz="3780"/>
            </a:lvl6pPr>
            <a:lvl7pPr marL="10368199" indent="0">
              <a:buNone/>
              <a:defRPr sz="3780"/>
            </a:lvl7pPr>
            <a:lvl8pPr marL="12096232" indent="0">
              <a:buNone/>
              <a:defRPr sz="3780"/>
            </a:lvl8pPr>
            <a:lvl9pPr marL="13824265" indent="0">
              <a:buNone/>
              <a:defRPr sz="378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7F477-1FC8-4434-8FCD-351EFB41DA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248334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7F477-1FC8-4434-8FCD-351EFB41DA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573204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2976260" y="1380037"/>
            <a:ext cx="9936078" cy="2196659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168025" y="1380037"/>
            <a:ext cx="29232230" cy="2196659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7F477-1FC8-4434-8FCD-351EFB41DA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701075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47915EE1-091F-6174-1328-0BBFB2AB7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5" y="544272"/>
            <a:ext cx="35837181" cy="1084032"/>
          </a:xfrm>
        </p:spPr>
        <p:txBody>
          <a:bodyPr tIns="46800" bIns="46800">
            <a:noAutofit/>
          </a:bodyPr>
          <a:lstStyle>
            <a:lvl1pPr>
              <a:defRPr sz="1646" b="1" baseline="0">
                <a:latin typeface="Arial Narrow" panose="020B0606020202030204" pitchFamily="34" charset="0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77FD0E3-8019-0FAA-BA75-4FB0210992B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9707" y="2177074"/>
            <a:ext cx="29808497" cy="1088533"/>
          </a:xfrm>
        </p:spPr>
        <p:txBody>
          <a:bodyPr>
            <a:noAutofit/>
          </a:bodyPr>
          <a:lstStyle>
            <a:lvl1pPr marL="162561" indent="-162561">
              <a:buFont typeface="맑은 고딕" panose="020B0503020000020004" pitchFamily="50" charset="-127"/>
              <a:buChar char="▣"/>
              <a:defRPr sz="1097" baseline="0">
                <a:solidFill>
                  <a:schemeClr val="tx1"/>
                </a:solidFill>
                <a:latin typeface="Arial Narrow" panose="020B0606020202030204" pitchFamily="34" charset="0"/>
                <a:ea typeface="맑은 고딕" panose="020B0503020000020004" pitchFamily="50" charset="-127"/>
              </a:defRPr>
            </a:lvl1pPr>
            <a:lvl2pPr marL="328023" indent="-165463">
              <a:buFont typeface="Wingdings" panose="05000000000000000000" pitchFamily="2" charset="2"/>
              <a:buChar char="ü"/>
              <a:defRPr sz="914" baseline="0">
                <a:solidFill>
                  <a:srgbClr val="6699FF"/>
                </a:solidFill>
                <a:latin typeface="Arial Narrow" panose="020B0606020202030204" pitchFamily="34" charset="0"/>
                <a:ea typeface="맑은 고딕" panose="020B0503020000020004" pitchFamily="50" charset="-127"/>
              </a:defRPr>
            </a:lvl2pPr>
            <a:lvl3pPr marL="492037" indent="-165463">
              <a:buFont typeface="Arial" panose="020B0604020202020204" pitchFamily="34" charset="0"/>
              <a:buChar char="•"/>
              <a:tabLst/>
              <a:defRPr sz="914" baseline="0">
                <a:latin typeface="Arial Narrow" panose="020B0606020202030204" pitchFamily="34" charset="0"/>
                <a:ea typeface="맑은 고딕" panose="020B0503020000020004" pitchFamily="50" charset="-127"/>
              </a:defRPr>
            </a:lvl3pPr>
            <a:lvl4pPr marL="656047" indent="-164012">
              <a:defRPr sz="823" baseline="0">
                <a:latin typeface="Arial Narrow" panose="020B0606020202030204" pitchFamily="34" charset="0"/>
                <a:ea typeface="맑은 고딕" panose="020B0503020000020004" pitchFamily="50" charset="-127"/>
              </a:defRPr>
            </a:lvl4pPr>
            <a:lvl5pPr marL="821511" indent="-165463">
              <a:tabLst>
                <a:tab pos="821511" algn="l"/>
              </a:tabLst>
              <a:defRPr sz="823" baseline="0">
                <a:latin typeface="Arial Narrow" panose="020B0606020202030204" pitchFamily="34" charset="0"/>
                <a:ea typeface="맑은 고딕" panose="020B0503020000020004" pitchFamily="50" charset="-127"/>
              </a:defRPr>
            </a:lvl5pPr>
            <a:lvl6pPr marL="985522" indent="-165463">
              <a:tabLst>
                <a:tab pos="985522" algn="l"/>
              </a:tabLst>
              <a:defRPr sz="731" baseline="0">
                <a:latin typeface="Arial Narrow" panose="020B0606020202030204" pitchFamily="34" charset="0"/>
                <a:ea typeface="맑은 고딕" panose="020B0503020000020004" pitchFamily="50" charset="-127"/>
              </a:defRPr>
            </a:lvl6pPr>
            <a:lvl7pPr marL="1150988" indent="-209007">
              <a:defRPr sz="731" baseline="0">
                <a:latin typeface="Arial Narrow" panose="020B0606020202030204" pitchFamily="34" charset="0"/>
                <a:ea typeface="맑은 고딕" panose="020B0503020000020004" pitchFamily="50" charset="-127"/>
              </a:defRPr>
            </a:lvl7pPr>
            <a:lvl8pPr marL="1309193" indent="-209007">
              <a:defRPr sz="731" baseline="0">
                <a:latin typeface="Arial Narrow" panose="020B0606020202030204" pitchFamily="34" charset="0"/>
                <a:ea typeface="맑은 고딕" panose="020B0503020000020004" pitchFamily="50" charset="-127"/>
              </a:defRPr>
            </a:lvl8pPr>
          </a:lstStyle>
          <a:p>
            <a:pPr lvl="0"/>
            <a:r>
              <a:rPr lang="ko-KR" altLang="en-US" dirty="0"/>
              <a:t>제목</a:t>
            </a:r>
            <a:endParaRPr lang="en-US" altLang="ko-KR" dirty="0"/>
          </a:p>
          <a:p>
            <a:pPr lvl="1"/>
            <a:r>
              <a:rPr lang="ko-KR" altLang="en-US" dirty="0"/>
              <a:t>소제목</a:t>
            </a:r>
          </a:p>
          <a:p>
            <a:pPr lvl="2"/>
            <a:r>
              <a:rPr lang="ko-KR" altLang="en-US" dirty="0"/>
              <a:t>두 번째 수준</a:t>
            </a:r>
          </a:p>
          <a:p>
            <a:pPr lvl="3"/>
            <a:r>
              <a:rPr lang="ko-KR" altLang="en-US" dirty="0"/>
              <a:t>세 번째 수준</a:t>
            </a:r>
          </a:p>
          <a:p>
            <a:pPr lvl="4"/>
            <a:r>
              <a:rPr lang="ko-KR" altLang="en-US" dirty="0"/>
              <a:t>네 번째 수준</a:t>
            </a:r>
          </a:p>
          <a:p>
            <a:pPr lvl="5"/>
            <a:r>
              <a:rPr lang="ko-KR" altLang="en-US" dirty="0"/>
              <a:t>다섯 번째 수준</a:t>
            </a:r>
            <a:endParaRPr lang="en-US" altLang="ko-KR" dirty="0"/>
          </a:p>
          <a:p>
            <a:pPr lvl="6"/>
            <a:r>
              <a:rPr lang="ko-KR" altLang="en-US" dirty="0"/>
              <a:t>여섯 번째 수준</a:t>
            </a:r>
            <a:endParaRPr lang="en-US" altLang="ko-KR" dirty="0"/>
          </a:p>
          <a:p>
            <a:pPr lvl="7"/>
            <a:r>
              <a:rPr lang="ko-KR" altLang="en-US" dirty="0"/>
              <a:t>일곱 번째 </a:t>
            </a:r>
            <a:r>
              <a:rPr lang="en-US" altLang="ko-KR" dirty="0"/>
              <a:t>t</a:t>
            </a:r>
            <a:r>
              <a:rPr lang="ko-KR" altLang="en-US" dirty="0"/>
              <a:t>수준</a:t>
            </a:r>
            <a:endParaRPr lang="en-US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47EE7609-8BE8-BF71-38C5-9E780A7FA007}"/>
              </a:ext>
            </a:extLst>
          </p:cNvPr>
          <p:cNvCxnSpPr>
            <a:cxnSpLocks/>
          </p:cNvCxnSpPr>
          <p:nvPr userDrawn="1"/>
        </p:nvCxnSpPr>
        <p:spPr>
          <a:xfrm>
            <a:off x="265155" y="1904933"/>
            <a:ext cx="4555006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2CCA825A-CDED-45F2-337B-18BA7A3D2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1555446" y="24781672"/>
            <a:ext cx="2969472" cy="1380037"/>
          </a:xfrm>
        </p:spPr>
        <p:txBody>
          <a:bodyPr wrap="none"/>
          <a:lstStyle>
            <a:lvl1pPr algn="ctr">
              <a:defRPr sz="960">
                <a:solidFill>
                  <a:schemeClr val="tx1"/>
                </a:solidFill>
              </a:defRPr>
            </a:lvl1pPr>
          </a:lstStyle>
          <a:p>
            <a:fld id="{6747F477-1FC8-4434-8FCD-351EFB41DA6F}" type="slidenum">
              <a:rPr lang="ko-KR" altLang="en-US" smtClean="0"/>
              <a:pPr/>
              <a:t>‹#›</a:t>
            </a:fld>
            <a:r>
              <a:rPr lang="ko-KR" altLang="en-US" dirty="0"/>
              <a:t> </a:t>
            </a:r>
            <a:r>
              <a:rPr lang="en-US" altLang="ko-KR" dirty="0">
                <a:solidFill>
                  <a:schemeClr val="bg1">
                    <a:lumMod val="75000"/>
                  </a:schemeClr>
                </a:solidFill>
              </a:rPr>
              <a:t>/ 24</a:t>
            </a:r>
            <a:endParaRPr lang="ko-KR" altLang="en-US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46088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4018" y="516010"/>
            <a:ext cx="39744313" cy="1404042"/>
          </a:xfrm>
        </p:spPr>
        <p:txBody>
          <a:bodyPr tIns="0" bIns="0">
            <a:noAutofit/>
          </a:bodyPr>
          <a:lstStyle>
            <a:lvl1pPr>
              <a:defRPr sz="1646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64018" y="2465761"/>
            <a:ext cx="39744313" cy="18091382"/>
          </a:xfrm>
        </p:spPr>
        <p:txBody>
          <a:bodyPr>
            <a:noAutofit/>
          </a:bodyPr>
          <a:lstStyle>
            <a:lvl1pPr marL="162561" indent="-162561">
              <a:buFont typeface="Wingdings" panose="05000000000000000000" pitchFamily="2" charset="2"/>
              <a:buChar char="ü"/>
              <a:defRPr sz="1097">
                <a:solidFill>
                  <a:srgbClr val="6699FF"/>
                </a:solidFill>
              </a:defRPr>
            </a:lvl1pPr>
            <a:lvl2pPr marL="328023" indent="-165463">
              <a:buFont typeface="Wingdings" panose="05000000000000000000" pitchFamily="2" charset="2"/>
              <a:buChar char="§"/>
              <a:defRPr sz="914"/>
            </a:lvl2pPr>
            <a:lvl3pPr marL="492037" indent="-165463">
              <a:buFont typeface="Arial" panose="020B0604020202020204" pitchFamily="34" charset="0"/>
              <a:buChar char="•"/>
              <a:tabLst/>
              <a:defRPr sz="914"/>
            </a:lvl3pPr>
            <a:lvl4pPr marL="656047" indent="-164012">
              <a:defRPr sz="823"/>
            </a:lvl4pPr>
            <a:lvl5pPr marL="821511" indent="-165463">
              <a:tabLst>
                <a:tab pos="821511" algn="l"/>
              </a:tabLst>
              <a:defRPr sz="823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7F477-1FC8-4434-8FCD-351EFB41DA6F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8D13F8B-F663-40A6-88ED-109568B87A9E}"/>
              </a:ext>
            </a:extLst>
          </p:cNvPr>
          <p:cNvCxnSpPr>
            <a:cxnSpLocks/>
          </p:cNvCxnSpPr>
          <p:nvPr userDrawn="1"/>
        </p:nvCxnSpPr>
        <p:spPr>
          <a:xfrm>
            <a:off x="1" y="2076052"/>
            <a:ext cx="4608036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3516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168025" y="1380039"/>
            <a:ext cx="39744313" cy="50101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68025" y="6900186"/>
            <a:ext cx="39744313" cy="164464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68025" y="24024651"/>
            <a:ext cx="10368082" cy="13800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53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583588-838E-442D-8FB1-DE9DAD4497CA}" type="datetimeFigureOut">
              <a:rPr lang="ko-KR" altLang="en-US" smtClean="0"/>
              <a:t>2025-08-04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64120" y="24024651"/>
            <a:ext cx="15552123" cy="13800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53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2544256" y="24024651"/>
            <a:ext cx="10368082" cy="13800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53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70138-4E7B-42F6-9D24-4EA2C367A4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305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</p:sldLayoutIdLst>
  <p:txStyles>
    <p:titleStyle>
      <a:lvl1pPr algn="l" defTabSz="3456066" rtl="0" eaLnBrk="1" latinLnBrk="1" hangingPunct="1">
        <a:lnSpc>
          <a:spcPct val="90000"/>
        </a:lnSpc>
        <a:spcBef>
          <a:spcPct val="0"/>
        </a:spcBef>
        <a:buNone/>
        <a:defRPr sz="1663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64017" indent="-864017" algn="l" defTabSz="3456066" rtl="0" eaLnBrk="1" latinLnBrk="1" hangingPunct="1">
        <a:lnSpc>
          <a:spcPct val="90000"/>
        </a:lnSpc>
        <a:spcBef>
          <a:spcPts val="3780"/>
        </a:spcBef>
        <a:buFont typeface="Arial" panose="020B0604020202020204" pitchFamily="34" charset="0"/>
        <a:buChar char="•"/>
        <a:defRPr sz="10583" kern="1200">
          <a:solidFill>
            <a:schemeClr val="tx1"/>
          </a:solidFill>
          <a:latin typeface="+mn-lt"/>
          <a:ea typeface="+mn-ea"/>
          <a:cs typeface="+mn-cs"/>
        </a:defRPr>
      </a:lvl1pPr>
      <a:lvl2pPr marL="2592050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9071" kern="1200">
          <a:solidFill>
            <a:schemeClr val="tx1"/>
          </a:solidFill>
          <a:latin typeface="+mn-lt"/>
          <a:ea typeface="+mn-ea"/>
          <a:cs typeface="+mn-cs"/>
        </a:defRPr>
      </a:lvl2pPr>
      <a:lvl3pPr marL="4320083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3pPr>
      <a:lvl4pPr marL="6048116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6803" kern="1200">
          <a:solidFill>
            <a:schemeClr val="tx1"/>
          </a:solidFill>
          <a:latin typeface="+mn-lt"/>
          <a:ea typeface="+mn-ea"/>
          <a:cs typeface="+mn-cs"/>
        </a:defRPr>
      </a:lvl4pPr>
      <a:lvl5pPr marL="7776149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6803" kern="1200">
          <a:solidFill>
            <a:schemeClr val="tx1"/>
          </a:solidFill>
          <a:latin typeface="+mn-lt"/>
          <a:ea typeface="+mn-ea"/>
          <a:cs typeface="+mn-cs"/>
        </a:defRPr>
      </a:lvl5pPr>
      <a:lvl6pPr marL="9504182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6803" kern="1200">
          <a:solidFill>
            <a:schemeClr val="tx1"/>
          </a:solidFill>
          <a:latin typeface="+mn-lt"/>
          <a:ea typeface="+mn-ea"/>
          <a:cs typeface="+mn-cs"/>
        </a:defRPr>
      </a:lvl6pPr>
      <a:lvl7pPr marL="11232215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6803" kern="1200">
          <a:solidFill>
            <a:schemeClr val="tx1"/>
          </a:solidFill>
          <a:latin typeface="+mn-lt"/>
          <a:ea typeface="+mn-ea"/>
          <a:cs typeface="+mn-cs"/>
        </a:defRPr>
      </a:lvl7pPr>
      <a:lvl8pPr marL="12960248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6803" kern="1200">
          <a:solidFill>
            <a:schemeClr val="tx1"/>
          </a:solidFill>
          <a:latin typeface="+mn-lt"/>
          <a:ea typeface="+mn-ea"/>
          <a:cs typeface="+mn-cs"/>
        </a:defRPr>
      </a:lvl8pPr>
      <a:lvl9pPr marL="14688282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680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1pPr>
      <a:lvl2pPr marL="1728033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2pPr>
      <a:lvl3pPr marL="3456066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3pPr>
      <a:lvl4pPr marL="5184099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4pPr>
      <a:lvl5pPr marL="6912132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5pPr>
      <a:lvl6pPr marL="8640166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6pPr>
      <a:lvl7pPr marL="10368199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7pPr>
      <a:lvl8pPr marL="12096232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8pPr>
      <a:lvl9pPr marL="13824265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168025" y="1380039"/>
            <a:ext cx="39744313" cy="50101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68025" y="6900186"/>
            <a:ext cx="39744313" cy="164464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68025" y="24024651"/>
            <a:ext cx="10368082" cy="13800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53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64120" y="24024651"/>
            <a:ext cx="15552123" cy="13800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53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2544256" y="24024651"/>
            <a:ext cx="10368082" cy="13800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53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47F477-1FC8-4434-8FCD-351EFB41DA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743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2" r:id="rId8"/>
    <p:sldLayoutId id="2147483743" r:id="rId9"/>
    <p:sldLayoutId id="2147483744" r:id="rId10"/>
    <p:sldLayoutId id="2147483745" r:id="rId11"/>
    <p:sldLayoutId id="2147483687" r:id="rId12"/>
    <p:sldLayoutId id="2147483697" r:id="rId13"/>
  </p:sldLayoutIdLst>
  <p:hf hdr="0" ftr="0" dt="0"/>
  <p:txStyles>
    <p:titleStyle>
      <a:lvl1pPr algn="l" defTabSz="3456066" rtl="0" eaLnBrk="1" latinLnBrk="1" hangingPunct="1">
        <a:lnSpc>
          <a:spcPct val="90000"/>
        </a:lnSpc>
        <a:spcBef>
          <a:spcPct val="0"/>
        </a:spcBef>
        <a:buNone/>
        <a:defRPr sz="1663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64017" indent="-864017" algn="l" defTabSz="3456066" rtl="0" eaLnBrk="1" latinLnBrk="1" hangingPunct="1">
        <a:lnSpc>
          <a:spcPct val="90000"/>
        </a:lnSpc>
        <a:spcBef>
          <a:spcPts val="3780"/>
        </a:spcBef>
        <a:buFont typeface="Arial" panose="020B0604020202020204" pitchFamily="34" charset="0"/>
        <a:buChar char="•"/>
        <a:defRPr sz="10583" kern="1200">
          <a:solidFill>
            <a:schemeClr val="tx1"/>
          </a:solidFill>
          <a:latin typeface="+mn-lt"/>
          <a:ea typeface="+mn-ea"/>
          <a:cs typeface="+mn-cs"/>
        </a:defRPr>
      </a:lvl1pPr>
      <a:lvl2pPr marL="2592050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9071" kern="1200">
          <a:solidFill>
            <a:schemeClr val="tx1"/>
          </a:solidFill>
          <a:latin typeface="+mn-lt"/>
          <a:ea typeface="+mn-ea"/>
          <a:cs typeface="+mn-cs"/>
        </a:defRPr>
      </a:lvl2pPr>
      <a:lvl3pPr marL="4320083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3pPr>
      <a:lvl4pPr marL="6048116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6803" kern="1200">
          <a:solidFill>
            <a:schemeClr val="tx1"/>
          </a:solidFill>
          <a:latin typeface="+mn-lt"/>
          <a:ea typeface="+mn-ea"/>
          <a:cs typeface="+mn-cs"/>
        </a:defRPr>
      </a:lvl4pPr>
      <a:lvl5pPr marL="7776149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6803" kern="1200">
          <a:solidFill>
            <a:schemeClr val="tx1"/>
          </a:solidFill>
          <a:latin typeface="+mn-lt"/>
          <a:ea typeface="+mn-ea"/>
          <a:cs typeface="+mn-cs"/>
        </a:defRPr>
      </a:lvl5pPr>
      <a:lvl6pPr marL="9504182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6803" kern="1200">
          <a:solidFill>
            <a:schemeClr val="tx1"/>
          </a:solidFill>
          <a:latin typeface="+mn-lt"/>
          <a:ea typeface="+mn-ea"/>
          <a:cs typeface="+mn-cs"/>
        </a:defRPr>
      </a:lvl6pPr>
      <a:lvl7pPr marL="11232215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6803" kern="1200">
          <a:solidFill>
            <a:schemeClr val="tx1"/>
          </a:solidFill>
          <a:latin typeface="+mn-lt"/>
          <a:ea typeface="+mn-ea"/>
          <a:cs typeface="+mn-cs"/>
        </a:defRPr>
      </a:lvl7pPr>
      <a:lvl8pPr marL="12960248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6803" kern="1200">
          <a:solidFill>
            <a:schemeClr val="tx1"/>
          </a:solidFill>
          <a:latin typeface="+mn-lt"/>
          <a:ea typeface="+mn-ea"/>
          <a:cs typeface="+mn-cs"/>
        </a:defRPr>
      </a:lvl8pPr>
      <a:lvl9pPr marL="14688282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680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1pPr>
      <a:lvl2pPr marL="1728033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2pPr>
      <a:lvl3pPr marL="3456066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3pPr>
      <a:lvl4pPr marL="5184099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4pPr>
      <a:lvl5pPr marL="6912132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5pPr>
      <a:lvl6pPr marL="8640166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6pPr>
      <a:lvl7pPr marL="10368199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7pPr>
      <a:lvl8pPr marL="12096232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8pPr>
      <a:lvl9pPr marL="13824265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7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4B5361-4E89-484E-9801-F239DFBFAB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Architecture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71023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FE6A13-BDF1-7242-D5F3-CBDCB3FFC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8013">
              <a:defRPr/>
            </a:pPr>
            <a:fld id="{6747F477-1FC8-4434-8FCD-351EFB41DA6F}" type="slidenum">
              <a:rPr lang="ko-KR" altLang="en-US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pPr defTabSz="418013">
                <a:defRPr/>
              </a:pPr>
              <a:t>2</a:t>
            </a:fld>
            <a:r>
              <a:rPr lang="ko-KR" altLang="en-US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>
                <a:solidFill>
                  <a:prstClr val="white">
                    <a:lumMod val="75000"/>
                  </a:prstClr>
                </a:solidFill>
                <a:latin typeface="Calibri" panose="020F0502020204030204"/>
                <a:ea typeface="맑은 고딕" panose="020B0503020000020004" pitchFamily="50" charset="-127"/>
              </a:rPr>
              <a:t>/ 24</a:t>
            </a:r>
            <a:endParaRPr lang="ko-KR" altLang="en-US" dirty="0">
              <a:solidFill>
                <a:prstClr val="white">
                  <a:lumMod val="75000"/>
                </a:prstClr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B39365E-C944-74CF-3368-57FF28418F7E}"/>
              </a:ext>
            </a:extLst>
          </p:cNvPr>
          <p:cNvSpPr/>
          <p:nvPr/>
        </p:nvSpPr>
        <p:spPr>
          <a:xfrm>
            <a:off x="18291909" y="7915703"/>
            <a:ext cx="6714574" cy="5266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algn="ctr" defTabSz="418013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GameManager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2DEFC06-0363-90F0-474F-6507F2D1B7FA}"/>
              </a:ext>
            </a:extLst>
          </p:cNvPr>
          <p:cNvSpPr/>
          <p:nvPr/>
        </p:nvSpPr>
        <p:spPr>
          <a:xfrm>
            <a:off x="23689901" y="8179017"/>
            <a:ext cx="1184925" cy="24356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algn="ctr"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Function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82136F7E-F766-1595-7B80-01669D05FCDD}"/>
              </a:ext>
            </a:extLst>
          </p:cNvPr>
          <p:cNvSpPr/>
          <p:nvPr/>
        </p:nvSpPr>
        <p:spPr>
          <a:xfrm>
            <a:off x="19740152" y="8179022"/>
            <a:ext cx="1184925" cy="22381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algn="ctr"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Object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93243ECD-5D54-7756-65C0-99E59BACEFBB}"/>
              </a:ext>
            </a:extLst>
          </p:cNvPr>
          <p:cNvSpPr/>
          <p:nvPr/>
        </p:nvSpPr>
        <p:spPr>
          <a:xfrm>
            <a:off x="19871810" y="9100627"/>
            <a:ext cx="921608" cy="197487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Player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A2DCE384-ACE2-84B7-05B1-12C550627661}"/>
              </a:ext>
            </a:extLst>
          </p:cNvPr>
          <p:cNvSpPr/>
          <p:nvPr/>
        </p:nvSpPr>
        <p:spPr>
          <a:xfrm>
            <a:off x="19871810" y="9429773"/>
            <a:ext cx="921608" cy="1974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EnemyPool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34ECA601-CBD6-58E3-8F55-6DC0E9B1CF19}"/>
              </a:ext>
            </a:extLst>
          </p:cNvPr>
          <p:cNvSpPr/>
          <p:nvPr/>
        </p:nvSpPr>
        <p:spPr>
          <a:xfrm>
            <a:off x="19871810" y="9758919"/>
            <a:ext cx="921608" cy="1974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DropItemPool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74022F84-A1F9-19F4-0340-449FB3B25953}"/>
              </a:ext>
            </a:extLst>
          </p:cNvPr>
          <p:cNvSpPr/>
          <p:nvPr/>
        </p:nvSpPr>
        <p:spPr>
          <a:xfrm>
            <a:off x="19871810" y="10088065"/>
            <a:ext cx="921608" cy="1974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FieldObejctPool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400C1EB-516E-4C57-2974-E448ED99A9FE}"/>
              </a:ext>
            </a:extLst>
          </p:cNvPr>
          <p:cNvSpPr/>
          <p:nvPr/>
        </p:nvSpPr>
        <p:spPr>
          <a:xfrm>
            <a:off x="21188393" y="9429773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HUDInGame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24694BCA-54EE-6296-E155-9F753A2BB73C}"/>
              </a:ext>
            </a:extLst>
          </p:cNvPr>
          <p:cNvSpPr/>
          <p:nvPr/>
        </p:nvSpPr>
        <p:spPr>
          <a:xfrm>
            <a:off x="21188393" y="8442336"/>
            <a:ext cx="921608" cy="1974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HUDSetting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D064E524-94A4-AB54-B81D-84177B2213F0}"/>
              </a:ext>
            </a:extLst>
          </p:cNvPr>
          <p:cNvSpPr/>
          <p:nvPr/>
        </p:nvSpPr>
        <p:spPr>
          <a:xfrm>
            <a:off x="21188393" y="8771482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HUDAchive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50C6E1C1-9774-054E-447B-9852E1DC7330}"/>
              </a:ext>
            </a:extLst>
          </p:cNvPr>
          <p:cNvSpPr/>
          <p:nvPr/>
        </p:nvSpPr>
        <p:spPr>
          <a:xfrm>
            <a:off x="21056735" y="8179020"/>
            <a:ext cx="1184925" cy="289648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algn="ctr"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HUD</a:t>
            </a:r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73A649D8-D40B-21D7-0FF4-6619FAF1E995}"/>
              </a:ext>
            </a:extLst>
          </p:cNvPr>
          <p:cNvSpPr/>
          <p:nvPr/>
        </p:nvSpPr>
        <p:spPr>
          <a:xfrm>
            <a:off x="21188393" y="10088065"/>
            <a:ext cx="921608" cy="197487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HUDLevelUp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4904DB52-F074-FCAF-761E-B9FA49D103EC}"/>
              </a:ext>
            </a:extLst>
          </p:cNvPr>
          <p:cNvSpPr/>
          <p:nvPr/>
        </p:nvSpPr>
        <p:spPr>
          <a:xfrm>
            <a:off x="21188393" y="9100627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HUDLobby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B90AB261-BB91-D66A-9A6E-EF1CAD0F882E}"/>
              </a:ext>
            </a:extLst>
          </p:cNvPr>
          <p:cNvSpPr/>
          <p:nvPr/>
        </p:nvSpPr>
        <p:spPr>
          <a:xfrm>
            <a:off x="21188393" y="10746356"/>
            <a:ext cx="921608" cy="197487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HUDInventory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ABED644C-EBD0-51C0-02B5-573F063203CF}"/>
              </a:ext>
            </a:extLst>
          </p:cNvPr>
          <p:cNvSpPr/>
          <p:nvPr/>
        </p:nvSpPr>
        <p:spPr>
          <a:xfrm>
            <a:off x="21188393" y="9758919"/>
            <a:ext cx="921608" cy="197487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HUDEquipment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3EAA08D1-0CE1-8FBF-C3ED-7A800DD570F1}"/>
              </a:ext>
            </a:extLst>
          </p:cNvPr>
          <p:cNvSpPr/>
          <p:nvPr/>
        </p:nvSpPr>
        <p:spPr>
          <a:xfrm>
            <a:off x="21188393" y="10417210"/>
            <a:ext cx="921608" cy="197487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HUDPlayerInfo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0CCF7E0A-0EEA-6D90-0CC8-8B011D4B23F0}"/>
              </a:ext>
            </a:extLst>
          </p:cNvPr>
          <p:cNvSpPr/>
          <p:nvPr/>
        </p:nvSpPr>
        <p:spPr>
          <a:xfrm>
            <a:off x="18423568" y="8179018"/>
            <a:ext cx="1184925" cy="487135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algn="ctr"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Data</a:t>
            </a:r>
            <a:b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</a:b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(Json </a:t>
            </a:r>
            <a:r>
              <a:rPr lang="ko-KR" altLang="en-US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활용 저장 및 로드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B7EA36CD-5C48-F621-6EDB-4306F91FE504}"/>
              </a:ext>
            </a:extLst>
          </p:cNvPr>
          <p:cNvSpPr/>
          <p:nvPr/>
        </p:nvSpPr>
        <p:spPr>
          <a:xfrm>
            <a:off x="18555228" y="10417210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PlayerInfoTable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[]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E144D844-C6FB-00AF-E7C7-91DA8E1F4E72}"/>
              </a:ext>
            </a:extLst>
          </p:cNvPr>
          <p:cNvSpPr/>
          <p:nvPr/>
        </p:nvSpPr>
        <p:spPr>
          <a:xfrm>
            <a:off x="18555228" y="10746356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EquipItemTable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[]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A0290976-B66B-9C3E-9097-FBAFD600CCA4}"/>
              </a:ext>
            </a:extLst>
          </p:cNvPr>
          <p:cNvSpPr/>
          <p:nvPr/>
        </p:nvSpPr>
        <p:spPr>
          <a:xfrm>
            <a:off x="18555228" y="11075502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WeaponItemTable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[]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CBD9CFFC-B091-7FF7-DABE-B9BC0D2C2681}"/>
              </a:ext>
            </a:extLst>
          </p:cNvPr>
          <p:cNvSpPr/>
          <p:nvPr/>
        </p:nvSpPr>
        <p:spPr>
          <a:xfrm>
            <a:off x="18555228" y="12062939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PerkTable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[]</a:t>
            </a: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3BC9B34D-D860-C863-6639-F7C760F69CEC}"/>
              </a:ext>
            </a:extLst>
          </p:cNvPr>
          <p:cNvSpPr/>
          <p:nvPr/>
        </p:nvSpPr>
        <p:spPr>
          <a:xfrm>
            <a:off x="18555228" y="9097778"/>
            <a:ext cx="921608" cy="197487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PlayerData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F877F3C1-7A72-5A3D-551C-70E24B8BBE75}"/>
              </a:ext>
            </a:extLst>
          </p:cNvPr>
          <p:cNvSpPr/>
          <p:nvPr/>
        </p:nvSpPr>
        <p:spPr>
          <a:xfrm>
            <a:off x="18555228" y="12392085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EnemyTable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[]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79292DB5-6855-563A-EB22-1BEA751A8C38}"/>
              </a:ext>
            </a:extLst>
          </p:cNvPr>
          <p:cNvSpPr/>
          <p:nvPr/>
        </p:nvSpPr>
        <p:spPr>
          <a:xfrm>
            <a:off x="18555228" y="12721231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FieldObejctTable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[]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8621A85-E85A-2739-BBED-0F2359B558A0}"/>
              </a:ext>
            </a:extLst>
          </p:cNvPr>
          <p:cNvSpPr/>
          <p:nvPr/>
        </p:nvSpPr>
        <p:spPr>
          <a:xfrm>
            <a:off x="18555228" y="8442336"/>
            <a:ext cx="921608" cy="1974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Setting</a:t>
            </a:r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E627F512-1481-EE8C-56EC-36884F3D125D}"/>
              </a:ext>
            </a:extLst>
          </p:cNvPr>
          <p:cNvSpPr/>
          <p:nvPr/>
        </p:nvSpPr>
        <p:spPr>
          <a:xfrm>
            <a:off x="18555228" y="10088065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AchiveTable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[]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6B0CEE8-34FD-B353-BFBB-685ACBF04495}"/>
              </a:ext>
            </a:extLst>
          </p:cNvPr>
          <p:cNvSpPr/>
          <p:nvPr/>
        </p:nvSpPr>
        <p:spPr>
          <a:xfrm>
            <a:off x="18555228" y="11404648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UseItemTable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[]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1C261F9-BEF6-4DEA-90CB-17B093F97F06}"/>
              </a:ext>
            </a:extLst>
          </p:cNvPr>
          <p:cNvSpPr/>
          <p:nvPr/>
        </p:nvSpPr>
        <p:spPr>
          <a:xfrm>
            <a:off x="18555228" y="11733794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DropItemTable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[]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A8DA0C9-A85D-E60D-CE63-D0FD67454783}"/>
              </a:ext>
            </a:extLst>
          </p:cNvPr>
          <p:cNvSpPr/>
          <p:nvPr/>
        </p:nvSpPr>
        <p:spPr>
          <a:xfrm>
            <a:off x="18555228" y="9426924"/>
            <a:ext cx="921608" cy="1974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EnemyData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94B3F60-7121-E60B-3643-BB41F5985F5F}"/>
              </a:ext>
            </a:extLst>
          </p:cNvPr>
          <p:cNvSpPr/>
          <p:nvPr/>
        </p:nvSpPr>
        <p:spPr>
          <a:xfrm>
            <a:off x="18555228" y="9756070"/>
            <a:ext cx="921608" cy="1974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FieldData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38A027E-0A92-C0D3-8078-A226CAB8B2FA}"/>
              </a:ext>
            </a:extLst>
          </p:cNvPr>
          <p:cNvSpPr/>
          <p:nvPr/>
        </p:nvSpPr>
        <p:spPr>
          <a:xfrm>
            <a:off x="19871810" y="8771482"/>
            <a:ext cx="921608" cy="1974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SoundPlayer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8160FB7-5587-D4E0-10FE-0887BB5838CB}"/>
              </a:ext>
            </a:extLst>
          </p:cNvPr>
          <p:cNvSpPr/>
          <p:nvPr/>
        </p:nvSpPr>
        <p:spPr>
          <a:xfrm>
            <a:off x="18555228" y="8770058"/>
            <a:ext cx="921608" cy="1974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BGM/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SFXClip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1CA061A-8C47-6F39-8382-5BEB90D922E1}"/>
              </a:ext>
            </a:extLst>
          </p:cNvPr>
          <p:cNvSpPr/>
          <p:nvPr/>
        </p:nvSpPr>
        <p:spPr>
          <a:xfrm>
            <a:off x="23821559" y="8442336"/>
            <a:ext cx="921608" cy="197487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Init (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TimingControl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257F4115-E946-A6D8-5B87-C0B3D058B90A}"/>
              </a:ext>
            </a:extLst>
          </p:cNvPr>
          <p:cNvSpPr/>
          <p:nvPr/>
        </p:nvSpPr>
        <p:spPr>
          <a:xfrm>
            <a:off x="23821559" y="10090158"/>
            <a:ext cx="921608" cy="197487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Update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96DB3A-C472-7864-2FA5-ED18718BE63D}"/>
              </a:ext>
            </a:extLst>
          </p:cNvPr>
          <p:cNvSpPr/>
          <p:nvPr/>
        </p:nvSpPr>
        <p:spPr>
          <a:xfrm>
            <a:off x="23821559" y="9761013"/>
            <a:ext cx="921608" cy="19748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GameStart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FA5CEF9F-A401-78AA-D224-BF90974B3503}"/>
              </a:ext>
            </a:extLst>
          </p:cNvPr>
          <p:cNvSpPr/>
          <p:nvPr/>
        </p:nvSpPr>
        <p:spPr>
          <a:xfrm>
            <a:off x="23821559" y="9099704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JsonLoad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042F7780-BB7C-5ECA-EA05-01D1D9EF9612}"/>
              </a:ext>
            </a:extLst>
          </p:cNvPr>
          <p:cNvSpPr/>
          <p:nvPr/>
        </p:nvSpPr>
        <p:spPr>
          <a:xfrm>
            <a:off x="23821559" y="9434717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JsonSave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4CF7594E-D678-E0BB-4C83-5C01CE3C5AA9}"/>
              </a:ext>
            </a:extLst>
          </p:cNvPr>
          <p:cNvSpPr/>
          <p:nvPr/>
        </p:nvSpPr>
        <p:spPr>
          <a:xfrm>
            <a:off x="19871810" y="8444261"/>
            <a:ext cx="921608" cy="197487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TimingControl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990DF948-F355-8C66-D9E5-E86FBBCE1A0E}"/>
              </a:ext>
            </a:extLst>
          </p:cNvPr>
          <p:cNvSpPr/>
          <p:nvPr/>
        </p:nvSpPr>
        <p:spPr>
          <a:xfrm>
            <a:off x="23821559" y="8764692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Init (Setting)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58C58EE-7015-EF12-3B13-8D376C76AA5F}"/>
              </a:ext>
            </a:extLst>
          </p:cNvPr>
          <p:cNvSpPr/>
          <p:nvPr/>
        </p:nvSpPr>
        <p:spPr>
          <a:xfrm>
            <a:off x="22373318" y="8179022"/>
            <a:ext cx="1184925" cy="124790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algn="ctr"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Environment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525D13D1-8E8A-9EC6-67C0-AD1F4EDB8269}"/>
              </a:ext>
            </a:extLst>
          </p:cNvPr>
          <p:cNvSpPr/>
          <p:nvPr/>
        </p:nvSpPr>
        <p:spPr>
          <a:xfrm>
            <a:off x="22504977" y="8442336"/>
            <a:ext cx="921608" cy="197487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Camera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510B80FC-57B4-ACE1-F8EE-0981E7A25497}"/>
              </a:ext>
            </a:extLst>
          </p:cNvPr>
          <p:cNvSpPr/>
          <p:nvPr/>
        </p:nvSpPr>
        <p:spPr>
          <a:xfrm>
            <a:off x="22504977" y="8771482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Light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86325E8D-5ECC-5E5C-FC31-90F1C16F11BA}"/>
              </a:ext>
            </a:extLst>
          </p:cNvPr>
          <p:cNvSpPr/>
          <p:nvPr/>
        </p:nvSpPr>
        <p:spPr>
          <a:xfrm>
            <a:off x="22504977" y="9097778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Map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73079C37-52D7-2B2B-432E-562CE3090733}"/>
              </a:ext>
            </a:extLst>
          </p:cNvPr>
          <p:cNvSpPr/>
          <p:nvPr/>
        </p:nvSpPr>
        <p:spPr>
          <a:xfrm>
            <a:off x="25203971" y="7915703"/>
            <a:ext cx="1645729" cy="5266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algn="ctr"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System</a:t>
            </a: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6271941A-07E1-60D3-134B-77D9CE8C2120}"/>
              </a:ext>
            </a:extLst>
          </p:cNvPr>
          <p:cNvSpPr/>
          <p:nvPr/>
        </p:nvSpPr>
        <p:spPr>
          <a:xfrm>
            <a:off x="25566033" y="8442336"/>
            <a:ext cx="921608" cy="197487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Player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66F352F2-3B2A-B4D3-C6AF-72C3485D3C73}"/>
              </a:ext>
            </a:extLst>
          </p:cNvPr>
          <p:cNvSpPr/>
          <p:nvPr/>
        </p:nvSpPr>
        <p:spPr>
          <a:xfrm>
            <a:off x="25566033" y="8771482"/>
            <a:ext cx="921608" cy="1974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Enemy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DECB82C-0110-88FA-4F23-4FFCDB8CDD59}"/>
              </a:ext>
            </a:extLst>
          </p:cNvPr>
          <p:cNvSpPr/>
          <p:nvPr/>
        </p:nvSpPr>
        <p:spPr>
          <a:xfrm>
            <a:off x="25566033" y="9097778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DamageSystem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53EA2C03-8B37-F357-34D6-92275A002288}"/>
              </a:ext>
            </a:extLst>
          </p:cNvPr>
          <p:cNvSpPr/>
          <p:nvPr/>
        </p:nvSpPr>
        <p:spPr>
          <a:xfrm>
            <a:off x="25566033" y="9438115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ProjectileSystem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5361B7F9-89BB-6E5A-F807-D441D86AFAAF}"/>
              </a:ext>
            </a:extLst>
          </p:cNvPr>
          <p:cNvSpPr/>
          <p:nvPr/>
        </p:nvSpPr>
        <p:spPr>
          <a:xfrm>
            <a:off x="25566033" y="9757419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FieldCtrlSystem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34E8D36E-390A-0FA9-94E6-FD95908B8113}"/>
              </a:ext>
            </a:extLst>
          </p:cNvPr>
          <p:cNvSpPr/>
          <p:nvPr/>
        </p:nvSpPr>
        <p:spPr>
          <a:xfrm>
            <a:off x="25566033" y="10088063"/>
            <a:ext cx="921608" cy="2224488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TBD….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3DA3025-5F2E-2B64-70F8-F82C364BE52E}"/>
              </a:ext>
            </a:extLst>
          </p:cNvPr>
          <p:cNvSpPr/>
          <p:nvPr/>
        </p:nvSpPr>
        <p:spPr>
          <a:xfrm>
            <a:off x="1003667" y="2688186"/>
            <a:ext cx="8932514" cy="56938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algn="ctr"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ECS Core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A68B112-0680-DD83-7082-70D00A5C1410}"/>
              </a:ext>
            </a:extLst>
          </p:cNvPr>
          <p:cNvSpPr/>
          <p:nvPr/>
        </p:nvSpPr>
        <p:spPr>
          <a:xfrm>
            <a:off x="1291668" y="3024350"/>
            <a:ext cx="1944000" cy="4176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algn="ctr" defTabSz="418013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Entriy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2" name="직사각형 11">
            <a:extLst>
              <a:ext uri="{FF2B5EF4-FFF2-40B4-BE49-F238E27FC236}">
                <a16:creationId xmlns:a16="http://schemas.microsoft.com/office/drawing/2014/main" id="{2E29D2D8-5D6F-A753-CBB0-8F09B9476F26}"/>
              </a:ext>
            </a:extLst>
          </p:cNvPr>
          <p:cNvSpPr/>
          <p:nvPr/>
        </p:nvSpPr>
        <p:spPr>
          <a:xfrm>
            <a:off x="3528181" y="3024350"/>
            <a:ext cx="1944000" cy="4176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algn="ctr"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</a:t>
            </a:r>
          </a:p>
        </p:txBody>
      </p:sp>
      <p:sp>
        <p:nvSpPr>
          <p:cNvPr id="3" name="직사각형 11">
            <a:extLst>
              <a:ext uri="{FF2B5EF4-FFF2-40B4-BE49-F238E27FC236}">
                <a16:creationId xmlns:a16="http://schemas.microsoft.com/office/drawing/2014/main" id="{63256327-21B8-CCBA-58A0-C9C75ECD3E27}"/>
              </a:ext>
            </a:extLst>
          </p:cNvPr>
          <p:cNvSpPr/>
          <p:nvPr/>
        </p:nvSpPr>
        <p:spPr>
          <a:xfrm>
            <a:off x="5760181" y="3024350"/>
            <a:ext cx="1944000" cy="4176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algn="ctr"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System</a:t>
            </a:r>
          </a:p>
        </p:txBody>
      </p:sp>
    </p:spTree>
    <p:extLst>
      <p:ext uri="{BB962C8B-B14F-4D97-AF65-F5344CB8AC3E}">
        <p14:creationId xmlns:p14="http://schemas.microsoft.com/office/powerpoint/2010/main" val="685147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55760-70B5-0417-E4AF-A01E19565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6C0DC6-8F80-0ECF-DB71-59A76C2FD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8013">
              <a:defRPr/>
            </a:pPr>
            <a:fld id="{6747F477-1FC8-4434-8FCD-351EFB41DA6F}" type="slidenum">
              <a:rPr lang="ko-KR" altLang="en-US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pPr defTabSz="418013">
                <a:defRPr/>
              </a:pPr>
              <a:t>3</a:t>
            </a:fld>
            <a:r>
              <a:rPr lang="ko-KR" altLang="en-US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>
                <a:solidFill>
                  <a:prstClr val="white">
                    <a:lumMod val="75000"/>
                  </a:prstClr>
                </a:solidFill>
                <a:latin typeface="Calibri" panose="020F0502020204030204"/>
                <a:ea typeface="맑은 고딕" panose="020B0503020000020004" pitchFamily="50" charset="-127"/>
              </a:rPr>
              <a:t>/ 24</a:t>
            </a:r>
            <a:endParaRPr lang="ko-KR" altLang="en-US" dirty="0">
              <a:solidFill>
                <a:prstClr val="white">
                  <a:lumMod val="75000"/>
                </a:prstClr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B589482-A493-93E1-9DE4-853505E0DA7E}"/>
              </a:ext>
            </a:extLst>
          </p:cNvPr>
          <p:cNvSpPr/>
          <p:nvPr/>
        </p:nvSpPr>
        <p:spPr>
          <a:xfrm>
            <a:off x="360181" y="3240350"/>
            <a:ext cx="5760000" cy="1224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defTabSz="418013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FTrackedActivity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GetEngineActivity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().Update(TEXT("Starting"),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FTrackedActivity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ELight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::Yellow);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FTaskTagScope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Scope(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ETaskTag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EGameThread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#if !(UE_BUILD_SHIPPING)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// If "-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waitforattach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" or "-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WaitForDebugger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" was specified, halt startup and wait for a debugger to attach before continuing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if (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FParse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::Param(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CmdLine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TEXT("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waitforattach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")) ||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FParse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::Param(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CmdLine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TEXT("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WaitForDebugger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")))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{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while (!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FPlatformMisc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IsDebuggerPresent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())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{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FPlatformProcess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::Sleep(0.1f);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}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UE_DEBUG_BREAK();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}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#endif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BootTimingPoint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("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DefaultMain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");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// Super early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init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code. DO NOT MOVE THIS ANYWHERE ELSE!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FCoreDelegates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GetPreMainInitDelegate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().Broadcast();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// make sure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GEngineLoop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::Exit() is always called.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struct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EngineLoopCleanupGuard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{ 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~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EngineLoopCleanupGuard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{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  // Don't shut down the engine on scope exit when we are running embedded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  // because the outer application will take care of that.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  if (!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GUELibraryOverrideSettings.bIsEmbedded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  {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  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EngineExit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();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  }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}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}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CleanupGuard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// Set up minidump filename. We cannot do this directly inside main as we use an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FString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that requires 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// destruction and main uses SEH.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// These names will be updated as soon as the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Filemanager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is set up so we can write to the log file.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// That will also use the user folder for installed builds so we don't write into program files or whatever.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#if PLATFORM_WINDOWS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FCString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Strcpy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MiniDumpFilenameW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*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FString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Printf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(TEXT("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unreal-v%i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-%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s.dmp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"),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FEngineVersion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::Current().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GetChangelist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(), *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FDateTime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::Now().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ToString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()));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#endif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FTrackedActivity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GetEngineActivity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().Update(TEXT("Initializing"));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int32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ErrorLevel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=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EnginePreInit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CmdLine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);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// exit if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PreInit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failed.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if (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ErrorLevel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!= 0 ||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IsEngineExitRequested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 )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{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return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ErrorLevel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;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}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{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FScopedSlowTask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SlowTask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(100, NSLOCTEXT("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EngineInit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", "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EngineInit_Loading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", "Loading..."));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//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EnginePreInit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leaves 20% unused in its slow task.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// Here we consume 80% immediately so that the percentage value on the splash screen doesn't change from one slow task to the next.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// (Note, we can't include the call to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EnginePreInit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in this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ScopedSlowTask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because the engine isn't fully initialized at that point)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SlowTask.EnterProgressFrame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(80);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SlowTask.EnterProgressFrame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(20);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#if WITH_EDITOR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if (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GIsEditor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{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ErrorLevel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=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EditorInit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GEngineLoop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);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}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else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#endif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{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ErrorLevel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=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EngineInit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();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}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}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double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EngineInitializationTime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=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FPlatformTime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::Seconds() -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GStartTime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;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UE_LOG(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LogLoad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Log, TEXT("(Engine Initialization) Total time: %.2f seconds"),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EngineInitializationTime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ACCUM_LOADTIME(TEXT("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EngineInitialization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"),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EngineInitializationTime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BootTimingPoint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("Tick loop starting");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DumpBootTiming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FTrackedActivity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GetEngineActivity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().Update(TEXT("Ticking loop"),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FTrackedActivity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ELight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::Green);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// Don't tick if we're running an embedded engine - we rely on the outer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// application ticking us instead.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if (!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GUELibraryOverrideSettings.bIsEmbedded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{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while( !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IsEngineExitRequested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 )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{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EngineTick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();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}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}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TRACE_BOOKMARK(TEXT("Tick loop end"));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#if WITH_EDITOR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if(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GIsEditor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)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{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EditorExit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();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}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#endif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return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ErrorLevel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;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BA9A80F-47E7-9F9C-FD1A-BAA42873C648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4040181" y="2880350"/>
            <a:ext cx="11880000" cy="108000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9591C613-1ABB-E01E-D114-98A8918DEC35}"/>
              </a:ext>
            </a:extLst>
          </p:cNvPr>
          <p:cNvSpPr/>
          <p:nvPr/>
        </p:nvSpPr>
        <p:spPr>
          <a:xfrm>
            <a:off x="360181" y="360350"/>
            <a:ext cx="5760000" cy="144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defTabSz="418013">
              <a:defRPr/>
            </a:pPr>
            <a:r>
              <a:rPr lang="en-US" altLang="ko-KR" sz="80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Unreal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4EB59FA-BE44-37FD-BCEA-9812C10AB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38762" y="2880350"/>
            <a:ext cx="8373644" cy="819264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06A07F58-889F-8825-389D-ECC4BBC227A0}"/>
              </a:ext>
            </a:extLst>
          </p:cNvPr>
          <p:cNvSpPr/>
          <p:nvPr/>
        </p:nvSpPr>
        <p:spPr>
          <a:xfrm>
            <a:off x="6480181" y="3240350"/>
            <a:ext cx="288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160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FTrackedActivity.GetEngineActiveity</a:t>
            </a:r>
            <a:r>
              <a:rPr lang="en-US" altLang="ko-KR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().Update()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FC03C75-6535-81B1-6249-36EA302F3BD8}"/>
              </a:ext>
            </a:extLst>
          </p:cNvPr>
          <p:cNvSpPr/>
          <p:nvPr/>
        </p:nvSpPr>
        <p:spPr>
          <a:xfrm>
            <a:off x="6480181" y="4320350"/>
            <a:ext cx="288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160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ErrorLevel</a:t>
            </a:r>
            <a:endParaRPr lang="en-US" altLang="ko-KR" sz="160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772C92AA-4AE6-E77A-0843-CEC935EE1B2A}"/>
              </a:ext>
            </a:extLst>
          </p:cNvPr>
          <p:cNvSpPr/>
          <p:nvPr/>
        </p:nvSpPr>
        <p:spPr>
          <a:xfrm>
            <a:off x="9360181" y="5400350"/>
            <a:ext cx="288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160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PreInit</a:t>
            </a:r>
            <a:endParaRPr lang="en-US" altLang="ko-KR" sz="160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E6D1CBC-8F51-7E18-BECC-72DE39FA6725}"/>
              </a:ext>
            </a:extLst>
          </p:cNvPr>
          <p:cNvSpPr/>
          <p:nvPr/>
        </p:nvSpPr>
        <p:spPr>
          <a:xfrm>
            <a:off x="6480181" y="2520350"/>
            <a:ext cx="28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Launch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C246FF22-4EDD-7876-CF92-B3DE80691544}"/>
              </a:ext>
            </a:extLst>
          </p:cNvPr>
          <p:cNvSpPr/>
          <p:nvPr/>
        </p:nvSpPr>
        <p:spPr>
          <a:xfrm>
            <a:off x="9360181" y="2520350"/>
            <a:ext cx="28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160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FEngineLoop</a:t>
            </a:r>
            <a:endParaRPr lang="en-US" altLang="ko-KR" sz="160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485CC3B-E283-538C-270F-AF31649FD14F}"/>
              </a:ext>
            </a:extLst>
          </p:cNvPr>
          <p:cNvSpPr/>
          <p:nvPr/>
        </p:nvSpPr>
        <p:spPr>
          <a:xfrm>
            <a:off x="12600181" y="5400350"/>
            <a:ext cx="288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160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PreInitPreStartupScreen</a:t>
            </a:r>
            <a:endParaRPr lang="en-US" altLang="ko-KR" sz="160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23CE7577-1349-FCA4-F1B5-2F3F99FD8CC7}"/>
              </a:ext>
            </a:extLst>
          </p:cNvPr>
          <p:cNvSpPr/>
          <p:nvPr/>
        </p:nvSpPr>
        <p:spPr>
          <a:xfrm>
            <a:off x="12600181" y="8280350"/>
            <a:ext cx="288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160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PreInitPreStartupScreen</a:t>
            </a:r>
            <a:endParaRPr lang="en-US" altLang="ko-KR" sz="160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A31B2B8-7E63-4379-0A5E-B7B2626D14D7}"/>
              </a:ext>
            </a:extLst>
          </p:cNvPr>
          <p:cNvSpPr/>
          <p:nvPr/>
        </p:nvSpPr>
        <p:spPr>
          <a:xfrm>
            <a:off x="15840181" y="5400350"/>
            <a:ext cx="3960000" cy="324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marL="342900" indent="-342900" defTabSz="418013">
              <a:buAutoNum type="arabicPeriod"/>
              <a:defRPr/>
            </a:pPr>
            <a:r>
              <a:rPr lang="en-US" altLang="ko-KR" sz="160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FDelayedAutoRegisterHelper</a:t>
            </a:r>
            <a:r>
              <a:rPr lang="en-US" altLang="ko-KR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에서 </a:t>
            </a:r>
            <a:r>
              <a:rPr lang="en-US" altLang="ko-KR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Phase </a:t>
            </a:r>
            <a:r>
              <a:rPr lang="ko-KR" altLang="en-US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단계 설정</a:t>
            </a:r>
            <a:br>
              <a:rPr lang="en-US" altLang="ko-KR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</a:br>
            <a:r>
              <a:rPr lang="en-US" altLang="ko-KR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-&gt; </a:t>
            </a:r>
            <a:r>
              <a:rPr lang="ko-KR" altLang="en-US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단계 설정 후 </a:t>
            </a:r>
            <a:r>
              <a:rPr lang="en-US" altLang="ko-KR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Broadcast </a:t>
            </a:r>
            <a:r>
              <a:rPr lang="ko-KR" altLang="en-US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및 </a:t>
            </a:r>
            <a:r>
              <a:rPr lang="en-US" altLang="ko-KR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clear </a:t>
            </a:r>
            <a:r>
              <a:rPr lang="ko-KR" altLang="en-US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수행</a:t>
            </a:r>
            <a:br>
              <a:rPr lang="en-US" altLang="ko-KR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</a:br>
            <a:r>
              <a:rPr lang="en-US" altLang="ko-KR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-&gt; </a:t>
            </a:r>
            <a:r>
              <a:rPr lang="en-US" altLang="ko-KR" sz="160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Tset</a:t>
            </a:r>
            <a:r>
              <a:rPr lang="ko-KR" altLang="en-US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에 </a:t>
            </a:r>
            <a:r>
              <a:rPr lang="en-US" altLang="ko-KR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Phase </a:t>
            </a:r>
            <a:r>
              <a:rPr lang="ko-KR" altLang="en-US" sz="160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추가</a:t>
            </a:r>
            <a:endParaRPr lang="en-US" altLang="ko-KR" sz="160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342900" indent="-342900" defTabSz="418013">
              <a:buAutoNum type="arabicPeriod"/>
              <a:defRPr/>
            </a:pPr>
            <a:endParaRPr lang="en-US" altLang="ko-KR" sz="160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342900" indent="-342900" defTabSz="418013">
              <a:buAutoNum type="arabicPeriod"/>
              <a:defRPr/>
            </a:pPr>
            <a:endParaRPr lang="en-US" altLang="ko-KR" sz="160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pic>
        <p:nvPicPr>
          <p:cNvPr id="64" name="그림 63">
            <a:extLst>
              <a:ext uri="{FF2B5EF4-FFF2-40B4-BE49-F238E27FC236}">
                <a16:creationId xmlns:a16="http://schemas.microsoft.com/office/drawing/2014/main" id="{E76E8A22-DF52-1EDB-5703-A92A003ECDF1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25200181" y="4680350"/>
            <a:ext cx="7920000" cy="5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727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6A6C5-C857-9306-3B28-567402C43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제목 1">
            <a:extLst>
              <a:ext uri="{FF2B5EF4-FFF2-40B4-BE49-F238E27FC236}">
                <a16:creationId xmlns:a16="http://schemas.microsoft.com/office/drawing/2014/main" id="{63EE8B36-B192-0777-2930-A3039A03ED0C}"/>
              </a:ext>
            </a:extLst>
          </p:cNvPr>
          <p:cNvSpPr txBox="1">
            <a:spLocks/>
          </p:cNvSpPr>
          <p:nvPr/>
        </p:nvSpPr>
        <p:spPr>
          <a:xfrm>
            <a:off x="200840" y="228613"/>
            <a:ext cx="3312000" cy="286809"/>
          </a:xfrm>
          <a:prstGeom prst="rect">
            <a:avLst/>
          </a:prstGeom>
        </p:spPr>
        <p:txBody>
          <a:bodyPr vert="horz" wrap="none" lIns="91440" tIns="46800" rIns="91440" bIns="46800" rtlCol="0" anchor="ctr">
            <a:noAutofit/>
          </a:bodyPr>
          <a:lstStyle>
            <a:lvl1pPr algn="l" defTabSz="91433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1800" b="1" kern="1200" baseline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  <a:cs typeface="+mj-cs"/>
              </a:defRPr>
            </a:lvl1pPr>
          </a:lstStyle>
          <a:p>
            <a:pPr marL="0" marR="0" lvl="0" indent="0" algn="l" defTabSz="914331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에스코어 드림 7 ExtraBold" panose="020B0803030302020204" pitchFamily="34" charset="-127"/>
                <a:ea typeface="에스코어 드림 7 ExtraBold" panose="020B0803030302020204" pitchFamily="34" charset="-127"/>
                <a:cs typeface="+mj-cs"/>
              </a:rPr>
              <a:t>DX12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에스코어 드림 7 ExtraBold" panose="020B0803030302020204" pitchFamily="34" charset="-127"/>
                <a:ea typeface="에스코어 드림 7 ExtraBold" panose="020B0803030302020204" pitchFamily="34" charset="-127"/>
                <a:cs typeface="+mj-cs"/>
              </a:rPr>
              <a:t>엔진 개발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에스코어 드림 7 ExtraBold" panose="020B0803030302020204" pitchFamily="34" charset="-127"/>
                <a:ea typeface="에스코어 드림 7 ExtraBold" panose="020B0803030302020204" pitchFamily="34" charset="-127"/>
                <a:cs typeface="+mj-cs"/>
              </a:rPr>
              <a:t>| 1. </a:t>
            </a:r>
            <a:r>
              <a:rPr lang="en-US" altLang="ko-KR" dirty="0">
                <a:solidFill>
                  <a:sysClr val="windowText" lastClr="000000"/>
                </a:solidFill>
              </a:rPr>
              <a:t>Block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en-US" altLang="ko-KR" dirty="0">
                <a:solidFill>
                  <a:sysClr val="windowText" lastClr="000000"/>
                </a:solidFill>
              </a:rPr>
              <a:t>Diagram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에스코어 드림 7 ExtraBold" panose="020B0803030302020204" pitchFamily="34" charset="-127"/>
              <a:ea typeface="에스코어 드림 7 ExtraBold" panose="020B0803030302020204" pitchFamily="34" charset="-127"/>
              <a:cs typeface="+mj-cs"/>
            </a:endParaRP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8F87CBC3-9B87-099A-D675-B8AF8808D0BB}"/>
              </a:ext>
            </a:extLst>
          </p:cNvPr>
          <p:cNvSpPr/>
          <p:nvPr/>
        </p:nvSpPr>
        <p:spPr>
          <a:xfrm>
            <a:off x="31248181" y="937579"/>
            <a:ext cx="8640000" cy="662276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6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Engine</a:t>
            </a:r>
            <a:r>
              <a:rPr kumimoji="0" lang="ko-KR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Core</a:t>
            </a:r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3E87C275-7776-497C-9E40-0FCDF422C226}"/>
              </a:ext>
            </a:extLst>
          </p:cNvPr>
          <p:cNvSpPr/>
          <p:nvPr/>
        </p:nvSpPr>
        <p:spPr>
          <a:xfrm>
            <a:off x="31248181" y="13538047"/>
            <a:ext cx="8640000" cy="11878301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6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ImGui</a:t>
            </a:r>
            <a:r>
              <a:rPr kumimoji="0" lang="ko-KR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Core</a:t>
            </a:r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6454439D-4405-3F50-C66C-80522CCE8F7D}"/>
              </a:ext>
            </a:extLst>
          </p:cNvPr>
          <p:cNvSpPr/>
          <p:nvPr/>
        </p:nvSpPr>
        <p:spPr>
          <a:xfrm>
            <a:off x="6480181" y="936350"/>
            <a:ext cx="9216000" cy="9143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6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AppBase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671C096A-F470-50DC-3BA9-E0F42EF95F8F}"/>
              </a:ext>
            </a:extLst>
          </p:cNvPr>
          <p:cNvSpPr/>
          <p:nvPr/>
        </p:nvSpPr>
        <p:spPr>
          <a:xfrm>
            <a:off x="15984181" y="937578"/>
            <a:ext cx="14976000" cy="24478771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6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MyApp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::</a:t>
            </a: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AppBase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4" name="직사각형 113">
            <a:extLst>
              <a:ext uri="{FF2B5EF4-FFF2-40B4-BE49-F238E27FC236}">
                <a16:creationId xmlns:a16="http://schemas.microsoft.com/office/drawing/2014/main" id="{6D453843-A664-DF88-8806-EE10E4F982F5}"/>
              </a:ext>
            </a:extLst>
          </p:cNvPr>
          <p:cNvSpPr/>
          <p:nvPr/>
        </p:nvSpPr>
        <p:spPr>
          <a:xfrm>
            <a:off x="9864181" y="1512349"/>
            <a:ext cx="2376000" cy="1584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Initialize()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3952C1A0-7F8E-82B0-E129-80DC8A6126DB}"/>
              </a:ext>
            </a:extLst>
          </p:cNvPr>
          <p:cNvSpPr/>
          <p:nvPr/>
        </p:nvSpPr>
        <p:spPr>
          <a:xfrm>
            <a:off x="6984181" y="2304349"/>
            <a:ext cx="2376000" cy="2880000"/>
          </a:xfrm>
          <a:prstGeom prst="rect">
            <a:avLst/>
          </a:prstGeom>
          <a:noFill/>
          <a:ln w="12700" cap="flat" cmpd="sng" algn="ctr">
            <a:solidFill>
              <a:srgbClr val="0000FF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While loop</a:t>
            </a:r>
          </a:p>
        </p:txBody>
      </p:sp>
      <p:sp>
        <p:nvSpPr>
          <p:cNvPr id="116" name="직사각형 115">
            <a:extLst>
              <a:ext uri="{FF2B5EF4-FFF2-40B4-BE49-F238E27FC236}">
                <a16:creationId xmlns:a16="http://schemas.microsoft.com/office/drawing/2014/main" id="{FECE9B89-5C49-CB70-7F17-C8D93D75085C}"/>
              </a:ext>
            </a:extLst>
          </p:cNvPr>
          <p:cNvSpPr/>
          <p:nvPr/>
        </p:nvSpPr>
        <p:spPr>
          <a:xfrm>
            <a:off x="7128181" y="3888348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Set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imgui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data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for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r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endering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7" name="직사각형 116">
            <a:extLst>
              <a:ext uri="{FF2B5EF4-FFF2-40B4-BE49-F238E27FC236}">
                <a16:creationId xmlns:a16="http://schemas.microsoft.com/office/drawing/2014/main" id="{F4D39768-6176-C17A-F4B6-308268ACDA8F}"/>
              </a:ext>
            </a:extLst>
          </p:cNvPr>
          <p:cNvSpPr/>
          <p:nvPr/>
        </p:nvSpPr>
        <p:spPr>
          <a:xfrm>
            <a:off x="10008181" y="4968348"/>
            <a:ext cx="2088000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OnMouseDown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8" name="직사각형 117">
            <a:extLst>
              <a:ext uri="{FF2B5EF4-FFF2-40B4-BE49-F238E27FC236}">
                <a16:creationId xmlns:a16="http://schemas.microsoft.com/office/drawing/2014/main" id="{3F603F4A-CFD2-FBA4-0C5A-D5DAF6C2B17D}"/>
              </a:ext>
            </a:extLst>
          </p:cNvPr>
          <p:cNvSpPr/>
          <p:nvPr/>
        </p:nvSpPr>
        <p:spPr>
          <a:xfrm>
            <a:off x="7128181" y="3456348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Set 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data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for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r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endering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1845F4D0-C0B7-49F9-EEA0-98D990C640B3}"/>
              </a:ext>
            </a:extLst>
          </p:cNvPr>
          <p:cNvSpPr/>
          <p:nvPr/>
        </p:nvSpPr>
        <p:spPr>
          <a:xfrm>
            <a:off x="7128181" y="4320348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Execute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CommandList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0" name="직사각형 119">
            <a:extLst>
              <a:ext uri="{FF2B5EF4-FFF2-40B4-BE49-F238E27FC236}">
                <a16:creationId xmlns:a16="http://schemas.microsoft.com/office/drawing/2014/main" id="{8B62F5EA-7AD0-C171-B7BC-804A6E0FDD9B}"/>
              </a:ext>
            </a:extLst>
          </p:cNvPr>
          <p:cNvSpPr/>
          <p:nvPr/>
        </p:nvSpPr>
        <p:spPr>
          <a:xfrm>
            <a:off x="7128181" y="4752348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Swap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BackBuffer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4B8CFEBA-4C1C-7335-E056-1E19CA6A5722}"/>
              </a:ext>
            </a:extLst>
          </p:cNvPr>
          <p:cNvSpPr/>
          <p:nvPr/>
        </p:nvSpPr>
        <p:spPr>
          <a:xfrm>
            <a:off x="7128181" y="3024348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Update All Logic</a:t>
            </a:r>
          </a:p>
        </p:txBody>
      </p:sp>
      <p:sp>
        <p:nvSpPr>
          <p:cNvPr id="122" name="직사각형 121">
            <a:extLst>
              <a:ext uri="{FF2B5EF4-FFF2-40B4-BE49-F238E27FC236}">
                <a16:creationId xmlns:a16="http://schemas.microsoft.com/office/drawing/2014/main" id="{3F1B10B7-B77D-0DC4-8A17-BD605BA0BD33}"/>
              </a:ext>
            </a:extLst>
          </p:cNvPr>
          <p:cNvSpPr/>
          <p:nvPr/>
        </p:nvSpPr>
        <p:spPr>
          <a:xfrm>
            <a:off x="9864181" y="3816349"/>
            <a:ext cx="2376000" cy="2448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MsgProc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0A164261-89A3-F42C-86C3-C805212D661D}"/>
              </a:ext>
            </a:extLst>
          </p:cNvPr>
          <p:cNvSpPr/>
          <p:nvPr/>
        </p:nvSpPr>
        <p:spPr>
          <a:xfrm>
            <a:off x="7128181" y="2594047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PeekMessage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FB6D9D32-8B15-E26E-D2FC-F126B14F7623}"/>
              </a:ext>
            </a:extLst>
          </p:cNvPr>
          <p:cNvSpPr/>
          <p:nvPr/>
        </p:nvSpPr>
        <p:spPr>
          <a:xfrm>
            <a:off x="10008181" y="4104348"/>
            <a:ext cx="2088000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ImGui_WndProcHandler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E0DE0B4F-7861-AA3B-48B6-18948340BC0A}"/>
              </a:ext>
            </a:extLst>
          </p:cNvPr>
          <p:cNvSpPr/>
          <p:nvPr/>
        </p:nvSpPr>
        <p:spPr>
          <a:xfrm>
            <a:off x="10008181" y="4536348"/>
            <a:ext cx="2088000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OnResize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87FF098B-1EF1-6458-9163-8539A3A9EDE0}"/>
              </a:ext>
            </a:extLst>
          </p:cNvPr>
          <p:cNvSpPr/>
          <p:nvPr/>
        </p:nvSpPr>
        <p:spPr>
          <a:xfrm>
            <a:off x="10008181" y="5400348"/>
            <a:ext cx="2088000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OnMouseUp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458E7DA5-1A06-2964-CF36-D62227E399B6}"/>
              </a:ext>
            </a:extLst>
          </p:cNvPr>
          <p:cNvSpPr/>
          <p:nvPr/>
        </p:nvSpPr>
        <p:spPr>
          <a:xfrm>
            <a:off x="10008181" y="5832348"/>
            <a:ext cx="2088000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OnMouseMove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9" name="직사각형 128">
            <a:extLst>
              <a:ext uri="{FF2B5EF4-FFF2-40B4-BE49-F238E27FC236}">
                <a16:creationId xmlns:a16="http://schemas.microsoft.com/office/drawing/2014/main" id="{C3C48367-3E27-3113-55BA-0AC94727ED2F}"/>
              </a:ext>
            </a:extLst>
          </p:cNvPr>
          <p:cNvSpPr/>
          <p:nvPr/>
        </p:nvSpPr>
        <p:spPr>
          <a:xfrm>
            <a:off x="12895035" y="6552349"/>
            <a:ext cx="2376000" cy="3312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OnResize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130" name="직사각형 129">
            <a:extLst>
              <a:ext uri="{FF2B5EF4-FFF2-40B4-BE49-F238E27FC236}">
                <a16:creationId xmlns:a16="http://schemas.microsoft.com/office/drawing/2014/main" id="{E4CBC392-ABA2-768F-4839-98B3980F954C}"/>
              </a:ext>
            </a:extLst>
          </p:cNvPr>
          <p:cNvSpPr/>
          <p:nvPr/>
        </p:nvSpPr>
        <p:spPr>
          <a:xfrm>
            <a:off x="13032181" y="7274048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Reset Back &amp; SRV Buffer</a:t>
            </a:r>
          </a:p>
        </p:txBody>
      </p:sp>
      <p:sp>
        <p:nvSpPr>
          <p:cNvPr id="131" name="직사각형 130">
            <a:extLst>
              <a:ext uri="{FF2B5EF4-FFF2-40B4-BE49-F238E27FC236}">
                <a16:creationId xmlns:a16="http://schemas.microsoft.com/office/drawing/2014/main" id="{B7DDE9C7-86DB-A70C-AC92-935E22E3149A}"/>
              </a:ext>
            </a:extLst>
          </p:cNvPr>
          <p:cNvSpPr/>
          <p:nvPr/>
        </p:nvSpPr>
        <p:spPr>
          <a:xfrm>
            <a:off x="13032181" y="7706048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Resize Swap Chain</a:t>
            </a:r>
          </a:p>
        </p:txBody>
      </p:sp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4BE341DA-C606-1E96-4288-653E25D64673}"/>
              </a:ext>
            </a:extLst>
          </p:cNvPr>
          <p:cNvSpPr/>
          <p:nvPr/>
        </p:nvSpPr>
        <p:spPr>
          <a:xfrm>
            <a:off x="13032181" y="8138048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Create Back &amp; SRV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RenderTargetView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3" name="직사각형 132">
            <a:extLst>
              <a:ext uri="{FF2B5EF4-FFF2-40B4-BE49-F238E27FC236}">
                <a16:creationId xmlns:a16="http://schemas.microsoft.com/office/drawing/2014/main" id="{F331A284-5A54-0A37-97C4-129CC1859A93}"/>
              </a:ext>
            </a:extLst>
          </p:cNvPr>
          <p:cNvSpPr/>
          <p:nvPr/>
        </p:nvSpPr>
        <p:spPr>
          <a:xfrm>
            <a:off x="13032181" y="8570048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Create Back &amp; SRV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RenderTargetView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B0A915B4-2D3D-8634-5C05-C0EF6A5EE4EA}"/>
              </a:ext>
            </a:extLst>
          </p:cNvPr>
          <p:cNvSpPr/>
          <p:nvPr/>
        </p:nvSpPr>
        <p:spPr>
          <a:xfrm>
            <a:off x="13032181" y="9002048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Create Depth Stencil buffer</a:t>
            </a:r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EE6F49B9-9583-DA18-DC6C-31028B589E40}"/>
              </a:ext>
            </a:extLst>
          </p:cNvPr>
          <p:cNvSpPr/>
          <p:nvPr/>
        </p:nvSpPr>
        <p:spPr>
          <a:xfrm>
            <a:off x="12888181" y="1512349"/>
            <a:ext cx="2376000" cy="1152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InitMainWindow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9F69F24F-B81A-E343-F422-F0579237D39B}"/>
              </a:ext>
            </a:extLst>
          </p:cNvPr>
          <p:cNvSpPr/>
          <p:nvPr/>
        </p:nvSpPr>
        <p:spPr>
          <a:xfrm>
            <a:off x="13032181" y="1800349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RegisterWindowClass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E31B2B95-49FB-C052-6C33-93897C75FCC9}"/>
              </a:ext>
            </a:extLst>
          </p:cNvPr>
          <p:cNvSpPr/>
          <p:nvPr/>
        </p:nvSpPr>
        <p:spPr>
          <a:xfrm>
            <a:off x="13032181" y="2232349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MakeWindowHandle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C9925854-6205-52F2-0D7F-51B7BB08EC6E}"/>
              </a:ext>
            </a:extLst>
          </p:cNvPr>
          <p:cNvSpPr/>
          <p:nvPr/>
        </p:nvSpPr>
        <p:spPr>
          <a:xfrm>
            <a:off x="10008181" y="2655518"/>
            <a:ext cx="2088000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OnResize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0CAFF03F-9C58-403E-2840-4A6DF3C4F489}"/>
              </a:ext>
            </a:extLst>
          </p:cNvPr>
          <p:cNvSpPr/>
          <p:nvPr/>
        </p:nvSpPr>
        <p:spPr>
          <a:xfrm>
            <a:off x="10008181" y="1796521"/>
            <a:ext cx="2088000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InitMainWindow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0" name="직사각형 139">
            <a:extLst>
              <a:ext uri="{FF2B5EF4-FFF2-40B4-BE49-F238E27FC236}">
                <a16:creationId xmlns:a16="http://schemas.microsoft.com/office/drawing/2014/main" id="{2909831F-A9A6-3C29-00C4-7A8222D18DF7}"/>
              </a:ext>
            </a:extLst>
          </p:cNvPr>
          <p:cNvSpPr/>
          <p:nvPr/>
        </p:nvSpPr>
        <p:spPr>
          <a:xfrm>
            <a:off x="12888181" y="3816349"/>
            <a:ext cx="2376000" cy="2448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InitDirect3D()</a:t>
            </a:r>
          </a:p>
        </p:txBody>
      </p:sp>
      <p:sp>
        <p:nvSpPr>
          <p:cNvPr id="141" name="직사각형 140">
            <a:extLst>
              <a:ext uri="{FF2B5EF4-FFF2-40B4-BE49-F238E27FC236}">
                <a16:creationId xmlns:a16="http://schemas.microsoft.com/office/drawing/2014/main" id="{4BCC4CAB-A201-AB14-FBAE-C21072450BB2}"/>
              </a:ext>
            </a:extLst>
          </p:cNvPr>
          <p:cNvSpPr/>
          <p:nvPr/>
        </p:nvSpPr>
        <p:spPr>
          <a:xfrm>
            <a:off x="13032181" y="4104349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InitDebugLayer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2" name="직사각형 141">
            <a:extLst>
              <a:ext uri="{FF2B5EF4-FFF2-40B4-BE49-F238E27FC236}">
                <a16:creationId xmlns:a16="http://schemas.microsoft.com/office/drawing/2014/main" id="{AAFF4FFB-BB90-E470-6589-92DCB7B1ACBF}"/>
              </a:ext>
            </a:extLst>
          </p:cNvPr>
          <p:cNvSpPr/>
          <p:nvPr/>
        </p:nvSpPr>
        <p:spPr>
          <a:xfrm>
            <a:off x="13032181" y="4536349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Create Fence</a:t>
            </a: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48ECE33D-BBB8-C9CF-9B6B-30484942CB9D}"/>
              </a:ext>
            </a:extLst>
          </p:cNvPr>
          <p:cNvSpPr/>
          <p:nvPr/>
        </p:nvSpPr>
        <p:spPr>
          <a:xfrm>
            <a:off x="13032181" y="5400349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CreateRtvAndDsvDescriptorHeaps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4" name="직사각형 143">
            <a:extLst>
              <a:ext uri="{FF2B5EF4-FFF2-40B4-BE49-F238E27FC236}">
                <a16:creationId xmlns:a16="http://schemas.microsoft.com/office/drawing/2014/main" id="{5303AE18-DDCD-2C6A-5E98-943FC8604344}"/>
              </a:ext>
            </a:extLst>
          </p:cNvPr>
          <p:cNvSpPr/>
          <p:nvPr/>
        </p:nvSpPr>
        <p:spPr>
          <a:xfrm>
            <a:off x="13032181" y="4968349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CreateCommandObjects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CMDQueue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CMDAllocator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CMDList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DB874221-7D61-AE65-D427-C570E2BDECA7}"/>
              </a:ext>
            </a:extLst>
          </p:cNvPr>
          <p:cNvSpPr/>
          <p:nvPr/>
        </p:nvSpPr>
        <p:spPr>
          <a:xfrm>
            <a:off x="13032181" y="5832349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CreateSwapChain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(Create Swap Chain &amp; RTV)</a:t>
            </a:r>
          </a:p>
        </p:txBody>
      </p: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E31AE312-4C50-7DE5-69DB-5635695D12C8}"/>
              </a:ext>
            </a:extLst>
          </p:cNvPr>
          <p:cNvSpPr/>
          <p:nvPr/>
        </p:nvSpPr>
        <p:spPr>
          <a:xfrm>
            <a:off x="10008181" y="2226014"/>
            <a:ext cx="2088000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InitDirect3D</a:t>
            </a:r>
          </a:p>
        </p:txBody>
      </p:sp>
      <p:sp>
        <p:nvSpPr>
          <p:cNvPr id="147" name="직사각형 146">
            <a:extLst>
              <a:ext uri="{FF2B5EF4-FFF2-40B4-BE49-F238E27FC236}">
                <a16:creationId xmlns:a16="http://schemas.microsoft.com/office/drawing/2014/main" id="{CA61BF82-6ADA-5FA1-C2ED-15E30E397D6B}"/>
              </a:ext>
            </a:extLst>
          </p:cNvPr>
          <p:cNvSpPr/>
          <p:nvPr/>
        </p:nvSpPr>
        <p:spPr>
          <a:xfrm>
            <a:off x="13032181" y="6842048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Flush Command Queue</a:t>
            </a:r>
          </a:p>
        </p:txBody>
      </p:sp>
      <p:sp>
        <p:nvSpPr>
          <p:cNvPr id="148" name="직사각형 147">
            <a:extLst>
              <a:ext uri="{FF2B5EF4-FFF2-40B4-BE49-F238E27FC236}">
                <a16:creationId xmlns:a16="http://schemas.microsoft.com/office/drawing/2014/main" id="{1BCFC629-CC26-4F3C-E58B-7A0CDF559FA4}"/>
              </a:ext>
            </a:extLst>
          </p:cNvPr>
          <p:cNvSpPr/>
          <p:nvPr/>
        </p:nvSpPr>
        <p:spPr>
          <a:xfrm>
            <a:off x="13032181" y="9434048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Flush Command Queue</a:t>
            </a:r>
          </a:p>
        </p:txBody>
      </p: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16232E0B-28ED-1550-800E-9513F35F495F}"/>
              </a:ext>
            </a:extLst>
          </p:cNvPr>
          <p:cNvCxnSpPr>
            <a:cxnSpLocks/>
          </p:cNvCxnSpPr>
          <p:nvPr/>
        </p:nvCxnSpPr>
        <p:spPr>
          <a:xfrm flipV="1">
            <a:off x="12096181" y="1938599"/>
            <a:ext cx="792000" cy="1034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직선 화살표 연결선 149">
            <a:extLst>
              <a:ext uri="{FF2B5EF4-FFF2-40B4-BE49-F238E27FC236}">
                <a16:creationId xmlns:a16="http://schemas.microsoft.com/office/drawing/2014/main" id="{BAE3EEF3-BD98-CAF4-CF91-F7BD8B7002EF}"/>
              </a:ext>
            </a:extLst>
          </p:cNvPr>
          <p:cNvCxnSpPr>
            <a:cxnSpLocks/>
          </p:cNvCxnSpPr>
          <p:nvPr/>
        </p:nvCxnSpPr>
        <p:spPr>
          <a:xfrm>
            <a:off x="12095490" y="2376349"/>
            <a:ext cx="504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화살표 연결선 154">
            <a:extLst>
              <a:ext uri="{FF2B5EF4-FFF2-40B4-BE49-F238E27FC236}">
                <a16:creationId xmlns:a16="http://schemas.microsoft.com/office/drawing/2014/main" id="{4F685B04-C07A-DDA1-E704-DED5356B31E6}"/>
              </a:ext>
            </a:extLst>
          </p:cNvPr>
          <p:cNvCxnSpPr>
            <a:cxnSpLocks/>
          </p:cNvCxnSpPr>
          <p:nvPr/>
        </p:nvCxnSpPr>
        <p:spPr>
          <a:xfrm>
            <a:off x="12240181" y="2940735"/>
            <a:ext cx="4032000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ABEE9330-BB9C-5EB9-ACA1-B4BE2C085F73}"/>
              </a:ext>
            </a:extLst>
          </p:cNvPr>
          <p:cNvCxnSpPr>
            <a:cxnSpLocks/>
          </p:cNvCxnSpPr>
          <p:nvPr/>
        </p:nvCxnSpPr>
        <p:spPr>
          <a:xfrm>
            <a:off x="22104181" y="1944349"/>
            <a:ext cx="9576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7" name="그룹 236">
            <a:extLst>
              <a:ext uri="{FF2B5EF4-FFF2-40B4-BE49-F238E27FC236}">
                <a16:creationId xmlns:a16="http://schemas.microsoft.com/office/drawing/2014/main" id="{AE399472-D28F-3F67-5032-9C37CA94A3CE}"/>
              </a:ext>
            </a:extLst>
          </p:cNvPr>
          <p:cNvGrpSpPr/>
          <p:nvPr/>
        </p:nvGrpSpPr>
        <p:grpSpPr>
          <a:xfrm>
            <a:off x="31680181" y="1800349"/>
            <a:ext cx="2376000" cy="720000"/>
            <a:chOff x="31968181" y="1080350"/>
            <a:chExt cx="2376000" cy="720000"/>
          </a:xfrm>
        </p:grpSpPr>
        <p:sp>
          <p:nvSpPr>
            <p:cNvPr id="187" name="직사각형 186">
              <a:extLst>
                <a:ext uri="{FF2B5EF4-FFF2-40B4-BE49-F238E27FC236}">
                  <a16:creationId xmlns:a16="http://schemas.microsoft.com/office/drawing/2014/main" id="{F01C6F20-441A-8E2F-691A-CD121D6C2691}"/>
                </a:ext>
              </a:extLst>
            </p:cNvPr>
            <p:cNvSpPr/>
            <p:nvPr/>
          </p:nvSpPr>
          <p:spPr>
            <a:xfrm>
              <a:off x="31968181" y="1080350"/>
              <a:ext cx="2376000" cy="720000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CreateBox</a:t>
              </a: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/…/</a:t>
              </a:r>
              <a:r>
                <a:rPr kumimoji="0" lang="en-US" altLang="ko-KR" sz="12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etc</a:t>
              </a:r>
              <a:endPara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9" name="직사각형 188">
              <a:extLst>
                <a:ext uri="{FF2B5EF4-FFF2-40B4-BE49-F238E27FC236}">
                  <a16:creationId xmlns:a16="http://schemas.microsoft.com/office/drawing/2014/main" id="{995B26CD-6509-5DF7-F145-19B4484BDBD1}"/>
                </a:ext>
              </a:extLst>
            </p:cNvPr>
            <p:cNvSpPr/>
            <p:nvPr/>
          </p:nvSpPr>
          <p:spPr>
            <a:xfrm>
              <a:off x="32112181" y="1370015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Create vertices &amp; indices</a:t>
              </a:r>
            </a:p>
          </p:txBody>
        </p:sp>
      </p:grp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937DEA29-2967-D71D-61CF-6D9538994E4A}"/>
              </a:ext>
            </a:extLst>
          </p:cNvPr>
          <p:cNvGrpSpPr/>
          <p:nvPr/>
        </p:nvGrpSpPr>
        <p:grpSpPr>
          <a:xfrm>
            <a:off x="31680181" y="2664349"/>
            <a:ext cx="2376000" cy="1584000"/>
            <a:chOff x="31968181" y="2160350"/>
            <a:chExt cx="2376000" cy="1584000"/>
          </a:xfrm>
        </p:grpSpPr>
        <p:sp>
          <p:nvSpPr>
            <p:cNvPr id="184" name="직사각형 183">
              <a:extLst>
                <a:ext uri="{FF2B5EF4-FFF2-40B4-BE49-F238E27FC236}">
                  <a16:creationId xmlns:a16="http://schemas.microsoft.com/office/drawing/2014/main" id="{CDFBCDE6-32A4-4ECE-5E2C-329B7056D716}"/>
                </a:ext>
              </a:extLst>
            </p:cNvPr>
            <p:cNvSpPr/>
            <p:nvPr/>
          </p:nvSpPr>
          <p:spPr>
            <a:xfrm>
              <a:off x="31968181" y="2160350"/>
              <a:ext cx="2376000" cy="1584000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FindBounding</a:t>
              </a: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()</a:t>
              </a:r>
            </a:p>
          </p:txBody>
        </p:sp>
        <p:sp>
          <p:nvSpPr>
            <p:cNvPr id="186" name="직사각형 185">
              <a:extLst>
                <a:ext uri="{FF2B5EF4-FFF2-40B4-BE49-F238E27FC236}">
                  <a16:creationId xmlns:a16="http://schemas.microsoft.com/office/drawing/2014/main" id="{D3FB6074-5102-B374-595E-1F13B4E81944}"/>
                </a:ext>
              </a:extLst>
            </p:cNvPr>
            <p:cNvSpPr/>
            <p:nvPr/>
          </p:nvSpPr>
          <p:spPr>
            <a:xfrm>
              <a:off x="32112181" y="2882015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Assign center and extents</a:t>
              </a:r>
            </a:p>
          </p:txBody>
        </p:sp>
        <p:sp>
          <p:nvSpPr>
            <p:cNvPr id="190" name="직사각형 189">
              <a:extLst>
                <a:ext uri="{FF2B5EF4-FFF2-40B4-BE49-F238E27FC236}">
                  <a16:creationId xmlns:a16="http://schemas.microsoft.com/office/drawing/2014/main" id="{8ABA3CF1-6429-12B1-7303-9E7F8E385126}"/>
                </a:ext>
              </a:extLst>
            </p:cNvPr>
            <p:cNvSpPr/>
            <p:nvPr/>
          </p:nvSpPr>
          <p:spPr>
            <a:xfrm>
              <a:off x="32112181" y="2450015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Find space diagonal of polyhedron</a:t>
              </a:r>
            </a:p>
          </p:txBody>
        </p:sp>
        <p:sp>
          <p:nvSpPr>
            <p:cNvPr id="191" name="직사각형 190">
              <a:extLst>
                <a:ext uri="{FF2B5EF4-FFF2-40B4-BE49-F238E27FC236}">
                  <a16:creationId xmlns:a16="http://schemas.microsoft.com/office/drawing/2014/main" id="{25BB9B18-95DE-1C63-7048-0298827A2AE2}"/>
                </a:ext>
              </a:extLst>
            </p:cNvPr>
            <p:cNvSpPr/>
            <p:nvPr/>
          </p:nvSpPr>
          <p:spPr>
            <a:xfrm>
              <a:off x="32112181" y="3314015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Find sphere radius</a:t>
              </a:r>
            </a:p>
          </p:txBody>
        </p:sp>
      </p:grpSp>
      <p:sp>
        <p:nvSpPr>
          <p:cNvPr id="192" name="직사각형 191">
            <a:extLst>
              <a:ext uri="{FF2B5EF4-FFF2-40B4-BE49-F238E27FC236}">
                <a16:creationId xmlns:a16="http://schemas.microsoft.com/office/drawing/2014/main" id="{22B22175-8558-CC9D-9387-C25517BA4482}"/>
              </a:ext>
            </a:extLst>
          </p:cNvPr>
          <p:cNvSpPr/>
          <p:nvPr/>
        </p:nvSpPr>
        <p:spPr>
          <a:xfrm>
            <a:off x="31464181" y="1512349"/>
            <a:ext cx="2808000" cy="2880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6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GeometryGenerator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234" name="직선 화살표 연결선 233">
            <a:extLst>
              <a:ext uri="{FF2B5EF4-FFF2-40B4-BE49-F238E27FC236}">
                <a16:creationId xmlns:a16="http://schemas.microsoft.com/office/drawing/2014/main" id="{8C8949C1-FAD7-610A-C048-D24257A1729E}"/>
              </a:ext>
            </a:extLst>
          </p:cNvPr>
          <p:cNvCxnSpPr>
            <a:cxnSpLocks/>
          </p:cNvCxnSpPr>
          <p:nvPr/>
        </p:nvCxnSpPr>
        <p:spPr>
          <a:xfrm>
            <a:off x="12600181" y="4104349"/>
            <a:ext cx="288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직선 화살표 연결선 238">
            <a:extLst>
              <a:ext uri="{FF2B5EF4-FFF2-40B4-BE49-F238E27FC236}">
                <a16:creationId xmlns:a16="http://schemas.microsoft.com/office/drawing/2014/main" id="{5A3FFA7C-B1A6-072E-2AB5-CEB0E3D8C8D8}"/>
              </a:ext>
            </a:extLst>
          </p:cNvPr>
          <p:cNvCxnSpPr>
            <a:cxnSpLocks/>
          </p:cNvCxnSpPr>
          <p:nvPr/>
        </p:nvCxnSpPr>
        <p:spPr>
          <a:xfrm>
            <a:off x="12384181" y="2808349"/>
            <a:ext cx="0" cy="4032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직선 화살표 연결선 242">
            <a:extLst>
              <a:ext uri="{FF2B5EF4-FFF2-40B4-BE49-F238E27FC236}">
                <a16:creationId xmlns:a16="http://schemas.microsoft.com/office/drawing/2014/main" id="{9B13B657-4D34-1898-8B0B-11B19EDD6177}"/>
              </a:ext>
            </a:extLst>
          </p:cNvPr>
          <p:cNvCxnSpPr>
            <a:cxnSpLocks/>
          </p:cNvCxnSpPr>
          <p:nvPr/>
        </p:nvCxnSpPr>
        <p:spPr>
          <a:xfrm>
            <a:off x="12384181" y="6840349"/>
            <a:ext cx="504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직선 화살표 연결선 243">
            <a:extLst>
              <a:ext uri="{FF2B5EF4-FFF2-40B4-BE49-F238E27FC236}">
                <a16:creationId xmlns:a16="http://schemas.microsoft.com/office/drawing/2014/main" id="{0917D603-F748-B7FC-ECBA-03B8570BC444}"/>
              </a:ext>
            </a:extLst>
          </p:cNvPr>
          <p:cNvCxnSpPr>
            <a:cxnSpLocks/>
          </p:cNvCxnSpPr>
          <p:nvPr/>
        </p:nvCxnSpPr>
        <p:spPr>
          <a:xfrm flipV="1">
            <a:off x="12096180" y="2808349"/>
            <a:ext cx="288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화살표 연결선 247">
            <a:extLst>
              <a:ext uri="{FF2B5EF4-FFF2-40B4-BE49-F238E27FC236}">
                <a16:creationId xmlns:a16="http://schemas.microsoft.com/office/drawing/2014/main" id="{5C6552D5-D5C2-B788-B7BF-A2DAC591E7C9}"/>
              </a:ext>
            </a:extLst>
          </p:cNvPr>
          <p:cNvCxnSpPr>
            <a:cxnSpLocks/>
          </p:cNvCxnSpPr>
          <p:nvPr/>
        </p:nvCxnSpPr>
        <p:spPr>
          <a:xfrm>
            <a:off x="12600181" y="2376349"/>
            <a:ext cx="0" cy="1727999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직선 화살표 연결선 253">
            <a:extLst>
              <a:ext uri="{FF2B5EF4-FFF2-40B4-BE49-F238E27FC236}">
                <a16:creationId xmlns:a16="http://schemas.microsoft.com/office/drawing/2014/main" id="{C21A6D44-1F6D-3D78-B483-ECB2CF7CB391}"/>
              </a:ext>
            </a:extLst>
          </p:cNvPr>
          <p:cNvCxnSpPr>
            <a:cxnSpLocks/>
          </p:cNvCxnSpPr>
          <p:nvPr/>
        </p:nvCxnSpPr>
        <p:spPr>
          <a:xfrm>
            <a:off x="9216181" y="2736349"/>
            <a:ext cx="432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직선 화살표 연결선 255">
            <a:extLst>
              <a:ext uri="{FF2B5EF4-FFF2-40B4-BE49-F238E27FC236}">
                <a16:creationId xmlns:a16="http://schemas.microsoft.com/office/drawing/2014/main" id="{5425E64F-F5BE-5168-D708-6908F8CD39E5}"/>
              </a:ext>
            </a:extLst>
          </p:cNvPr>
          <p:cNvCxnSpPr>
            <a:cxnSpLocks/>
          </p:cNvCxnSpPr>
          <p:nvPr/>
        </p:nvCxnSpPr>
        <p:spPr>
          <a:xfrm flipH="1">
            <a:off x="9648180" y="2736349"/>
            <a:ext cx="0" cy="1367999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직선 화살표 연결선 257">
            <a:extLst>
              <a:ext uri="{FF2B5EF4-FFF2-40B4-BE49-F238E27FC236}">
                <a16:creationId xmlns:a16="http://schemas.microsoft.com/office/drawing/2014/main" id="{CC3E70ED-94A8-40F0-163F-20484FCCC678}"/>
              </a:ext>
            </a:extLst>
          </p:cNvPr>
          <p:cNvCxnSpPr>
            <a:cxnSpLocks/>
          </p:cNvCxnSpPr>
          <p:nvPr/>
        </p:nvCxnSpPr>
        <p:spPr>
          <a:xfrm>
            <a:off x="9648180" y="4104349"/>
            <a:ext cx="216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직사각형 260">
            <a:extLst>
              <a:ext uri="{FF2B5EF4-FFF2-40B4-BE49-F238E27FC236}">
                <a16:creationId xmlns:a16="http://schemas.microsoft.com/office/drawing/2014/main" id="{B7753B9B-3031-8017-6D41-2B4109BC385A}"/>
              </a:ext>
            </a:extLst>
          </p:cNvPr>
          <p:cNvSpPr/>
          <p:nvPr/>
        </p:nvSpPr>
        <p:spPr>
          <a:xfrm>
            <a:off x="7128181" y="1802013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Initialize All Logic</a:t>
            </a:r>
          </a:p>
        </p:txBody>
      </p:sp>
      <p:sp>
        <p:nvSpPr>
          <p:cNvPr id="265" name="직사각형 264">
            <a:extLst>
              <a:ext uri="{FF2B5EF4-FFF2-40B4-BE49-F238E27FC236}">
                <a16:creationId xmlns:a16="http://schemas.microsoft.com/office/drawing/2014/main" id="{2C213897-274A-7422-E38A-D95CF96D424A}"/>
              </a:ext>
            </a:extLst>
          </p:cNvPr>
          <p:cNvSpPr/>
          <p:nvPr/>
        </p:nvSpPr>
        <p:spPr>
          <a:xfrm>
            <a:off x="7128181" y="5330047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Flush Command Queue</a:t>
            </a:r>
          </a:p>
        </p:txBody>
      </p:sp>
      <p:sp>
        <p:nvSpPr>
          <p:cNvPr id="266" name="직사각형 265">
            <a:extLst>
              <a:ext uri="{FF2B5EF4-FFF2-40B4-BE49-F238E27FC236}">
                <a16:creationId xmlns:a16="http://schemas.microsoft.com/office/drawing/2014/main" id="{9D8F49EB-0C85-8D60-3DE6-B3F09ED627DF}"/>
              </a:ext>
            </a:extLst>
          </p:cNvPr>
          <p:cNvSpPr/>
          <p:nvPr/>
        </p:nvSpPr>
        <p:spPr>
          <a:xfrm>
            <a:off x="7128181" y="5762047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Clean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Datas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9057D426-6FEA-D441-9DBF-DEC018D99881}"/>
              </a:ext>
            </a:extLst>
          </p:cNvPr>
          <p:cNvCxnSpPr>
            <a:cxnSpLocks/>
          </p:cNvCxnSpPr>
          <p:nvPr/>
        </p:nvCxnSpPr>
        <p:spPr>
          <a:xfrm flipV="1">
            <a:off x="9216181" y="1938599"/>
            <a:ext cx="648000" cy="1034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직선 화살표 연결선 279">
            <a:extLst>
              <a:ext uri="{FF2B5EF4-FFF2-40B4-BE49-F238E27FC236}">
                <a16:creationId xmlns:a16="http://schemas.microsoft.com/office/drawing/2014/main" id="{1BDC27AC-BFCD-AF64-AB60-C046A472711D}"/>
              </a:ext>
            </a:extLst>
          </p:cNvPr>
          <p:cNvCxnSpPr>
            <a:cxnSpLocks/>
          </p:cNvCxnSpPr>
          <p:nvPr/>
        </p:nvCxnSpPr>
        <p:spPr>
          <a:xfrm flipV="1">
            <a:off x="9215489" y="3599342"/>
            <a:ext cx="13176000" cy="1007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직선 화살표 연결선 282">
            <a:extLst>
              <a:ext uri="{FF2B5EF4-FFF2-40B4-BE49-F238E27FC236}">
                <a16:creationId xmlns:a16="http://schemas.microsoft.com/office/drawing/2014/main" id="{35669A1E-71A5-18D1-D5B2-C3F1A0106760}"/>
              </a:ext>
            </a:extLst>
          </p:cNvPr>
          <p:cNvCxnSpPr>
            <a:cxnSpLocks/>
          </p:cNvCxnSpPr>
          <p:nvPr/>
        </p:nvCxnSpPr>
        <p:spPr>
          <a:xfrm flipV="1">
            <a:off x="9215488" y="3168349"/>
            <a:ext cx="13320000" cy="96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직사각형 155">
            <a:extLst>
              <a:ext uri="{FF2B5EF4-FFF2-40B4-BE49-F238E27FC236}">
                <a16:creationId xmlns:a16="http://schemas.microsoft.com/office/drawing/2014/main" id="{5069786D-3E68-5149-BCC6-39A0466409AA}"/>
              </a:ext>
            </a:extLst>
          </p:cNvPr>
          <p:cNvSpPr/>
          <p:nvPr/>
        </p:nvSpPr>
        <p:spPr>
          <a:xfrm>
            <a:off x="16272181" y="1512349"/>
            <a:ext cx="2376000" cy="7200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Initialize() (Override)</a:t>
            </a:r>
          </a:p>
        </p:txBody>
      </p:sp>
      <p:sp>
        <p:nvSpPr>
          <p:cNvPr id="157" name="직사각형 156">
            <a:extLst>
              <a:ext uri="{FF2B5EF4-FFF2-40B4-BE49-F238E27FC236}">
                <a16:creationId xmlns:a16="http://schemas.microsoft.com/office/drawing/2014/main" id="{7A3D4F6B-8D7A-AF71-77E9-5231B104EC62}"/>
              </a:ext>
            </a:extLst>
          </p:cNvPr>
          <p:cNvSpPr/>
          <p:nvPr/>
        </p:nvSpPr>
        <p:spPr>
          <a:xfrm>
            <a:off x="16416873" y="1800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AppBase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::Initialize</a:t>
            </a:r>
          </a:p>
        </p:txBody>
      </p:sp>
      <p:sp>
        <p:nvSpPr>
          <p:cNvPr id="158" name="직사각형 157">
            <a:extLst>
              <a:ext uri="{FF2B5EF4-FFF2-40B4-BE49-F238E27FC236}">
                <a16:creationId xmlns:a16="http://schemas.microsoft.com/office/drawing/2014/main" id="{C172487F-E58E-E91F-0AD5-B39A351C2225}"/>
              </a:ext>
            </a:extLst>
          </p:cNvPr>
          <p:cNvSpPr/>
          <p:nvPr/>
        </p:nvSpPr>
        <p:spPr>
          <a:xfrm>
            <a:off x="16416873" y="3096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Make Blur Filter</a:t>
            </a:r>
          </a:p>
        </p:txBody>
      </p:sp>
      <p:sp>
        <p:nvSpPr>
          <p:cNvPr id="159" name="직사각형 158">
            <a:extLst>
              <a:ext uri="{FF2B5EF4-FFF2-40B4-BE49-F238E27FC236}">
                <a16:creationId xmlns:a16="http://schemas.microsoft.com/office/drawing/2014/main" id="{D74AE1D0-FA0D-F843-264F-563267F73083}"/>
              </a:ext>
            </a:extLst>
          </p:cNvPr>
          <p:cNvSpPr/>
          <p:nvPr/>
        </p:nvSpPr>
        <p:spPr>
          <a:xfrm>
            <a:off x="16416873" y="2664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Set Camera</a:t>
            </a:r>
          </a:p>
        </p:txBody>
      </p:sp>
      <p:sp>
        <p:nvSpPr>
          <p:cNvPr id="160" name="직사각형 159">
            <a:extLst>
              <a:ext uri="{FF2B5EF4-FFF2-40B4-BE49-F238E27FC236}">
                <a16:creationId xmlns:a16="http://schemas.microsoft.com/office/drawing/2014/main" id="{4BD92177-61AD-0BBB-37EA-728177FCEE6F}"/>
              </a:ext>
            </a:extLst>
          </p:cNvPr>
          <p:cNvSpPr/>
          <p:nvPr/>
        </p:nvSpPr>
        <p:spPr>
          <a:xfrm>
            <a:off x="16416873" y="3528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Make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GpuWaves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E8242053-A2B5-AD88-BF05-EF48D43D4361}"/>
              </a:ext>
            </a:extLst>
          </p:cNvPr>
          <p:cNvSpPr/>
          <p:nvPr/>
        </p:nvSpPr>
        <p:spPr>
          <a:xfrm>
            <a:off x="16416873" y="3960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Make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ShadowMap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C4F53671-E084-82BC-EE3D-EA57F132B43B}"/>
              </a:ext>
            </a:extLst>
          </p:cNvPr>
          <p:cNvSpPr/>
          <p:nvPr/>
        </p:nvSpPr>
        <p:spPr>
          <a:xfrm>
            <a:off x="16416873" y="4392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 Meshes</a:t>
            </a:r>
          </a:p>
        </p:txBody>
      </p:sp>
      <p:sp>
        <p:nvSpPr>
          <p:cNvPr id="163" name="직사각형 162">
            <a:extLst>
              <a:ext uri="{FF2B5EF4-FFF2-40B4-BE49-F238E27FC236}">
                <a16:creationId xmlns:a16="http://schemas.microsoft.com/office/drawing/2014/main" id="{CB1D60EF-C99B-7184-28E4-728FCEA29473}"/>
              </a:ext>
            </a:extLst>
          </p:cNvPr>
          <p:cNvSpPr/>
          <p:nvPr/>
        </p:nvSpPr>
        <p:spPr>
          <a:xfrm>
            <a:off x="16416873" y="4824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Load Textures</a:t>
            </a:r>
          </a:p>
        </p:txBody>
      </p:sp>
      <p:sp>
        <p:nvSpPr>
          <p:cNvPr id="164" name="직사각형 163">
            <a:extLst>
              <a:ext uri="{FF2B5EF4-FFF2-40B4-BE49-F238E27FC236}">
                <a16:creationId xmlns:a16="http://schemas.microsoft.com/office/drawing/2014/main" id="{B29C2C3A-055F-5C14-F5D0-3FDCA377603A}"/>
              </a:ext>
            </a:extLst>
          </p:cNvPr>
          <p:cNvSpPr/>
          <p:nvPr/>
        </p:nvSpPr>
        <p:spPr>
          <a:xfrm>
            <a:off x="16416873" y="5256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 Materials()</a:t>
            </a:r>
          </a:p>
        </p:txBody>
      </p:sp>
      <p:sp>
        <p:nvSpPr>
          <p:cNvPr id="165" name="직사각형 164">
            <a:extLst>
              <a:ext uri="{FF2B5EF4-FFF2-40B4-BE49-F238E27FC236}">
                <a16:creationId xmlns:a16="http://schemas.microsoft.com/office/drawing/2014/main" id="{AEC25A03-E640-E3D9-A0FB-C2C7A4C2C10D}"/>
              </a:ext>
            </a:extLst>
          </p:cNvPr>
          <p:cNvSpPr/>
          <p:nvPr/>
        </p:nvSpPr>
        <p:spPr>
          <a:xfrm>
            <a:off x="16416873" y="6120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DescriptorHeaps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66" name="직사각형 165">
            <a:extLst>
              <a:ext uri="{FF2B5EF4-FFF2-40B4-BE49-F238E27FC236}">
                <a16:creationId xmlns:a16="http://schemas.microsoft.com/office/drawing/2014/main" id="{DC0B1273-3120-E1EE-F651-F347678F64D9}"/>
              </a:ext>
            </a:extLst>
          </p:cNvPr>
          <p:cNvSpPr/>
          <p:nvPr/>
        </p:nvSpPr>
        <p:spPr>
          <a:xfrm>
            <a:off x="16416873" y="6552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 Shaders &amp; Input Layout</a:t>
            </a:r>
          </a:p>
        </p:txBody>
      </p:sp>
      <p:sp>
        <p:nvSpPr>
          <p:cNvPr id="167" name="직사각형 166">
            <a:extLst>
              <a:ext uri="{FF2B5EF4-FFF2-40B4-BE49-F238E27FC236}">
                <a16:creationId xmlns:a16="http://schemas.microsoft.com/office/drawing/2014/main" id="{7CA0FA44-1237-5026-3A56-3124B15BD06E}"/>
              </a:ext>
            </a:extLst>
          </p:cNvPr>
          <p:cNvSpPr/>
          <p:nvPr/>
        </p:nvSpPr>
        <p:spPr>
          <a:xfrm>
            <a:off x="16416873" y="6984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 Render Items</a:t>
            </a:r>
          </a:p>
        </p:txBody>
      </p:sp>
      <p:sp>
        <p:nvSpPr>
          <p:cNvPr id="168" name="직사각형 167">
            <a:extLst>
              <a:ext uri="{FF2B5EF4-FFF2-40B4-BE49-F238E27FC236}">
                <a16:creationId xmlns:a16="http://schemas.microsoft.com/office/drawing/2014/main" id="{2C8101F6-5B07-B62F-36DB-B5C9FD33E4C0}"/>
              </a:ext>
            </a:extLst>
          </p:cNvPr>
          <p:cNvSpPr/>
          <p:nvPr/>
        </p:nvSpPr>
        <p:spPr>
          <a:xfrm>
            <a:off x="16416873" y="7416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 PSOs</a:t>
            </a:r>
          </a:p>
        </p:txBody>
      </p:sp>
      <p:sp>
        <p:nvSpPr>
          <p:cNvPr id="169" name="직사각형 168">
            <a:extLst>
              <a:ext uri="{FF2B5EF4-FFF2-40B4-BE49-F238E27FC236}">
                <a16:creationId xmlns:a16="http://schemas.microsoft.com/office/drawing/2014/main" id="{CED98BB3-64CA-861D-55A9-B27AFC9536EE}"/>
              </a:ext>
            </a:extLst>
          </p:cNvPr>
          <p:cNvSpPr/>
          <p:nvPr/>
        </p:nvSpPr>
        <p:spPr>
          <a:xfrm>
            <a:off x="16416873" y="7848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Init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Imgui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0" name="직사각형 169">
            <a:extLst>
              <a:ext uri="{FF2B5EF4-FFF2-40B4-BE49-F238E27FC236}">
                <a16:creationId xmlns:a16="http://schemas.microsoft.com/office/drawing/2014/main" id="{D3EFB436-EDEF-A93B-AF0B-323A073DA86B}"/>
              </a:ext>
            </a:extLst>
          </p:cNvPr>
          <p:cNvSpPr/>
          <p:nvPr/>
        </p:nvSpPr>
        <p:spPr>
          <a:xfrm>
            <a:off x="16416873" y="8280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Flush Command Queue</a:t>
            </a:r>
          </a:p>
        </p:txBody>
      </p:sp>
      <p:sp>
        <p:nvSpPr>
          <p:cNvPr id="171" name="직사각형 170">
            <a:extLst>
              <a:ext uri="{FF2B5EF4-FFF2-40B4-BE49-F238E27FC236}">
                <a16:creationId xmlns:a16="http://schemas.microsoft.com/office/drawing/2014/main" id="{B5CD8B7D-4609-02F3-1ABA-1B3EC7325EEF}"/>
              </a:ext>
            </a:extLst>
          </p:cNvPr>
          <p:cNvSpPr/>
          <p:nvPr/>
        </p:nvSpPr>
        <p:spPr>
          <a:xfrm>
            <a:off x="16416873" y="2232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Reset CMD List</a:t>
            </a:r>
          </a:p>
        </p:txBody>
      </p:sp>
      <p:cxnSp>
        <p:nvCxnSpPr>
          <p:cNvPr id="181" name="직선 화살표 연결선 180">
            <a:extLst>
              <a:ext uri="{FF2B5EF4-FFF2-40B4-BE49-F238E27FC236}">
                <a16:creationId xmlns:a16="http://schemas.microsoft.com/office/drawing/2014/main" id="{82C455FC-A1F7-743E-B1D5-9CE36CB83A80}"/>
              </a:ext>
            </a:extLst>
          </p:cNvPr>
          <p:cNvCxnSpPr>
            <a:cxnSpLocks/>
          </p:cNvCxnSpPr>
          <p:nvPr/>
        </p:nvCxnSpPr>
        <p:spPr>
          <a:xfrm>
            <a:off x="22098718" y="3240349"/>
            <a:ext cx="576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184">
            <a:extLst>
              <a:ext uri="{FF2B5EF4-FFF2-40B4-BE49-F238E27FC236}">
                <a16:creationId xmlns:a16="http://schemas.microsoft.com/office/drawing/2014/main" id="{735D20D0-DDB7-071F-8EA3-D060868A40F1}"/>
              </a:ext>
            </a:extLst>
          </p:cNvPr>
          <p:cNvCxnSpPr>
            <a:cxnSpLocks/>
          </p:cNvCxnSpPr>
          <p:nvPr/>
        </p:nvCxnSpPr>
        <p:spPr>
          <a:xfrm flipV="1">
            <a:off x="24925962" y="4176348"/>
            <a:ext cx="6754219" cy="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193">
            <a:extLst>
              <a:ext uri="{FF2B5EF4-FFF2-40B4-BE49-F238E27FC236}">
                <a16:creationId xmlns:a16="http://schemas.microsoft.com/office/drawing/2014/main" id="{1C1BDF1E-0AAD-394C-37FE-6F337A2649BF}"/>
              </a:ext>
            </a:extLst>
          </p:cNvPr>
          <p:cNvCxnSpPr>
            <a:cxnSpLocks/>
          </p:cNvCxnSpPr>
          <p:nvPr/>
        </p:nvCxnSpPr>
        <p:spPr>
          <a:xfrm>
            <a:off x="18504181" y="4968349"/>
            <a:ext cx="1368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2" name="그룹 241">
            <a:extLst>
              <a:ext uri="{FF2B5EF4-FFF2-40B4-BE49-F238E27FC236}">
                <a16:creationId xmlns:a16="http://schemas.microsoft.com/office/drawing/2014/main" id="{2883DD2C-8C0C-A4F8-276A-5B4F2B804A0E}"/>
              </a:ext>
            </a:extLst>
          </p:cNvPr>
          <p:cNvGrpSpPr/>
          <p:nvPr/>
        </p:nvGrpSpPr>
        <p:grpSpPr>
          <a:xfrm>
            <a:off x="19872181" y="3672349"/>
            <a:ext cx="2376000" cy="2016000"/>
            <a:chOff x="19872181" y="2664350"/>
            <a:chExt cx="2376000" cy="2016000"/>
          </a:xfrm>
        </p:grpSpPr>
        <p:sp>
          <p:nvSpPr>
            <p:cNvPr id="195" name="직사각형 194">
              <a:extLst>
                <a:ext uri="{FF2B5EF4-FFF2-40B4-BE49-F238E27FC236}">
                  <a16:creationId xmlns:a16="http://schemas.microsoft.com/office/drawing/2014/main" id="{0CA4D70B-B891-EDC9-11D1-1E4AF8E8088C}"/>
                </a:ext>
              </a:extLst>
            </p:cNvPr>
            <p:cNvSpPr/>
            <p:nvPr/>
          </p:nvSpPr>
          <p:spPr>
            <a:xfrm>
              <a:off x="19872181" y="2664350"/>
              <a:ext cx="2376000" cy="2016000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LoadTextures</a:t>
              </a: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()</a:t>
              </a:r>
            </a:p>
          </p:txBody>
        </p:sp>
        <p:sp>
          <p:nvSpPr>
            <p:cNvPr id="196" name="직사각형 195">
              <a:extLst>
                <a:ext uri="{FF2B5EF4-FFF2-40B4-BE49-F238E27FC236}">
                  <a16:creationId xmlns:a16="http://schemas.microsoft.com/office/drawing/2014/main" id="{7A10770D-19F5-524F-887F-354A88F6223F}"/>
                </a:ext>
              </a:extLst>
            </p:cNvPr>
            <p:cNvSpPr/>
            <p:nvPr/>
          </p:nvSpPr>
          <p:spPr>
            <a:xfrm>
              <a:off x="20016181" y="3386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Load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NormalMap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 Texture</a:t>
              </a:r>
            </a:p>
          </p:txBody>
        </p:sp>
        <p:sp>
          <p:nvSpPr>
            <p:cNvPr id="197" name="직사각형 196">
              <a:extLst>
                <a:ext uri="{FF2B5EF4-FFF2-40B4-BE49-F238E27FC236}">
                  <a16:creationId xmlns:a16="http://schemas.microsoft.com/office/drawing/2014/main" id="{2F36D2CB-8F43-B548-3805-599479C7A6F4}"/>
                </a:ext>
              </a:extLst>
            </p:cNvPr>
            <p:cNvSpPr/>
            <p:nvPr/>
          </p:nvSpPr>
          <p:spPr>
            <a:xfrm>
              <a:off x="20016181" y="2954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Load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DiffuseMap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 Texture</a:t>
              </a:r>
            </a:p>
          </p:txBody>
        </p:sp>
        <p:sp>
          <p:nvSpPr>
            <p:cNvPr id="198" name="직사각형 197">
              <a:extLst>
                <a:ext uri="{FF2B5EF4-FFF2-40B4-BE49-F238E27FC236}">
                  <a16:creationId xmlns:a16="http://schemas.microsoft.com/office/drawing/2014/main" id="{7D657741-451F-5407-1D84-EE21552066A3}"/>
                </a:ext>
              </a:extLst>
            </p:cNvPr>
            <p:cNvSpPr/>
            <p:nvPr/>
          </p:nvSpPr>
          <p:spPr>
            <a:xfrm>
              <a:off x="20016181" y="3818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Load 2DArray Texture</a:t>
              </a:r>
            </a:p>
          </p:txBody>
        </p:sp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0CAECFC4-B000-DFFE-7041-83747989CAC4}"/>
                </a:ext>
              </a:extLst>
            </p:cNvPr>
            <p:cNvSpPr/>
            <p:nvPr/>
          </p:nvSpPr>
          <p:spPr>
            <a:xfrm>
              <a:off x="20016181" y="4250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Load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CubeMap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 Texture</a:t>
              </a:r>
            </a:p>
          </p:txBody>
        </p:sp>
      </p:grpSp>
      <p:cxnSp>
        <p:nvCxnSpPr>
          <p:cNvPr id="285" name="직선 화살표 연결선 284">
            <a:extLst>
              <a:ext uri="{FF2B5EF4-FFF2-40B4-BE49-F238E27FC236}">
                <a16:creationId xmlns:a16="http://schemas.microsoft.com/office/drawing/2014/main" id="{93EB386B-5F68-FD2E-72C8-3EA57150677B}"/>
              </a:ext>
            </a:extLst>
          </p:cNvPr>
          <p:cNvCxnSpPr>
            <a:cxnSpLocks/>
          </p:cNvCxnSpPr>
          <p:nvPr/>
        </p:nvCxnSpPr>
        <p:spPr>
          <a:xfrm>
            <a:off x="19584181" y="1800349"/>
            <a:ext cx="288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화살표 연결선 287">
            <a:extLst>
              <a:ext uri="{FF2B5EF4-FFF2-40B4-BE49-F238E27FC236}">
                <a16:creationId xmlns:a16="http://schemas.microsoft.com/office/drawing/2014/main" id="{F6AE74C1-0072-8B9A-0A2E-F742DF8C7C11}"/>
              </a:ext>
            </a:extLst>
          </p:cNvPr>
          <p:cNvCxnSpPr>
            <a:cxnSpLocks/>
          </p:cNvCxnSpPr>
          <p:nvPr/>
        </p:nvCxnSpPr>
        <p:spPr>
          <a:xfrm>
            <a:off x="18504181" y="5832349"/>
            <a:ext cx="936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화살표 연결선 288">
            <a:extLst>
              <a:ext uri="{FF2B5EF4-FFF2-40B4-BE49-F238E27FC236}">
                <a16:creationId xmlns:a16="http://schemas.microsoft.com/office/drawing/2014/main" id="{2B0832A6-E6DA-58A0-3E3D-207618D9B1BA}"/>
              </a:ext>
            </a:extLst>
          </p:cNvPr>
          <p:cNvCxnSpPr>
            <a:cxnSpLocks/>
          </p:cNvCxnSpPr>
          <p:nvPr/>
        </p:nvCxnSpPr>
        <p:spPr>
          <a:xfrm>
            <a:off x="19584181" y="1800349"/>
            <a:ext cx="0" cy="2736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직선 화살표 연결선 292">
            <a:extLst>
              <a:ext uri="{FF2B5EF4-FFF2-40B4-BE49-F238E27FC236}">
                <a16:creationId xmlns:a16="http://schemas.microsoft.com/office/drawing/2014/main" id="{F13E1DF2-A672-68D5-605D-FA3AD5ECDE87}"/>
              </a:ext>
            </a:extLst>
          </p:cNvPr>
          <p:cNvCxnSpPr>
            <a:cxnSpLocks/>
          </p:cNvCxnSpPr>
          <p:nvPr/>
        </p:nvCxnSpPr>
        <p:spPr>
          <a:xfrm>
            <a:off x="19584181" y="5400349"/>
            <a:ext cx="0" cy="720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직선 화살표 연결선 294">
            <a:extLst>
              <a:ext uri="{FF2B5EF4-FFF2-40B4-BE49-F238E27FC236}">
                <a16:creationId xmlns:a16="http://schemas.microsoft.com/office/drawing/2014/main" id="{20F26299-A562-0C81-B767-ECB51651AAE1}"/>
              </a:ext>
            </a:extLst>
          </p:cNvPr>
          <p:cNvCxnSpPr>
            <a:cxnSpLocks/>
          </p:cNvCxnSpPr>
          <p:nvPr/>
        </p:nvCxnSpPr>
        <p:spPr>
          <a:xfrm>
            <a:off x="18504181" y="4536349"/>
            <a:ext cx="1080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직선 화살표 연결선 295">
            <a:extLst>
              <a:ext uri="{FF2B5EF4-FFF2-40B4-BE49-F238E27FC236}">
                <a16:creationId xmlns:a16="http://schemas.microsoft.com/office/drawing/2014/main" id="{8AB4C1EB-3C42-261A-045B-6F22323C60DD}"/>
              </a:ext>
            </a:extLst>
          </p:cNvPr>
          <p:cNvCxnSpPr>
            <a:cxnSpLocks/>
          </p:cNvCxnSpPr>
          <p:nvPr/>
        </p:nvCxnSpPr>
        <p:spPr>
          <a:xfrm>
            <a:off x="18504181" y="5400349"/>
            <a:ext cx="1080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EEFB2052-A61B-00D7-1A3E-CEC4708E8775}"/>
              </a:ext>
            </a:extLst>
          </p:cNvPr>
          <p:cNvCxnSpPr>
            <a:cxnSpLocks/>
          </p:cNvCxnSpPr>
          <p:nvPr/>
        </p:nvCxnSpPr>
        <p:spPr>
          <a:xfrm>
            <a:off x="19440181" y="5832349"/>
            <a:ext cx="0" cy="2880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5" name="그룹 254">
            <a:extLst>
              <a:ext uri="{FF2B5EF4-FFF2-40B4-BE49-F238E27FC236}">
                <a16:creationId xmlns:a16="http://schemas.microsoft.com/office/drawing/2014/main" id="{E02C0677-849C-5BD1-B316-F38BFFD0D399}"/>
              </a:ext>
            </a:extLst>
          </p:cNvPr>
          <p:cNvGrpSpPr/>
          <p:nvPr/>
        </p:nvGrpSpPr>
        <p:grpSpPr>
          <a:xfrm>
            <a:off x="19872181" y="8424349"/>
            <a:ext cx="2376000" cy="5328000"/>
            <a:chOff x="19872181" y="7632350"/>
            <a:chExt cx="2376000" cy="5328000"/>
          </a:xfrm>
        </p:grpSpPr>
        <p:sp>
          <p:nvSpPr>
            <p:cNvPr id="201" name="직사각형 200">
              <a:extLst>
                <a:ext uri="{FF2B5EF4-FFF2-40B4-BE49-F238E27FC236}">
                  <a16:creationId xmlns:a16="http://schemas.microsoft.com/office/drawing/2014/main" id="{06946820-1A54-B2A5-2D28-354B61621BEE}"/>
                </a:ext>
              </a:extLst>
            </p:cNvPr>
            <p:cNvSpPr/>
            <p:nvPr/>
          </p:nvSpPr>
          <p:spPr>
            <a:xfrm>
              <a:off x="19872181" y="7632350"/>
              <a:ext cx="2376000" cy="5328000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BuildRootSignature</a:t>
              </a: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()</a:t>
              </a:r>
            </a:p>
          </p:txBody>
        </p:sp>
        <p:sp>
          <p:nvSpPr>
            <p:cNvPr id="202" name="직사각형 201">
              <a:extLst>
                <a:ext uri="{FF2B5EF4-FFF2-40B4-BE49-F238E27FC236}">
                  <a16:creationId xmlns:a16="http://schemas.microsoft.com/office/drawing/2014/main" id="{0DA2A265-EA52-BC41-1BDE-529285EA3A45}"/>
                </a:ext>
              </a:extLst>
            </p:cNvPr>
            <p:cNvSpPr/>
            <p:nvPr/>
          </p:nvSpPr>
          <p:spPr>
            <a:xfrm>
              <a:off x="20016181" y="7920349"/>
              <a:ext cx="2088000" cy="720000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36000" tIns="0" rIns="3600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Constant Buffer View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1.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cbInstance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, b0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2.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cbPass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, b1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3.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cbSkinned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, b2</a:t>
              </a:r>
            </a:p>
          </p:txBody>
        </p:sp>
        <p:sp>
          <p:nvSpPr>
            <p:cNvPr id="203" name="직사각형 202">
              <a:extLst>
                <a:ext uri="{FF2B5EF4-FFF2-40B4-BE49-F238E27FC236}">
                  <a16:creationId xmlns:a16="http://schemas.microsoft.com/office/drawing/2014/main" id="{11A43156-5022-8AC0-B4A1-3AC2FC75CCB1}"/>
                </a:ext>
              </a:extLst>
            </p:cNvPr>
            <p:cNvSpPr/>
            <p:nvPr/>
          </p:nvSpPr>
          <p:spPr>
            <a:xfrm>
              <a:off x="20016181" y="8784349"/>
              <a:ext cx="2088000" cy="576000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36000" tIns="0" rIns="3600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Shader Resource View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1.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gInstanceData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, t0, Space0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2.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gMaterialData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, t1, Space0</a:t>
              </a:r>
            </a:p>
          </p:txBody>
        </p:sp>
        <p:sp>
          <p:nvSpPr>
            <p:cNvPr id="204" name="직사각형 203">
              <a:extLst>
                <a:ext uri="{FF2B5EF4-FFF2-40B4-BE49-F238E27FC236}">
                  <a16:creationId xmlns:a16="http://schemas.microsoft.com/office/drawing/2014/main" id="{8E30EF2D-8DBE-D04E-A562-98C059E78E4D}"/>
                </a:ext>
              </a:extLst>
            </p:cNvPr>
            <p:cNvSpPr/>
            <p:nvPr/>
          </p:nvSpPr>
          <p:spPr>
            <a:xfrm>
              <a:off x="20016181" y="9504350"/>
              <a:ext cx="2088000" cy="1872000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36000" tIns="0" rIns="3600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Descriptor Table</a:t>
              </a:r>
            </a:p>
            <a:p>
              <a:pPr defTabSz="457122"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1.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gDiffuseMap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[], t0, Space1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2.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gDisplacementMap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[], t0, Space2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3.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gNormalMap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[], t0, Space3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4.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gAOMap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[], t0, Space4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5.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gMetallicMap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[], t0, Space5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6.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gRoughnessMap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[], t0, Space6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7.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gEmissiveMap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[], t0, Space7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8.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gShadowMap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[], t0, Space8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9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gSsaoMap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[], t0, Space9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10.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gTreeMapArray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[], t0, Space10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11.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gCubeMap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[], t0, Space11</a:t>
              </a:r>
            </a:p>
          </p:txBody>
        </p:sp>
        <p:sp>
          <p:nvSpPr>
            <p:cNvPr id="205" name="직사각형 204">
              <a:extLst>
                <a:ext uri="{FF2B5EF4-FFF2-40B4-BE49-F238E27FC236}">
                  <a16:creationId xmlns:a16="http://schemas.microsoft.com/office/drawing/2014/main" id="{41C9B65D-8078-95DA-CBBA-3609BDADF6D2}"/>
                </a:ext>
              </a:extLst>
            </p:cNvPr>
            <p:cNvSpPr/>
            <p:nvPr/>
          </p:nvSpPr>
          <p:spPr>
            <a:xfrm>
              <a:off x="20016181" y="11520350"/>
              <a:ext cx="2088000" cy="1296000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36000" tIns="0" rIns="3600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Sampler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1.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gsamPointWarp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, s0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2.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gsamPointClamp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, s1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3.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gsamLinearWarp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, s2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4.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gsamLinearClamp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, s3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5.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gsamAnisotropicWarp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, s4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6.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gsamAnisotropicClamp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, s5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7.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gsamShadow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, s6</a:t>
              </a:r>
            </a:p>
          </p:txBody>
        </p:sp>
      </p:grpSp>
      <p:cxnSp>
        <p:nvCxnSpPr>
          <p:cNvPr id="304" name="직선 화살표 연결선 303">
            <a:extLst>
              <a:ext uri="{FF2B5EF4-FFF2-40B4-BE49-F238E27FC236}">
                <a16:creationId xmlns:a16="http://schemas.microsoft.com/office/drawing/2014/main" id="{966568BA-AB99-29AC-E95C-D2FF7A14644A}"/>
              </a:ext>
            </a:extLst>
          </p:cNvPr>
          <p:cNvCxnSpPr>
            <a:cxnSpLocks/>
          </p:cNvCxnSpPr>
          <p:nvPr/>
        </p:nvCxnSpPr>
        <p:spPr>
          <a:xfrm>
            <a:off x="19440181" y="8712349"/>
            <a:ext cx="432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직사각형 205">
            <a:extLst>
              <a:ext uri="{FF2B5EF4-FFF2-40B4-BE49-F238E27FC236}">
                <a16:creationId xmlns:a16="http://schemas.microsoft.com/office/drawing/2014/main" id="{1B28AD51-858B-E712-E964-7B5147E8A419}"/>
              </a:ext>
            </a:extLst>
          </p:cNvPr>
          <p:cNvSpPr/>
          <p:nvPr/>
        </p:nvSpPr>
        <p:spPr>
          <a:xfrm>
            <a:off x="19872181" y="13964292"/>
            <a:ext cx="2376000" cy="3168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BuildDescriptorHeaps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207" name="직사각형 206">
            <a:extLst>
              <a:ext uri="{FF2B5EF4-FFF2-40B4-BE49-F238E27FC236}">
                <a16:creationId xmlns:a16="http://schemas.microsoft.com/office/drawing/2014/main" id="{FA54F0FE-A4D6-F958-C3CC-6E56179FC042}"/>
              </a:ext>
            </a:extLst>
          </p:cNvPr>
          <p:cNvSpPr/>
          <p:nvPr/>
        </p:nvSpPr>
        <p:spPr>
          <a:xfrm>
            <a:off x="20016181" y="14258014"/>
            <a:ext cx="2088000" cy="286335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Create SRV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DescriptorHeap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8" name="직사각형 207">
            <a:extLst>
              <a:ext uri="{FF2B5EF4-FFF2-40B4-BE49-F238E27FC236}">
                <a16:creationId xmlns:a16="http://schemas.microsoft.com/office/drawing/2014/main" id="{006F1CB7-A6D6-73F7-4C4F-9B9EFF739399}"/>
              </a:ext>
            </a:extLst>
          </p:cNvPr>
          <p:cNvSpPr/>
          <p:nvPr/>
        </p:nvSpPr>
        <p:spPr>
          <a:xfrm>
            <a:off x="20016181" y="14688348"/>
            <a:ext cx="2088000" cy="2304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0" rIns="36000" bIns="0" rtlCol="0" anchor="ctr"/>
          <a:lstStyle/>
          <a:p>
            <a:pPr algn="ctr" defTabSz="457122"/>
            <a:r>
              <a:rPr lang="en-US" altLang="ko-KR" sz="105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Create </a:t>
            </a:r>
            <a:r>
              <a:rPr lang="en-US" altLang="ko-KR" sz="105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ShaderResourceView</a:t>
            </a:r>
            <a:endParaRPr lang="en-US" altLang="ko-KR" sz="105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1.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DiffuseMap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2.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DisplacementMap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3.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NormalMap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4.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AOMap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5.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MetallicMap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6.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RoughnessMap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7.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EmissiveMap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8.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TreeMapMap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9.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CubeMapMap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10.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ShadowMap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11.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SsaoMap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12. 2D Array Map</a:t>
            </a: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13.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CubeMap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14. for Compute Shader SRV</a:t>
            </a:r>
          </a:p>
        </p:txBody>
      </p:sp>
      <p:cxnSp>
        <p:nvCxnSpPr>
          <p:cNvPr id="306" name="직선 화살표 연결선 305">
            <a:extLst>
              <a:ext uri="{FF2B5EF4-FFF2-40B4-BE49-F238E27FC236}">
                <a16:creationId xmlns:a16="http://schemas.microsoft.com/office/drawing/2014/main" id="{E82FD685-63C1-523D-5F46-D702DCF0732F}"/>
              </a:ext>
            </a:extLst>
          </p:cNvPr>
          <p:cNvCxnSpPr>
            <a:cxnSpLocks/>
          </p:cNvCxnSpPr>
          <p:nvPr/>
        </p:nvCxnSpPr>
        <p:spPr>
          <a:xfrm>
            <a:off x="19296181" y="14256349"/>
            <a:ext cx="576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직선 화살표 연결선 307">
            <a:extLst>
              <a:ext uri="{FF2B5EF4-FFF2-40B4-BE49-F238E27FC236}">
                <a16:creationId xmlns:a16="http://schemas.microsoft.com/office/drawing/2014/main" id="{8EF6FCA7-18D6-8940-8363-A9D512BB3467}"/>
              </a:ext>
            </a:extLst>
          </p:cNvPr>
          <p:cNvCxnSpPr>
            <a:cxnSpLocks/>
          </p:cNvCxnSpPr>
          <p:nvPr/>
        </p:nvCxnSpPr>
        <p:spPr>
          <a:xfrm>
            <a:off x="18504180" y="6264349"/>
            <a:ext cx="792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BC0E3DAA-F210-F935-3ABD-43E8E0738603}"/>
              </a:ext>
            </a:extLst>
          </p:cNvPr>
          <p:cNvCxnSpPr>
            <a:cxnSpLocks/>
          </p:cNvCxnSpPr>
          <p:nvPr/>
        </p:nvCxnSpPr>
        <p:spPr>
          <a:xfrm>
            <a:off x="19296181" y="6264349"/>
            <a:ext cx="0" cy="7992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" name="직선 화살표 연결선 312">
            <a:extLst>
              <a:ext uri="{FF2B5EF4-FFF2-40B4-BE49-F238E27FC236}">
                <a16:creationId xmlns:a16="http://schemas.microsoft.com/office/drawing/2014/main" id="{BBA6D582-9619-2E2B-9F20-3B1B6654D96C}"/>
              </a:ext>
            </a:extLst>
          </p:cNvPr>
          <p:cNvCxnSpPr>
            <a:cxnSpLocks/>
          </p:cNvCxnSpPr>
          <p:nvPr/>
        </p:nvCxnSpPr>
        <p:spPr>
          <a:xfrm>
            <a:off x="18504181" y="6696349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180F7059-8A18-1DD7-A705-328E70730584}"/>
              </a:ext>
            </a:extLst>
          </p:cNvPr>
          <p:cNvCxnSpPr>
            <a:cxnSpLocks/>
          </p:cNvCxnSpPr>
          <p:nvPr/>
        </p:nvCxnSpPr>
        <p:spPr>
          <a:xfrm>
            <a:off x="19152181" y="6696349"/>
            <a:ext cx="0" cy="11016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직선 화살표 연결선 318">
            <a:extLst>
              <a:ext uri="{FF2B5EF4-FFF2-40B4-BE49-F238E27FC236}">
                <a16:creationId xmlns:a16="http://schemas.microsoft.com/office/drawing/2014/main" id="{C320FB24-0A3E-D5F0-792A-93F430ABD38A}"/>
              </a:ext>
            </a:extLst>
          </p:cNvPr>
          <p:cNvCxnSpPr>
            <a:cxnSpLocks/>
          </p:cNvCxnSpPr>
          <p:nvPr/>
        </p:nvCxnSpPr>
        <p:spPr>
          <a:xfrm>
            <a:off x="19152181" y="17712349"/>
            <a:ext cx="720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직선 화살표 연결선 322">
            <a:extLst>
              <a:ext uri="{FF2B5EF4-FFF2-40B4-BE49-F238E27FC236}">
                <a16:creationId xmlns:a16="http://schemas.microsoft.com/office/drawing/2014/main" id="{17EBF17E-6F13-8DE0-5F54-A1EA10018A6D}"/>
              </a:ext>
            </a:extLst>
          </p:cNvPr>
          <p:cNvCxnSpPr>
            <a:cxnSpLocks/>
          </p:cNvCxnSpPr>
          <p:nvPr/>
        </p:nvCxnSpPr>
        <p:spPr>
          <a:xfrm>
            <a:off x="18504181" y="7128349"/>
            <a:ext cx="504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직사각형 5">
            <a:extLst>
              <a:ext uri="{FF2B5EF4-FFF2-40B4-BE49-F238E27FC236}">
                <a16:creationId xmlns:a16="http://schemas.microsoft.com/office/drawing/2014/main" id="{141E8E22-C3B7-DE8F-D388-BD76DB6F2FB8}"/>
              </a:ext>
            </a:extLst>
          </p:cNvPr>
          <p:cNvSpPr/>
          <p:nvPr/>
        </p:nvSpPr>
        <p:spPr>
          <a:xfrm>
            <a:off x="16416873" y="5688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 Root Signature</a:t>
            </a:r>
          </a:p>
        </p:txBody>
      </p:sp>
      <p:cxnSp>
        <p:nvCxnSpPr>
          <p:cNvPr id="292" name="직선 화살표 연결선 291">
            <a:extLst>
              <a:ext uri="{FF2B5EF4-FFF2-40B4-BE49-F238E27FC236}">
                <a16:creationId xmlns:a16="http://schemas.microsoft.com/office/drawing/2014/main" id="{A07D94DE-244C-88EF-141C-A6ACDA80CD56}"/>
              </a:ext>
            </a:extLst>
          </p:cNvPr>
          <p:cNvCxnSpPr>
            <a:cxnSpLocks/>
          </p:cNvCxnSpPr>
          <p:nvPr/>
        </p:nvCxnSpPr>
        <p:spPr>
          <a:xfrm>
            <a:off x="19584181" y="6120349"/>
            <a:ext cx="288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5" name="그룹 244">
            <a:extLst>
              <a:ext uri="{FF2B5EF4-FFF2-40B4-BE49-F238E27FC236}">
                <a16:creationId xmlns:a16="http://schemas.microsoft.com/office/drawing/2014/main" id="{04D130C8-838C-B0D0-3B85-E875B4EC2DEE}"/>
              </a:ext>
            </a:extLst>
          </p:cNvPr>
          <p:cNvGrpSpPr/>
          <p:nvPr/>
        </p:nvGrpSpPr>
        <p:grpSpPr>
          <a:xfrm>
            <a:off x="19872181" y="5832349"/>
            <a:ext cx="2376000" cy="2448000"/>
            <a:chOff x="19872181" y="4968349"/>
            <a:chExt cx="2376000" cy="2448000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632B61F2-9D93-3D22-87E7-32103F43FCC0}"/>
                </a:ext>
              </a:extLst>
            </p:cNvPr>
            <p:cNvSpPr/>
            <p:nvPr/>
          </p:nvSpPr>
          <p:spPr>
            <a:xfrm>
              <a:off x="19872181" y="4968349"/>
              <a:ext cx="2376000" cy="2448000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BuildMaterials</a:t>
              </a: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()</a:t>
              </a: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FF2559BA-3EEF-ACE3-C331-7B47F5954C05}"/>
                </a:ext>
              </a:extLst>
            </p:cNvPr>
            <p:cNvSpPr/>
            <p:nvPr/>
          </p:nvSpPr>
          <p:spPr>
            <a:xfrm>
              <a:off x="20016181" y="6986049"/>
              <a:ext cx="2088000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Set Texture Map Index</a:t>
              </a: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E97FC900-E96C-13F8-47D8-3186A8C6A475}"/>
                </a:ext>
              </a:extLst>
            </p:cNvPr>
            <p:cNvSpPr/>
            <p:nvPr/>
          </p:nvSpPr>
          <p:spPr>
            <a:xfrm>
              <a:off x="20016181" y="5258049"/>
              <a:ext cx="2088000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Set albedo factor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F1DAC592-9EA2-5E66-1B08-C048D5D597C5}"/>
                </a:ext>
              </a:extLst>
            </p:cNvPr>
            <p:cNvSpPr/>
            <p:nvPr/>
          </p:nvSpPr>
          <p:spPr>
            <a:xfrm>
              <a:off x="20016181" y="5690049"/>
              <a:ext cx="2088000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Set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fresnel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 factor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5FCC34C-E325-B66D-BC8F-3942D5338E20}"/>
                </a:ext>
              </a:extLst>
            </p:cNvPr>
            <p:cNvSpPr/>
            <p:nvPr/>
          </p:nvSpPr>
          <p:spPr>
            <a:xfrm>
              <a:off x="20016181" y="6122049"/>
              <a:ext cx="2088000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Set roughness factor</a:t>
              </a: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A89825D6-75A7-DB3D-6EE4-303B3E2B4A65}"/>
                </a:ext>
              </a:extLst>
            </p:cNvPr>
            <p:cNvSpPr/>
            <p:nvPr/>
          </p:nvSpPr>
          <p:spPr>
            <a:xfrm>
              <a:off x="20016181" y="6554049"/>
              <a:ext cx="2088000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Set metallic factor</a:t>
              </a:r>
            </a:p>
          </p:txBody>
        </p:sp>
      </p:grp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FDDF8F88-38D0-BDBC-7B9F-63692F25D724}"/>
              </a:ext>
            </a:extLst>
          </p:cNvPr>
          <p:cNvCxnSpPr>
            <a:cxnSpLocks/>
          </p:cNvCxnSpPr>
          <p:nvPr/>
        </p:nvCxnSpPr>
        <p:spPr>
          <a:xfrm>
            <a:off x="19008181" y="7127689"/>
            <a:ext cx="0" cy="1202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B2F7646-4AC5-3D44-FDA0-930F459C7F52}"/>
              </a:ext>
            </a:extLst>
          </p:cNvPr>
          <p:cNvCxnSpPr>
            <a:cxnSpLocks/>
          </p:cNvCxnSpPr>
          <p:nvPr/>
        </p:nvCxnSpPr>
        <p:spPr>
          <a:xfrm>
            <a:off x="19008181" y="19152349"/>
            <a:ext cx="864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A6A4CC1B-BF1B-67E7-98D1-66772782E47D}"/>
              </a:ext>
            </a:extLst>
          </p:cNvPr>
          <p:cNvCxnSpPr>
            <a:cxnSpLocks/>
          </p:cNvCxnSpPr>
          <p:nvPr/>
        </p:nvCxnSpPr>
        <p:spPr>
          <a:xfrm>
            <a:off x="18864181" y="7560349"/>
            <a:ext cx="0" cy="14688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2D0019D-E71B-C556-28F9-B385D5BCB59C}"/>
              </a:ext>
            </a:extLst>
          </p:cNvPr>
          <p:cNvCxnSpPr>
            <a:cxnSpLocks/>
          </p:cNvCxnSpPr>
          <p:nvPr/>
        </p:nvCxnSpPr>
        <p:spPr>
          <a:xfrm>
            <a:off x="18504180" y="7560349"/>
            <a:ext cx="360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직사각형 228">
            <a:extLst>
              <a:ext uri="{FF2B5EF4-FFF2-40B4-BE49-F238E27FC236}">
                <a16:creationId xmlns:a16="http://schemas.microsoft.com/office/drawing/2014/main" id="{9C60E0FA-825D-6087-8B12-838D0769023D}"/>
              </a:ext>
            </a:extLst>
          </p:cNvPr>
          <p:cNvSpPr/>
          <p:nvPr/>
        </p:nvSpPr>
        <p:spPr>
          <a:xfrm>
            <a:off x="19872181" y="17424349"/>
            <a:ext cx="2376000" cy="1152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BuildShadersAndInputLayout</a:t>
            </a:r>
            <a:r>
              <a:rPr kumimoji="0" lang="en-US" altLang="ko-KR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231" name="직사각형 230">
            <a:extLst>
              <a:ext uri="{FF2B5EF4-FFF2-40B4-BE49-F238E27FC236}">
                <a16:creationId xmlns:a16="http://schemas.microsoft.com/office/drawing/2014/main" id="{895885D8-1F85-D7DB-DC2C-C9FC202019CC}"/>
              </a:ext>
            </a:extLst>
          </p:cNvPr>
          <p:cNvSpPr/>
          <p:nvPr/>
        </p:nvSpPr>
        <p:spPr>
          <a:xfrm>
            <a:off x="20016181" y="17714014"/>
            <a:ext cx="2088000" cy="286335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Compile Shaders with defines</a:t>
            </a:r>
          </a:p>
        </p:txBody>
      </p:sp>
      <p:sp>
        <p:nvSpPr>
          <p:cNvPr id="232" name="직사각형 231">
            <a:extLst>
              <a:ext uri="{FF2B5EF4-FFF2-40B4-BE49-F238E27FC236}">
                <a16:creationId xmlns:a16="http://schemas.microsoft.com/office/drawing/2014/main" id="{0EEE2FF6-84C8-0014-140A-40402F1E5390}"/>
              </a:ext>
            </a:extLst>
          </p:cNvPr>
          <p:cNvSpPr/>
          <p:nvPr/>
        </p:nvSpPr>
        <p:spPr>
          <a:xfrm>
            <a:off x="20016181" y="18146014"/>
            <a:ext cx="2088000" cy="286335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Describe the input elements for input-assembler stage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FF1578B-2DBA-55D0-9543-1F8967F3685E}"/>
              </a:ext>
            </a:extLst>
          </p:cNvPr>
          <p:cNvSpPr/>
          <p:nvPr/>
        </p:nvSpPr>
        <p:spPr>
          <a:xfrm>
            <a:off x="19872181" y="21960349"/>
            <a:ext cx="2376000" cy="3168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BuildPSOs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FE8207-CBD0-7012-57CE-94DFC641CCF7}"/>
              </a:ext>
            </a:extLst>
          </p:cNvPr>
          <p:cNvSpPr/>
          <p:nvPr/>
        </p:nvSpPr>
        <p:spPr>
          <a:xfrm>
            <a:off x="20016181" y="22248348"/>
            <a:ext cx="2088000" cy="2736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0" rIns="3600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Create Pipeline States</a:t>
            </a:r>
          </a:p>
          <a:p>
            <a:pPr marL="0" marR="0" lvl="0" indent="0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1. Opaque (VS/PS)</a:t>
            </a:r>
          </a:p>
          <a:p>
            <a:pPr marL="0" marR="0" lvl="0" indent="0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Skinned Opaque (VS/PS)</a:t>
            </a:r>
          </a:p>
          <a:p>
            <a:pPr marL="0" marR="0" lvl="0" indent="0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3. Mirror (VS/PS)</a:t>
            </a:r>
          </a:p>
          <a:p>
            <a:pPr marL="0" marR="0" lvl="0" indent="0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4. Reflection (VS/PS)</a:t>
            </a:r>
          </a:p>
          <a:p>
            <a:pPr marL="0" marR="0" lvl="0" indent="0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5. Transparent (VS/PS)</a:t>
            </a:r>
          </a:p>
          <a:p>
            <a:pPr marL="0" marR="0" lvl="0" indent="0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6.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AlphaTested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(VS/PS)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0" marR="0" lvl="0" indent="0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7. Subdivision (VS/GS/PS)</a:t>
            </a:r>
          </a:p>
          <a:p>
            <a:pPr marL="0" marR="0" lvl="0" indent="0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8. Normal (VS/GS/PS)</a:t>
            </a:r>
          </a:p>
          <a:p>
            <a:pPr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9.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TreeSprite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(VS/GS/PS)</a:t>
            </a:r>
          </a:p>
          <a:p>
            <a:pPr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10.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Tesselation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(VS/HS/DS/PS)</a:t>
            </a:r>
          </a:p>
          <a:p>
            <a:pPr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11.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BoundingBox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(VS/PS)</a:t>
            </a:r>
          </a:p>
          <a:p>
            <a:pPr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12.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CubeMap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(VS/PS)</a:t>
            </a:r>
          </a:p>
          <a:p>
            <a:pPr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13.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ShadowMap</a:t>
            </a:r>
            <a:b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</a:b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(VS/PS, DSV Only)</a:t>
            </a:r>
          </a:p>
          <a:p>
            <a:pPr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14. Skinned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ShadowMap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(VS/PS, DSV Only)</a:t>
            </a: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E186E2B7-40BF-A0D3-9A5C-9634BD520CAA}"/>
              </a:ext>
            </a:extLst>
          </p:cNvPr>
          <p:cNvCxnSpPr>
            <a:cxnSpLocks/>
          </p:cNvCxnSpPr>
          <p:nvPr/>
        </p:nvCxnSpPr>
        <p:spPr>
          <a:xfrm>
            <a:off x="18864181" y="22248349"/>
            <a:ext cx="1008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DB75A924-3727-991A-5A64-1DE8E9D0C763}"/>
              </a:ext>
            </a:extLst>
          </p:cNvPr>
          <p:cNvCxnSpPr>
            <a:cxnSpLocks/>
          </p:cNvCxnSpPr>
          <p:nvPr/>
        </p:nvCxnSpPr>
        <p:spPr>
          <a:xfrm>
            <a:off x="22536181" y="3168349"/>
            <a:ext cx="0" cy="194400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BF6033CD-0C2C-A974-300E-0D8BAE57ABED}"/>
              </a:ext>
            </a:extLst>
          </p:cNvPr>
          <p:cNvCxnSpPr>
            <a:cxnSpLocks/>
          </p:cNvCxnSpPr>
          <p:nvPr/>
        </p:nvCxnSpPr>
        <p:spPr>
          <a:xfrm>
            <a:off x="22536181" y="5112349"/>
            <a:ext cx="2808000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753AA87D-4D24-3B49-A370-D0556ABD3420}"/>
              </a:ext>
            </a:extLst>
          </p:cNvPr>
          <p:cNvSpPr/>
          <p:nvPr/>
        </p:nvSpPr>
        <p:spPr>
          <a:xfrm>
            <a:off x="31824181" y="5184349"/>
            <a:ext cx="2087308" cy="286335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Check End Time (Loop Animation)</a:t>
            </a:r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D2982C98-F641-A560-4134-57F08E6B25D7}"/>
              </a:ext>
            </a:extLst>
          </p:cNvPr>
          <p:cNvSpPr/>
          <p:nvPr/>
        </p:nvSpPr>
        <p:spPr>
          <a:xfrm>
            <a:off x="31471254" y="4536349"/>
            <a:ext cx="8128928" cy="2736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6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SkinnedData</a:t>
            </a:r>
            <a:endParaRPr kumimoji="0" lang="en-US" altLang="ko-KR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F673FDE0-DEA1-98F0-E064-14B5D5AA7DE1}"/>
              </a:ext>
            </a:extLst>
          </p:cNvPr>
          <p:cNvSpPr/>
          <p:nvPr/>
        </p:nvSpPr>
        <p:spPr>
          <a:xfrm>
            <a:off x="31680181" y="4896349"/>
            <a:ext cx="2376000" cy="1152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UpdateSkinnedAnimation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4C307C83-F399-F9B5-6C41-08534CBDE748}"/>
              </a:ext>
            </a:extLst>
          </p:cNvPr>
          <p:cNvSpPr/>
          <p:nvPr/>
        </p:nvSpPr>
        <p:spPr>
          <a:xfrm>
            <a:off x="31824181" y="5616349"/>
            <a:ext cx="2087308" cy="286335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Compute final transforms</a:t>
            </a:r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39ACACF6-A762-24B2-7DAE-A1D6E20FB95D}"/>
              </a:ext>
            </a:extLst>
          </p:cNvPr>
          <p:cNvSpPr/>
          <p:nvPr/>
        </p:nvSpPr>
        <p:spPr>
          <a:xfrm>
            <a:off x="34488181" y="5184349"/>
            <a:ext cx="2087308" cy="286335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Find Parent Transform</a:t>
            </a:r>
          </a:p>
        </p:txBody>
      </p:sp>
      <p:sp>
        <p:nvSpPr>
          <p:cNvPr id="103" name="직사각형 102">
            <a:extLst>
              <a:ext uri="{FF2B5EF4-FFF2-40B4-BE49-F238E27FC236}">
                <a16:creationId xmlns:a16="http://schemas.microsoft.com/office/drawing/2014/main" id="{52CA81C5-18E5-EBE1-3A5F-35CA72D43EB4}"/>
              </a:ext>
            </a:extLst>
          </p:cNvPr>
          <p:cNvSpPr/>
          <p:nvPr/>
        </p:nvSpPr>
        <p:spPr>
          <a:xfrm>
            <a:off x="34344181" y="4896349"/>
            <a:ext cx="2376000" cy="1584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GetFinalTransforms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8BEC05AA-77DA-DC8E-1796-2A9E732BD5F7}"/>
              </a:ext>
            </a:extLst>
          </p:cNvPr>
          <p:cNvSpPr/>
          <p:nvPr/>
        </p:nvSpPr>
        <p:spPr>
          <a:xfrm>
            <a:off x="37008181" y="4896349"/>
            <a:ext cx="2376000" cy="2231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Interpolate()</a:t>
            </a:r>
          </a:p>
        </p:txBody>
      </p: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A38D4D07-16CE-4097-A235-DC1B4E9CF5FB}"/>
              </a:ext>
            </a:extLst>
          </p:cNvPr>
          <p:cNvSpPr/>
          <p:nvPr/>
        </p:nvSpPr>
        <p:spPr>
          <a:xfrm>
            <a:off x="34488181" y="6048349"/>
            <a:ext cx="2087308" cy="286335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Apply Offset &amp; Root Transform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6" name="직사각형 105">
            <a:extLst>
              <a:ext uri="{FF2B5EF4-FFF2-40B4-BE49-F238E27FC236}">
                <a16:creationId xmlns:a16="http://schemas.microsoft.com/office/drawing/2014/main" id="{84D8FB3C-30AA-8D4B-A114-68B337EC65B6}"/>
              </a:ext>
            </a:extLst>
          </p:cNvPr>
          <p:cNvSpPr/>
          <p:nvPr/>
        </p:nvSpPr>
        <p:spPr>
          <a:xfrm>
            <a:off x="37152181" y="5400349"/>
            <a:ext cx="2087308" cy="286335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Root Scale/Translation/Rotation 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== front Keyframe </a:t>
            </a:r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8E852B7F-8809-6883-DBAA-0D81906DB989}"/>
              </a:ext>
            </a:extLst>
          </p:cNvPr>
          <p:cNvSpPr/>
          <p:nvPr/>
        </p:nvSpPr>
        <p:spPr>
          <a:xfrm>
            <a:off x="37008181" y="5184349"/>
            <a:ext cx="2376000" cy="64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algn="ctr" defTabSz="457122"/>
            <a:r>
              <a:rPr lang="en-US" altLang="ko-KR" sz="1100" b="1" kern="0" dirty="0">
                <a:solidFill>
                  <a:srgbClr val="0000FF"/>
                </a:solidFill>
                <a:latin typeface="Calibri" panose="020F0502020204030204"/>
                <a:ea typeface="맑은 고딕" panose="020B0503020000020004" pitchFamily="50" charset="-127"/>
              </a:rPr>
              <a:t>If t &lt;= front keyframe time</a:t>
            </a:r>
          </a:p>
        </p:txBody>
      </p:sp>
      <p:sp>
        <p:nvSpPr>
          <p:cNvPr id="151" name="직사각형 150">
            <a:extLst>
              <a:ext uri="{FF2B5EF4-FFF2-40B4-BE49-F238E27FC236}">
                <a16:creationId xmlns:a16="http://schemas.microsoft.com/office/drawing/2014/main" id="{3DED04B8-EF44-0896-D776-E1B41B36367C}"/>
              </a:ext>
            </a:extLst>
          </p:cNvPr>
          <p:cNvSpPr/>
          <p:nvPr/>
        </p:nvSpPr>
        <p:spPr>
          <a:xfrm>
            <a:off x="37008181" y="5832349"/>
            <a:ext cx="2376000" cy="64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algn="ctr" defTabSz="457122"/>
            <a:r>
              <a:rPr lang="en-US" altLang="ko-KR" sz="1100" b="1" kern="0" dirty="0">
                <a:solidFill>
                  <a:srgbClr val="0000FF"/>
                </a:solidFill>
                <a:latin typeface="Calibri" panose="020F0502020204030204"/>
                <a:ea typeface="맑은 고딕" panose="020B0503020000020004" pitchFamily="50" charset="-127"/>
              </a:rPr>
              <a:t>Else if t &gt;= back keyframe time</a:t>
            </a:r>
          </a:p>
        </p:txBody>
      </p:sp>
      <p:sp>
        <p:nvSpPr>
          <p:cNvPr id="180" name="직사각형 179">
            <a:extLst>
              <a:ext uri="{FF2B5EF4-FFF2-40B4-BE49-F238E27FC236}">
                <a16:creationId xmlns:a16="http://schemas.microsoft.com/office/drawing/2014/main" id="{4A552633-DF97-BE8E-A110-59D0BBB11E39}"/>
              </a:ext>
            </a:extLst>
          </p:cNvPr>
          <p:cNvSpPr/>
          <p:nvPr/>
        </p:nvSpPr>
        <p:spPr>
          <a:xfrm>
            <a:off x="37152181" y="6048349"/>
            <a:ext cx="2087308" cy="286335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Root Scale/Translation/Rotation 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== back Keyframe </a:t>
            </a:r>
          </a:p>
        </p:txBody>
      </p:sp>
      <p:sp>
        <p:nvSpPr>
          <p:cNvPr id="200" name="직사각형 199">
            <a:extLst>
              <a:ext uri="{FF2B5EF4-FFF2-40B4-BE49-F238E27FC236}">
                <a16:creationId xmlns:a16="http://schemas.microsoft.com/office/drawing/2014/main" id="{263EF80E-843F-5EC8-B472-3C133ED71FE3}"/>
              </a:ext>
            </a:extLst>
          </p:cNvPr>
          <p:cNvSpPr/>
          <p:nvPr/>
        </p:nvSpPr>
        <p:spPr>
          <a:xfrm>
            <a:off x="37008181" y="6480348"/>
            <a:ext cx="2376000" cy="647999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algn="ctr" defTabSz="457122"/>
            <a:r>
              <a:rPr lang="en-US" altLang="ko-KR" sz="1100" b="1" kern="0" dirty="0">
                <a:solidFill>
                  <a:srgbClr val="0000FF"/>
                </a:solidFill>
                <a:latin typeface="Calibri" panose="020F0502020204030204"/>
                <a:ea typeface="맑은 고딕" panose="020B0503020000020004" pitchFamily="50" charset="-127"/>
              </a:rPr>
              <a:t>Else</a:t>
            </a:r>
          </a:p>
        </p:txBody>
      </p: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28720251-1DFC-03BF-E6C5-805A8D08BDA2}"/>
              </a:ext>
            </a:extLst>
          </p:cNvPr>
          <p:cNvSpPr/>
          <p:nvPr/>
        </p:nvSpPr>
        <p:spPr>
          <a:xfrm>
            <a:off x="37152181" y="6696349"/>
            <a:ext cx="2087308" cy="286335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Root Scale/Translation/Rotation 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== Lerp front &amp; back Keyframe</a:t>
            </a:r>
          </a:p>
        </p:txBody>
      </p: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C470B298-56A0-8574-AAE9-20D72B4D8F0F}"/>
              </a:ext>
            </a:extLst>
          </p:cNvPr>
          <p:cNvCxnSpPr>
            <a:cxnSpLocks/>
          </p:cNvCxnSpPr>
          <p:nvPr/>
        </p:nvCxnSpPr>
        <p:spPr>
          <a:xfrm>
            <a:off x="36576181" y="5328349"/>
            <a:ext cx="432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5E32BE5F-F587-6080-989F-5F7749685448}"/>
              </a:ext>
            </a:extLst>
          </p:cNvPr>
          <p:cNvCxnSpPr>
            <a:cxnSpLocks/>
          </p:cNvCxnSpPr>
          <p:nvPr/>
        </p:nvCxnSpPr>
        <p:spPr>
          <a:xfrm>
            <a:off x="33912181" y="5760349"/>
            <a:ext cx="432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5F92462A-FC2A-1AAE-8BB2-2214806E1161}"/>
              </a:ext>
            </a:extLst>
          </p:cNvPr>
          <p:cNvSpPr/>
          <p:nvPr/>
        </p:nvSpPr>
        <p:spPr>
          <a:xfrm>
            <a:off x="34488181" y="5616349"/>
            <a:ext cx="2087308" cy="286335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Find Root Transform</a:t>
            </a:r>
          </a:p>
        </p:txBody>
      </p: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F6AF3371-94C6-4B99-C192-20B2288592BF}"/>
              </a:ext>
            </a:extLst>
          </p:cNvPr>
          <p:cNvCxnSpPr>
            <a:cxnSpLocks/>
          </p:cNvCxnSpPr>
          <p:nvPr/>
        </p:nvCxnSpPr>
        <p:spPr>
          <a:xfrm>
            <a:off x="27576180" y="5256349"/>
            <a:ext cx="792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직선 화살표 연결선 222">
            <a:extLst>
              <a:ext uri="{FF2B5EF4-FFF2-40B4-BE49-F238E27FC236}">
                <a16:creationId xmlns:a16="http://schemas.microsoft.com/office/drawing/2014/main" id="{5D522E6F-DA93-49AB-E4B4-CC85ADDC7005}"/>
              </a:ext>
            </a:extLst>
          </p:cNvPr>
          <p:cNvCxnSpPr>
            <a:cxnSpLocks/>
          </p:cNvCxnSpPr>
          <p:nvPr/>
        </p:nvCxnSpPr>
        <p:spPr>
          <a:xfrm>
            <a:off x="27576180" y="6552349"/>
            <a:ext cx="792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2A973AE1-896E-B820-4794-CEBDEEDB26DF}"/>
              </a:ext>
            </a:extLst>
          </p:cNvPr>
          <p:cNvCxnSpPr>
            <a:cxnSpLocks/>
          </p:cNvCxnSpPr>
          <p:nvPr/>
        </p:nvCxnSpPr>
        <p:spPr>
          <a:xfrm>
            <a:off x="28080181" y="9000349"/>
            <a:ext cx="288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직선 화살표 연결선 225">
            <a:extLst>
              <a:ext uri="{FF2B5EF4-FFF2-40B4-BE49-F238E27FC236}">
                <a16:creationId xmlns:a16="http://schemas.microsoft.com/office/drawing/2014/main" id="{64DD449F-5DEC-9D44-483D-2781AC29C23A}"/>
              </a:ext>
            </a:extLst>
          </p:cNvPr>
          <p:cNvCxnSpPr>
            <a:cxnSpLocks/>
          </p:cNvCxnSpPr>
          <p:nvPr/>
        </p:nvCxnSpPr>
        <p:spPr>
          <a:xfrm>
            <a:off x="28080181" y="7416349"/>
            <a:ext cx="0" cy="158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직선 화살표 연결선 227">
            <a:extLst>
              <a:ext uri="{FF2B5EF4-FFF2-40B4-BE49-F238E27FC236}">
                <a16:creationId xmlns:a16="http://schemas.microsoft.com/office/drawing/2014/main" id="{B667AF31-5341-ABA9-28C9-C23B586A3E92}"/>
              </a:ext>
            </a:extLst>
          </p:cNvPr>
          <p:cNvCxnSpPr>
            <a:cxnSpLocks/>
          </p:cNvCxnSpPr>
          <p:nvPr/>
        </p:nvCxnSpPr>
        <p:spPr>
          <a:xfrm>
            <a:off x="27576181" y="7416349"/>
            <a:ext cx="504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6D4A13FB-5FBE-8EDC-B881-5AA803D2F9D5}"/>
              </a:ext>
            </a:extLst>
          </p:cNvPr>
          <p:cNvCxnSpPr>
            <a:cxnSpLocks/>
          </p:cNvCxnSpPr>
          <p:nvPr/>
        </p:nvCxnSpPr>
        <p:spPr>
          <a:xfrm>
            <a:off x="27864180" y="10728349"/>
            <a:ext cx="504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직선 화살표 연결선 235">
            <a:extLst>
              <a:ext uri="{FF2B5EF4-FFF2-40B4-BE49-F238E27FC236}">
                <a16:creationId xmlns:a16="http://schemas.microsoft.com/office/drawing/2014/main" id="{3162C9F6-53E9-9650-8B24-0A904B7486DE}"/>
              </a:ext>
            </a:extLst>
          </p:cNvPr>
          <p:cNvCxnSpPr>
            <a:cxnSpLocks/>
          </p:cNvCxnSpPr>
          <p:nvPr/>
        </p:nvCxnSpPr>
        <p:spPr>
          <a:xfrm>
            <a:off x="27576181" y="7848349"/>
            <a:ext cx="288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직선 화살표 연결선 237">
            <a:extLst>
              <a:ext uri="{FF2B5EF4-FFF2-40B4-BE49-F238E27FC236}">
                <a16:creationId xmlns:a16="http://schemas.microsoft.com/office/drawing/2014/main" id="{A75850D4-1C4B-F6B2-CF77-B485E9986B4D}"/>
              </a:ext>
            </a:extLst>
          </p:cNvPr>
          <p:cNvCxnSpPr>
            <a:cxnSpLocks/>
          </p:cNvCxnSpPr>
          <p:nvPr/>
        </p:nvCxnSpPr>
        <p:spPr>
          <a:xfrm>
            <a:off x="27864181" y="7848349"/>
            <a:ext cx="0" cy="2880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직선 화살표 연결선 246">
            <a:extLst>
              <a:ext uri="{FF2B5EF4-FFF2-40B4-BE49-F238E27FC236}">
                <a16:creationId xmlns:a16="http://schemas.microsoft.com/office/drawing/2014/main" id="{903F46C8-F1AC-4917-4D74-D5D1897E9A9B}"/>
              </a:ext>
            </a:extLst>
          </p:cNvPr>
          <p:cNvCxnSpPr>
            <a:cxnSpLocks/>
          </p:cNvCxnSpPr>
          <p:nvPr/>
        </p:nvCxnSpPr>
        <p:spPr>
          <a:xfrm>
            <a:off x="22394322" y="3600349"/>
            <a:ext cx="0" cy="907200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직선 화살표 연결선 249">
            <a:extLst>
              <a:ext uri="{FF2B5EF4-FFF2-40B4-BE49-F238E27FC236}">
                <a16:creationId xmlns:a16="http://schemas.microsoft.com/office/drawing/2014/main" id="{3BBF23C6-AA94-E71C-728E-3DCD5058E95D}"/>
              </a:ext>
            </a:extLst>
          </p:cNvPr>
          <p:cNvCxnSpPr>
            <a:cxnSpLocks/>
          </p:cNvCxnSpPr>
          <p:nvPr/>
        </p:nvCxnSpPr>
        <p:spPr>
          <a:xfrm>
            <a:off x="22394322" y="12675937"/>
            <a:ext cx="2952000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직사각형 283">
            <a:extLst>
              <a:ext uri="{FF2B5EF4-FFF2-40B4-BE49-F238E27FC236}">
                <a16:creationId xmlns:a16="http://schemas.microsoft.com/office/drawing/2014/main" id="{EA636780-2497-54D5-FD55-AC6292E232CB}"/>
              </a:ext>
            </a:extLst>
          </p:cNvPr>
          <p:cNvSpPr/>
          <p:nvPr/>
        </p:nvSpPr>
        <p:spPr>
          <a:xfrm>
            <a:off x="6984181" y="1509067"/>
            <a:ext cx="2376000" cy="4683282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Run()</a:t>
            </a:r>
          </a:p>
        </p:txBody>
      </p:sp>
      <p:grpSp>
        <p:nvGrpSpPr>
          <p:cNvPr id="341" name="그룹 340">
            <a:extLst>
              <a:ext uri="{FF2B5EF4-FFF2-40B4-BE49-F238E27FC236}">
                <a16:creationId xmlns:a16="http://schemas.microsoft.com/office/drawing/2014/main" id="{3B772C11-54AD-4CAD-B338-CBDE25D4BB05}"/>
              </a:ext>
            </a:extLst>
          </p:cNvPr>
          <p:cNvGrpSpPr/>
          <p:nvPr/>
        </p:nvGrpSpPr>
        <p:grpSpPr>
          <a:xfrm>
            <a:off x="25344181" y="12389632"/>
            <a:ext cx="2376000" cy="8496000"/>
            <a:chOff x="25344181" y="11669633"/>
            <a:chExt cx="2376000" cy="8496000"/>
          </a:xfrm>
        </p:grpSpPr>
        <p:sp>
          <p:nvSpPr>
            <p:cNvPr id="252" name="직사각형 251">
              <a:extLst>
                <a:ext uri="{FF2B5EF4-FFF2-40B4-BE49-F238E27FC236}">
                  <a16:creationId xmlns:a16="http://schemas.microsoft.com/office/drawing/2014/main" id="{31535D50-8FD8-4D75-DF2D-AA170B2D719F}"/>
                </a:ext>
              </a:extLst>
            </p:cNvPr>
            <p:cNvSpPr/>
            <p:nvPr/>
          </p:nvSpPr>
          <p:spPr>
            <a:xfrm>
              <a:off x="25488873" y="11954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Reset Command Allocator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57" name="직사각형 256">
              <a:extLst>
                <a:ext uri="{FF2B5EF4-FFF2-40B4-BE49-F238E27FC236}">
                  <a16:creationId xmlns:a16="http://schemas.microsoft.com/office/drawing/2014/main" id="{F82A4E24-546C-28D9-77F0-462470ABD8D9}"/>
                </a:ext>
              </a:extLst>
            </p:cNvPr>
            <p:cNvSpPr/>
            <p:nvPr/>
          </p:nvSpPr>
          <p:spPr>
            <a:xfrm>
              <a:off x="25488181" y="12386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Bind constant Buffer View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59" name="직사각형 258">
              <a:extLst>
                <a:ext uri="{FF2B5EF4-FFF2-40B4-BE49-F238E27FC236}">
                  <a16:creationId xmlns:a16="http://schemas.microsoft.com/office/drawing/2014/main" id="{603ACCCF-60CE-117D-0D1E-0BC8D4CA0545}"/>
                </a:ext>
              </a:extLst>
            </p:cNvPr>
            <p:cNvSpPr/>
            <p:nvPr/>
          </p:nvSpPr>
          <p:spPr>
            <a:xfrm>
              <a:off x="25488181" y="12818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Bind Shader Resource View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60" name="직사각형 259">
              <a:extLst>
                <a:ext uri="{FF2B5EF4-FFF2-40B4-BE49-F238E27FC236}">
                  <a16:creationId xmlns:a16="http://schemas.microsoft.com/office/drawing/2014/main" id="{6E32A3EE-CB88-D902-69EA-220C28E413BB}"/>
                </a:ext>
              </a:extLst>
            </p:cNvPr>
            <p:cNvSpPr/>
            <p:nvPr/>
          </p:nvSpPr>
          <p:spPr>
            <a:xfrm>
              <a:off x="25488181" y="13250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Bind Root Descriptor Table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62" name="직사각형 261">
              <a:extLst>
                <a:ext uri="{FF2B5EF4-FFF2-40B4-BE49-F238E27FC236}">
                  <a16:creationId xmlns:a16="http://schemas.microsoft.com/office/drawing/2014/main" id="{964DD3A6-C27E-03C4-A15C-FCF4398B739B}"/>
                </a:ext>
              </a:extLst>
            </p:cNvPr>
            <p:cNvSpPr/>
            <p:nvPr/>
          </p:nvSpPr>
          <p:spPr>
            <a:xfrm>
              <a:off x="25488181" y="14114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Render DSV to Shadow Map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63" name="직사각형 262">
              <a:extLst>
                <a:ext uri="{FF2B5EF4-FFF2-40B4-BE49-F238E27FC236}">
                  <a16:creationId xmlns:a16="http://schemas.microsoft.com/office/drawing/2014/main" id="{A58D4DE1-251D-1B79-92DA-90F0ECC59E67}"/>
                </a:ext>
              </a:extLst>
            </p:cNvPr>
            <p:cNvSpPr/>
            <p:nvPr/>
          </p:nvSpPr>
          <p:spPr>
            <a:xfrm>
              <a:off x="25488181" y="14690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Set Viewport &amp; </a:t>
              </a:r>
              <a:r>
                <a:rPr lang="en-US" altLang="ko-KR" sz="1000" kern="0" dirty="0" err="1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ScissorRect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64" name="직사각형 263">
              <a:extLst>
                <a:ext uri="{FF2B5EF4-FFF2-40B4-BE49-F238E27FC236}">
                  <a16:creationId xmlns:a16="http://schemas.microsoft.com/office/drawing/2014/main" id="{55D3B7BF-3767-6AC0-5431-191BA5B109AC}"/>
                </a:ext>
              </a:extLst>
            </p:cNvPr>
            <p:cNvSpPr/>
            <p:nvPr/>
          </p:nvSpPr>
          <p:spPr>
            <a:xfrm>
              <a:off x="25488181" y="15122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Change Resource state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(PRESENT -&gt; RENDER_TARGET)</a:t>
              </a:r>
            </a:p>
          </p:txBody>
        </p:sp>
        <p:sp>
          <p:nvSpPr>
            <p:cNvPr id="268" name="직사각형 267">
              <a:extLst>
                <a:ext uri="{FF2B5EF4-FFF2-40B4-BE49-F238E27FC236}">
                  <a16:creationId xmlns:a16="http://schemas.microsoft.com/office/drawing/2014/main" id="{1636A80F-08EF-4A10-0C99-753D535272EC}"/>
                </a:ext>
              </a:extLst>
            </p:cNvPr>
            <p:cNvSpPr/>
            <p:nvPr/>
          </p:nvSpPr>
          <p:spPr>
            <a:xfrm>
              <a:off x="25488181" y="15554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Set Render Target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(Back Buffer + SRV)</a:t>
              </a:r>
            </a:p>
          </p:txBody>
        </p:sp>
        <p:sp>
          <p:nvSpPr>
            <p:cNvPr id="269" name="직사각형 268">
              <a:extLst>
                <a:ext uri="{FF2B5EF4-FFF2-40B4-BE49-F238E27FC236}">
                  <a16:creationId xmlns:a16="http://schemas.microsoft.com/office/drawing/2014/main" id="{D21099AB-8786-F92D-8857-4AA00A3512A5}"/>
                </a:ext>
              </a:extLst>
            </p:cNvPr>
            <p:cNvSpPr/>
            <p:nvPr/>
          </p:nvSpPr>
          <p:spPr>
            <a:xfrm>
              <a:off x="25344181" y="15984350"/>
              <a:ext cx="2376000" cy="2160000"/>
            </a:xfrm>
            <a:prstGeom prst="rect">
              <a:avLst/>
            </a:prstGeom>
            <a:noFill/>
            <a:ln w="9525" cap="flat" cmpd="sng" algn="ctr">
              <a:solidFill>
                <a:srgbClr val="0000FF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Repeat MAX_LAYER_DEPTH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srgbClr val="0000FF"/>
                  </a:solidFill>
                  <a:latin typeface="Calibri" panose="020F0502020204030204"/>
                  <a:ea typeface="맑은 고딕" panose="020B0503020000020004" pitchFamily="50" charset="-127"/>
                </a:rPr>
                <a:t>(Main Render Layer)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70" name="직사각형 269">
              <a:extLst>
                <a:ext uri="{FF2B5EF4-FFF2-40B4-BE49-F238E27FC236}">
                  <a16:creationId xmlns:a16="http://schemas.microsoft.com/office/drawing/2014/main" id="{F8BF3030-697E-AF4D-6A32-D0BEBA7C0DD6}"/>
                </a:ext>
              </a:extLst>
            </p:cNvPr>
            <p:cNvSpPr/>
            <p:nvPr/>
          </p:nvSpPr>
          <p:spPr>
            <a:xfrm>
              <a:off x="25488181" y="16418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Set Pass CB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(0: Default, 1~3: Shadow</a:t>
              </a: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 Pass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)</a:t>
              </a:r>
            </a:p>
          </p:txBody>
        </p:sp>
        <p:sp>
          <p:nvSpPr>
            <p:cNvPr id="275" name="직사각형 274">
              <a:extLst>
                <a:ext uri="{FF2B5EF4-FFF2-40B4-BE49-F238E27FC236}">
                  <a16:creationId xmlns:a16="http://schemas.microsoft.com/office/drawing/2014/main" id="{45B99973-7AD7-B12A-D1D5-E63C37F3459D}"/>
                </a:ext>
              </a:extLst>
            </p:cNvPr>
            <p:cNvSpPr/>
            <p:nvPr/>
          </p:nvSpPr>
          <p:spPr>
            <a:xfrm>
              <a:off x="25488181" y="16850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Set Stencil Reference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76" name="직사각형 275">
              <a:extLst>
                <a:ext uri="{FF2B5EF4-FFF2-40B4-BE49-F238E27FC236}">
                  <a16:creationId xmlns:a16="http://schemas.microsoft.com/office/drawing/2014/main" id="{56F2DE15-522A-F36E-9993-98C0B77BC93B}"/>
                </a:ext>
              </a:extLst>
            </p:cNvPr>
            <p:cNvSpPr/>
            <p:nvPr/>
          </p:nvSpPr>
          <p:spPr>
            <a:xfrm>
              <a:off x="25488181" y="17282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Set Pipeline State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77" name="직사각형 276">
              <a:extLst>
                <a:ext uri="{FF2B5EF4-FFF2-40B4-BE49-F238E27FC236}">
                  <a16:creationId xmlns:a16="http://schemas.microsoft.com/office/drawing/2014/main" id="{6B936F76-6385-9085-B042-32296B0365D4}"/>
                </a:ext>
              </a:extLst>
            </p:cNvPr>
            <p:cNvSpPr/>
            <p:nvPr/>
          </p:nvSpPr>
          <p:spPr>
            <a:xfrm>
              <a:off x="25488181" y="17714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Draw Render Items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78" name="직사각형 277">
              <a:extLst>
                <a:ext uri="{FF2B5EF4-FFF2-40B4-BE49-F238E27FC236}">
                  <a16:creationId xmlns:a16="http://schemas.microsoft.com/office/drawing/2014/main" id="{76D59B2A-564A-15F0-7A87-B865A080726B}"/>
                </a:ext>
              </a:extLst>
            </p:cNvPr>
            <p:cNvSpPr/>
            <p:nvPr/>
          </p:nvSpPr>
          <p:spPr>
            <a:xfrm>
              <a:off x="25344181" y="18288350"/>
              <a:ext cx="2376000" cy="864000"/>
            </a:xfrm>
            <a:prstGeom prst="rect">
              <a:avLst/>
            </a:prstGeom>
            <a:noFill/>
            <a:ln w="9525" cap="flat" cmpd="sng" algn="ctr">
              <a:solidFill>
                <a:srgbClr val="0000FF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algn="ctr" defTabSz="457122"/>
              <a:r>
                <a:rPr lang="en-US" altLang="ko-KR" sz="1000" kern="0" dirty="0">
                  <a:solidFill>
                    <a:srgbClr val="0000FF"/>
                  </a:solidFill>
                  <a:latin typeface="Calibri" panose="020F0502020204030204"/>
                  <a:ea typeface="맑은 고딕" panose="020B0503020000020004" pitchFamily="50" charset="-127"/>
                </a:rPr>
                <a:t>Repeat MAX_LAYER_DEPTH</a:t>
              </a:r>
            </a:p>
            <a:p>
              <a:pPr algn="ctr" defTabSz="457122"/>
              <a:r>
                <a:rPr lang="en-US" altLang="ko-KR" sz="1000" kern="0" dirty="0">
                  <a:solidFill>
                    <a:srgbClr val="0000FF"/>
                  </a:solidFill>
                  <a:latin typeface="Calibri" panose="020F0502020204030204"/>
                  <a:ea typeface="맑은 고딕" panose="020B0503020000020004" pitchFamily="50" charset="-127"/>
                </a:rPr>
                <a:t>(Post Process Layer)</a:t>
              </a:r>
            </a:p>
          </p:txBody>
        </p:sp>
        <p:sp>
          <p:nvSpPr>
            <p:cNvPr id="279" name="직사각형 278">
              <a:extLst>
                <a:ext uri="{FF2B5EF4-FFF2-40B4-BE49-F238E27FC236}">
                  <a16:creationId xmlns:a16="http://schemas.microsoft.com/office/drawing/2014/main" id="{44CAEC05-4660-D364-A7A6-821C104E9789}"/>
                </a:ext>
              </a:extLst>
            </p:cNvPr>
            <p:cNvSpPr/>
            <p:nvPr/>
          </p:nvSpPr>
          <p:spPr>
            <a:xfrm>
              <a:off x="25344181" y="13680350"/>
              <a:ext cx="2376000" cy="864000"/>
            </a:xfrm>
            <a:prstGeom prst="rect">
              <a:avLst/>
            </a:prstGeom>
            <a:noFill/>
            <a:ln w="9525" cap="flat" cmpd="sng" algn="ctr">
              <a:solidFill>
                <a:srgbClr val="0000FF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Repeat MAX_LAYER_DEPTH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srgbClr val="0000FF"/>
                  </a:solidFill>
                  <a:latin typeface="Calibri" panose="020F0502020204030204"/>
                  <a:ea typeface="맑은 고딕" panose="020B0503020000020004" pitchFamily="50" charset="-127"/>
                </a:rPr>
                <a:t>(Shadow Map Render Layer)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87" name="직사각형 286">
              <a:extLst>
                <a:ext uri="{FF2B5EF4-FFF2-40B4-BE49-F238E27FC236}">
                  <a16:creationId xmlns:a16="http://schemas.microsoft.com/office/drawing/2014/main" id="{AB99B47D-2236-44CB-F796-2825745A1999}"/>
                </a:ext>
              </a:extLst>
            </p:cNvPr>
            <p:cNvSpPr/>
            <p:nvPr/>
          </p:nvSpPr>
          <p:spPr>
            <a:xfrm>
              <a:off x="25344181" y="11669633"/>
              <a:ext cx="2376000" cy="8496000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Render() (Override)</a:t>
              </a:r>
            </a:p>
          </p:txBody>
        </p:sp>
        <p:sp>
          <p:nvSpPr>
            <p:cNvPr id="290" name="직사각형 289">
              <a:extLst>
                <a:ext uri="{FF2B5EF4-FFF2-40B4-BE49-F238E27FC236}">
                  <a16:creationId xmlns:a16="http://schemas.microsoft.com/office/drawing/2014/main" id="{319A6DCD-E1CE-B1FE-8318-2B333342595D}"/>
                </a:ext>
              </a:extLst>
            </p:cNvPr>
            <p:cNvSpPr/>
            <p:nvPr/>
          </p:nvSpPr>
          <p:spPr>
            <a:xfrm>
              <a:off x="25488181" y="18722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Do Compute Shader Logics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(Blur,</a:t>
              </a: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 Update Displacement, Compute)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1" name="직사각형 290">
              <a:extLst>
                <a:ext uri="{FF2B5EF4-FFF2-40B4-BE49-F238E27FC236}">
                  <a16:creationId xmlns:a16="http://schemas.microsoft.com/office/drawing/2014/main" id="{92FCCAF3-0EAD-13B7-E6E7-3C9DC01DD9DA}"/>
                </a:ext>
              </a:extLst>
            </p:cNvPr>
            <p:cNvSpPr/>
            <p:nvPr/>
          </p:nvSpPr>
          <p:spPr>
            <a:xfrm>
              <a:off x="25488181" y="19298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Copy Back Buffer to SRV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4" name="직사각형 293">
              <a:extLst>
                <a:ext uri="{FF2B5EF4-FFF2-40B4-BE49-F238E27FC236}">
                  <a16:creationId xmlns:a16="http://schemas.microsoft.com/office/drawing/2014/main" id="{B4E75F40-0F13-C5B7-F9CD-240371255E0C}"/>
                </a:ext>
              </a:extLst>
            </p:cNvPr>
            <p:cNvSpPr/>
            <p:nvPr/>
          </p:nvSpPr>
          <p:spPr>
            <a:xfrm>
              <a:off x="25488181" y="19730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Change Resource state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(RENDER_-&gt; TARGET PRESENT)</a:t>
              </a:r>
            </a:p>
          </p:txBody>
        </p:sp>
      </p:grpSp>
      <p:sp>
        <p:nvSpPr>
          <p:cNvPr id="298" name="직사각형 297">
            <a:extLst>
              <a:ext uri="{FF2B5EF4-FFF2-40B4-BE49-F238E27FC236}">
                <a16:creationId xmlns:a16="http://schemas.microsoft.com/office/drawing/2014/main" id="{2DEBD839-0F37-0B04-4EFE-98D5FEB49EDC}"/>
              </a:ext>
            </a:extLst>
          </p:cNvPr>
          <p:cNvSpPr/>
          <p:nvPr/>
        </p:nvSpPr>
        <p:spPr>
          <a:xfrm>
            <a:off x="28224873" y="17856349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Set Input Assembler Vertex Buffer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99" name="직사각형 298">
            <a:extLst>
              <a:ext uri="{FF2B5EF4-FFF2-40B4-BE49-F238E27FC236}">
                <a16:creationId xmlns:a16="http://schemas.microsoft.com/office/drawing/2014/main" id="{A16BFC17-193F-8746-66BC-EC45C57BCFD7}"/>
              </a:ext>
            </a:extLst>
          </p:cNvPr>
          <p:cNvSpPr/>
          <p:nvPr/>
        </p:nvSpPr>
        <p:spPr>
          <a:xfrm>
            <a:off x="28224873" y="18288349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Set Input Assembler Index Buffer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00" name="직사각형 299">
            <a:extLst>
              <a:ext uri="{FF2B5EF4-FFF2-40B4-BE49-F238E27FC236}">
                <a16:creationId xmlns:a16="http://schemas.microsoft.com/office/drawing/2014/main" id="{F455F1DF-C15B-E01B-C61B-CD9AB17217A0}"/>
              </a:ext>
            </a:extLst>
          </p:cNvPr>
          <p:cNvSpPr/>
          <p:nvPr/>
        </p:nvSpPr>
        <p:spPr>
          <a:xfrm>
            <a:off x="28224873" y="18720349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Set Input Assembler Primitive Topology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01" name="직사각형 300">
            <a:extLst>
              <a:ext uri="{FF2B5EF4-FFF2-40B4-BE49-F238E27FC236}">
                <a16:creationId xmlns:a16="http://schemas.microsoft.com/office/drawing/2014/main" id="{585917EF-C199-CF5F-76A4-38A6417A61F6}"/>
              </a:ext>
            </a:extLst>
          </p:cNvPr>
          <p:cNvSpPr/>
          <p:nvPr/>
        </p:nvSpPr>
        <p:spPr>
          <a:xfrm>
            <a:off x="28224873" y="17424349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Update Primitive Topology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Pointlist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, tri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anglelist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patchlist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03" name="직사각형 302">
            <a:extLst>
              <a:ext uri="{FF2B5EF4-FFF2-40B4-BE49-F238E27FC236}">
                <a16:creationId xmlns:a16="http://schemas.microsoft.com/office/drawing/2014/main" id="{9C359EB4-AD6C-1518-CF35-D3B2382E0892}"/>
              </a:ext>
            </a:extLst>
          </p:cNvPr>
          <p:cNvSpPr/>
          <p:nvPr/>
        </p:nvSpPr>
        <p:spPr>
          <a:xfrm>
            <a:off x="28224181" y="19152349"/>
            <a:ext cx="2088000" cy="648000"/>
          </a:xfrm>
          <a:prstGeom prst="rect">
            <a:avLst/>
          </a:prstGeom>
          <a:noFill/>
          <a:ln w="9525" cap="flat" cmpd="sng" algn="ctr">
            <a:solidFill>
              <a:srgbClr val="0000FF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algn="ctr" defTabSz="457122"/>
            <a:r>
              <a:rPr lang="en-US" altLang="ko-KR" sz="1000" kern="0" dirty="0">
                <a:solidFill>
                  <a:srgbClr val="0000FF"/>
                </a:solidFill>
                <a:latin typeface="Calibri" panose="020F0502020204030204"/>
                <a:ea typeface="맑은 고딕" panose="020B0503020000020004" pitchFamily="50" charset="-127"/>
              </a:rPr>
              <a:t>If Skinned Mesh</a:t>
            </a:r>
          </a:p>
        </p:txBody>
      </p:sp>
      <p:sp>
        <p:nvSpPr>
          <p:cNvPr id="305" name="직사각형 304">
            <a:extLst>
              <a:ext uri="{FF2B5EF4-FFF2-40B4-BE49-F238E27FC236}">
                <a16:creationId xmlns:a16="http://schemas.microsoft.com/office/drawing/2014/main" id="{3AA02917-13DC-CD95-750D-DA286BFFAF6C}"/>
              </a:ext>
            </a:extLst>
          </p:cNvPr>
          <p:cNvSpPr/>
          <p:nvPr/>
        </p:nvSpPr>
        <p:spPr>
          <a:xfrm>
            <a:off x="28224873" y="19404349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Set Constant Buffer View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(Skinned CB)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07" name="직사각형 306">
            <a:extLst>
              <a:ext uri="{FF2B5EF4-FFF2-40B4-BE49-F238E27FC236}">
                <a16:creationId xmlns:a16="http://schemas.microsoft.com/office/drawing/2014/main" id="{F66F7E10-AFF9-BE0D-115D-F2741639D6A6}"/>
              </a:ext>
            </a:extLst>
          </p:cNvPr>
          <p:cNvSpPr/>
          <p:nvPr/>
        </p:nvSpPr>
        <p:spPr>
          <a:xfrm>
            <a:off x="28208967" y="19944349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Draw Indexed Instanced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(reuse geo to draw multiple objects)</a:t>
            </a:r>
          </a:p>
        </p:txBody>
      </p:sp>
      <p:sp>
        <p:nvSpPr>
          <p:cNvPr id="309" name="직사각형 308">
            <a:extLst>
              <a:ext uri="{FF2B5EF4-FFF2-40B4-BE49-F238E27FC236}">
                <a16:creationId xmlns:a16="http://schemas.microsoft.com/office/drawing/2014/main" id="{0329A5C0-712C-3BBF-ADE9-BDBAF64A2E12}"/>
              </a:ext>
            </a:extLst>
          </p:cNvPr>
          <p:cNvSpPr/>
          <p:nvPr/>
        </p:nvSpPr>
        <p:spPr>
          <a:xfrm>
            <a:off x="28080181" y="17136349"/>
            <a:ext cx="2376000" cy="3239999"/>
          </a:xfrm>
          <a:prstGeom prst="rect">
            <a:avLst/>
          </a:prstGeom>
          <a:noFill/>
          <a:ln w="9525" cap="flat" cmpd="sng" algn="ctr">
            <a:solidFill>
              <a:srgbClr val="0000FF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algn="ctr" defTabSz="457122"/>
            <a:r>
              <a:rPr lang="en-US" altLang="ko-KR" sz="1000" b="1" kern="0" dirty="0">
                <a:solidFill>
                  <a:srgbClr val="0000FF"/>
                </a:solidFill>
                <a:latin typeface="Calibri" panose="020F0502020204030204"/>
                <a:ea typeface="맑은 고딕" panose="020B0503020000020004" pitchFamily="50" charset="-127"/>
              </a:rPr>
              <a:t>Repeat All Render Items</a:t>
            </a:r>
          </a:p>
        </p:txBody>
      </p:sp>
      <p:sp>
        <p:nvSpPr>
          <p:cNvPr id="312" name="직사각형 311">
            <a:extLst>
              <a:ext uri="{FF2B5EF4-FFF2-40B4-BE49-F238E27FC236}">
                <a16:creationId xmlns:a16="http://schemas.microsoft.com/office/drawing/2014/main" id="{359A032E-23FA-E49C-6EEC-E1737EE9E3A8}"/>
              </a:ext>
            </a:extLst>
          </p:cNvPr>
          <p:cNvSpPr/>
          <p:nvPr/>
        </p:nvSpPr>
        <p:spPr>
          <a:xfrm>
            <a:off x="28080181" y="16848349"/>
            <a:ext cx="2376000" cy="3671997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DrawRenderItems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cxnSp>
        <p:nvCxnSpPr>
          <p:cNvPr id="314" name="직선 화살표 연결선 313">
            <a:extLst>
              <a:ext uri="{FF2B5EF4-FFF2-40B4-BE49-F238E27FC236}">
                <a16:creationId xmlns:a16="http://schemas.microsoft.com/office/drawing/2014/main" id="{6A8A4535-C118-1E96-ABEA-DA532D602058}"/>
              </a:ext>
            </a:extLst>
          </p:cNvPr>
          <p:cNvCxnSpPr>
            <a:cxnSpLocks/>
          </p:cNvCxnSpPr>
          <p:nvPr/>
        </p:nvCxnSpPr>
        <p:spPr>
          <a:xfrm>
            <a:off x="27576181" y="18576349"/>
            <a:ext cx="504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직선 화살표 연결선 315">
            <a:extLst>
              <a:ext uri="{FF2B5EF4-FFF2-40B4-BE49-F238E27FC236}">
                <a16:creationId xmlns:a16="http://schemas.microsoft.com/office/drawing/2014/main" id="{EFA5B1B9-0B26-93EB-E60D-B8D88E74742E}"/>
              </a:ext>
            </a:extLst>
          </p:cNvPr>
          <p:cNvCxnSpPr>
            <a:cxnSpLocks/>
          </p:cNvCxnSpPr>
          <p:nvPr/>
        </p:nvCxnSpPr>
        <p:spPr>
          <a:xfrm>
            <a:off x="9504181" y="5472349"/>
            <a:ext cx="0" cy="1368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직선 화살표 연결선 319">
            <a:extLst>
              <a:ext uri="{FF2B5EF4-FFF2-40B4-BE49-F238E27FC236}">
                <a16:creationId xmlns:a16="http://schemas.microsoft.com/office/drawing/2014/main" id="{A4E9D05F-1076-E311-8522-4DC93F1C4741}"/>
              </a:ext>
            </a:extLst>
          </p:cNvPr>
          <p:cNvCxnSpPr>
            <a:cxnSpLocks/>
          </p:cNvCxnSpPr>
          <p:nvPr/>
        </p:nvCxnSpPr>
        <p:spPr>
          <a:xfrm>
            <a:off x="9216181" y="5472349"/>
            <a:ext cx="288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직선 화살표 연결선 328">
            <a:extLst>
              <a:ext uri="{FF2B5EF4-FFF2-40B4-BE49-F238E27FC236}">
                <a16:creationId xmlns:a16="http://schemas.microsoft.com/office/drawing/2014/main" id="{51852753-1DE4-845A-032D-3913952C7A6F}"/>
              </a:ext>
            </a:extLst>
          </p:cNvPr>
          <p:cNvCxnSpPr>
            <a:cxnSpLocks/>
          </p:cNvCxnSpPr>
          <p:nvPr/>
        </p:nvCxnSpPr>
        <p:spPr>
          <a:xfrm>
            <a:off x="9504181" y="6840349"/>
            <a:ext cx="360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직사각형 330">
            <a:extLst>
              <a:ext uri="{FF2B5EF4-FFF2-40B4-BE49-F238E27FC236}">
                <a16:creationId xmlns:a16="http://schemas.microsoft.com/office/drawing/2014/main" id="{FEE76574-8CA0-8701-F5FC-8E457712CA36}"/>
              </a:ext>
            </a:extLst>
          </p:cNvPr>
          <p:cNvSpPr/>
          <p:nvPr/>
        </p:nvSpPr>
        <p:spPr>
          <a:xfrm>
            <a:off x="9864181" y="6552349"/>
            <a:ext cx="2376000" cy="1584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FlushCommandQueue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333" name="직사각형 332">
            <a:extLst>
              <a:ext uri="{FF2B5EF4-FFF2-40B4-BE49-F238E27FC236}">
                <a16:creationId xmlns:a16="http://schemas.microsoft.com/office/drawing/2014/main" id="{ABEAB739-0F7D-8B97-6BB4-60790026C74B}"/>
              </a:ext>
            </a:extLst>
          </p:cNvPr>
          <p:cNvSpPr/>
          <p:nvPr/>
        </p:nvSpPr>
        <p:spPr>
          <a:xfrm>
            <a:off x="10008181" y="6840348"/>
            <a:ext cx="2088000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Update Fence Point</a:t>
            </a:r>
          </a:p>
        </p:txBody>
      </p:sp>
      <p:sp>
        <p:nvSpPr>
          <p:cNvPr id="334" name="직사각형 333">
            <a:extLst>
              <a:ext uri="{FF2B5EF4-FFF2-40B4-BE49-F238E27FC236}">
                <a16:creationId xmlns:a16="http://schemas.microsoft.com/office/drawing/2014/main" id="{7BE88AA3-C5B9-B68F-7897-7EAE4E618183}"/>
              </a:ext>
            </a:extLst>
          </p:cNvPr>
          <p:cNvSpPr/>
          <p:nvPr/>
        </p:nvSpPr>
        <p:spPr>
          <a:xfrm>
            <a:off x="10008181" y="7272348"/>
            <a:ext cx="2088000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Set new fence point</a:t>
            </a:r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C09A5775-FCB1-907E-7FBC-40C231BA380D}"/>
              </a:ext>
            </a:extLst>
          </p:cNvPr>
          <p:cNvSpPr/>
          <p:nvPr/>
        </p:nvSpPr>
        <p:spPr>
          <a:xfrm>
            <a:off x="10008181" y="7704348"/>
            <a:ext cx="2088000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Wait GPU has completed commands up to fence point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88F3358B-62F5-1D30-21BD-F7D4F38BBC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92181" y="13978450"/>
            <a:ext cx="8349234" cy="4381900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52EB6D27-5A5C-E21F-A3E7-ECE096A89E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18531553" y="18183859"/>
            <a:ext cx="11165757" cy="436212"/>
          </a:xfrm>
          <a:prstGeom prst="rect">
            <a:avLst/>
          </a:prstGeom>
        </p:spPr>
      </p:pic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F1E03626-E3EE-89F2-39B6-CFDEACC29D48}"/>
              </a:ext>
            </a:extLst>
          </p:cNvPr>
          <p:cNvCxnSpPr>
            <a:cxnSpLocks/>
          </p:cNvCxnSpPr>
          <p:nvPr/>
        </p:nvCxnSpPr>
        <p:spPr>
          <a:xfrm>
            <a:off x="24481630" y="14966314"/>
            <a:ext cx="894561" cy="0"/>
          </a:xfrm>
          <a:prstGeom prst="straightConnector1">
            <a:avLst/>
          </a:prstGeom>
          <a:noFill/>
          <a:ln w="6350" cap="flat" cmpd="sng" algn="ctr">
            <a:solidFill>
              <a:srgbClr val="4472C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2" name="오른쪽 대괄호 41">
            <a:extLst>
              <a:ext uri="{FF2B5EF4-FFF2-40B4-BE49-F238E27FC236}">
                <a16:creationId xmlns:a16="http://schemas.microsoft.com/office/drawing/2014/main" id="{9C4541CB-6204-F609-A3D1-5CBEA0CA8E84}"/>
              </a:ext>
            </a:extLst>
          </p:cNvPr>
          <p:cNvSpPr/>
          <p:nvPr/>
        </p:nvSpPr>
        <p:spPr>
          <a:xfrm>
            <a:off x="24332537" y="14107444"/>
            <a:ext cx="149093" cy="5010274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16600"/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57BB8773-9E9C-0EBD-9962-C0104BAFFFEB}"/>
              </a:ext>
            </a:extLst>
          </p:cNvPr>
          <p:cNvCxnSpPr>
            <a:cxnSpLocks/>
            <a:stCxn id="51" idx="2"/>
          </p:cNvCxnSpPr>
          <p:nvPr/>
        </p:nvCxnSpPr>
        <p:spPr>
          <a:xfrm flipV="1">
            <a:off x="24481630" y="18401966"/>
            <a:ext cx="894561" cy="2719863"/>
          </a:xfrm>
          <a:prstGeom prst="straightConnector1">
            <a:avLst/>
          </a:prstGeom>
          <a:noFill/>
          <a:ln w="6350" cap="flat" cmpd="sng" algn="ctr">
            <a:solidFill>
              <a:srgbClr val="4472C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A25714BE-9486-B2A4-FA53-AD67A2BF2AB2}"/>
              </a:ext>
            </a:extLst>
          </p:cNvPr>
          <p:cNvCxnSpPr>
            <a:cxnSpLocks/>
          </p:cNvCxnSpPr>
          <p:nvPr/>
        </p:nvCxnSpPr>
        <p:spPr>
          <a:xfrm flipV="1">
            <a:off x="24481630" y="19404021"/>
            <a:ext cx="894561" cy="3865102"/>
          </a:xfrm>
          <a:prstGeom prst="straightConnector1">
            <a:avLst/>
          </a:prstGeom>
          <a:noFill/>
          <a:ln w="6350" cap="flat" cmpd="sng" algn="ctr">
            <a:solidFill>
              <a:srgbClr val="4472C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1" name="오른쪽 대괄호 50">
            <a:extLst>
              <a:ext uri="{FF2B5EF4-FFF2-40B4-BE49-F238E27FC236}">
                <a16:creationId xmlns:a16="http://schemas.microsoft.com/office/drawing/2014/main" id="{812C63CC-1262-4325-FCDB-62A229274120}"/>
              </a:ext>
            </a:extLst>
          </p:cNvPr>
          <p:cNvSpPr/>
          <p:nvPr/>
        </p:nvSpPr>
        <p:spPr>
          <a:xfrm>
            <a:off x="24332537" y="19117719"/>
            <a:ext cx="149093" cy="4008219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16600"/>
          </a:p>
        </p:txBody>
      </p:sp>
      <p:sp>
        <p:nvSpPr>
          <p:cNvPr id="54" name="오른쪽 대괄호 53">
            <a:extLst>
              <a:ext uri="{FF2B5EF4-FFF2-40B4-BE49-F238E27FC236}">
                <a16:creationId xmlns:a16="http://schemas.microsoft.com/office/drawing/2014/main" id="{E4A650CE-F18F-55FC-76B1-39F5B4BB9B9F}"/>
              </a:ext>
            </a:extLst>
          </p:cNvPr>
          <p:cNvSpPr/>
          <p:nvPr/>
        </p:nvSpPr>
        <p:spPr>
          <a:xfrm>
            <a:off x="24332537" y="23125938"/>
            <a:ext cx="149093" cy="357877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16600"/>
          </a:p>
        </p:txBody>
      </p:sp>
      <p:pic>
        <p:nvPicPr>
          <p:cNvPr id="56" name="그림 55">
            <a:extLst>
              <a:ext uri="{FF2B5EF4-FFF2-40B4-BE49-F238E27FC236}">
                <a16:creationId xmlns:a16="http://schemas.microsoft.com/office/drawing/2014/main" id="{909E96B8-ACC7-6597-7F93-64599AA79650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37171866" y="1659498"/>
            <a:ext cx="2385495" cy="214726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68206861-18DC-9346-8648-1D3E8408DF54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34488181" y="1672706"/>
            <a:ext cx="2385495" cy="2143644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</p:pic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AE125334-139F-9081-E525-6000E799DD31}"/>
              </a:ext>
            </a:extLst>
          </p:cNvPr>
          <p:cNvCxnSpPr>
            <a:cxnSpLocks/>
            <a:stCxn id="261" idx="2"/>
            <a:endCxn id="115" idx="0"/>
          </p:cNvCxnSpPr>
          <p:nvPr/>
        </p:nvCxnSpPr>
        <p:spPr>
          <a:xfrm>
            <a:off x="8171835" y="2090013"/>
            <a:ext cx="346" cy="214336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A07E1F1E-1CB7-97EE-41CE-F652339DF2AA}"/>
              </a:ext>
            </a:extLst>
          </p:cNvPr>
          <p:cNvCxnSpPr>
            <a:cxnSpLocks/>
            <a:stCxn id="123" idx="2"/>
            <a:endCxn id="121" idx="0"/>
          </p:cNvCxnSpPr>
          <p:nvPr/>
        </p:nvCxnSpPr>
        <p:spPr>
          <a:xfrm>
            <a:off x="8171835" y="2882047"/>
            <a:ext cx="0" cy="14230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C3882E45-D4E3-2028-E1C7-1F09FFF5747E}"/>
              </a:ext>
            </a:extLst>
          </p:cNvPr>
          <p:cNvCxnSpPr>
            <a:cxnSpLocks/>
          </p:cNvCxnSpPr>
          <p:nvPr/>
        </p:nvCxnSpPr>
        <p:spPr>
          <a:xfrm>
            <a:off x="8171835" y="3742650"/>
            <a:ext cx="0" cy="145699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E2B78E1E-6CEA-8726-06CF-C99F6C987755}"/>
              </a:ext>
            </a:extLst>
          </p:cNvPr>
          <p:cNvCxnSpPr>
            <a:cxnSpLocks/>
          </p:cNvCxnSpPr>
          <p:nvPr/>
        </p:nvCxnSpPr>
        <p:spPr>
          <a:xfrm>
            <a:off x="8171835" y="4174650"/>
            <a:ext cx="0" cy="145699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54E528BD-429C-3280-1C8B-293226DDBAB1}"/>
              </a:ext>
            </a:extLst>
          </p:cNvPr>
          <p:cNvCxnSpPr>
            <a:cxnSpLocks/>
          </p:cNvCxnSpPr>
          <p:nvPr/>
        </p:nvCxnSpPr>
        <p:spPr>
          <a:xfrm>
            <a:off x="8171835" y="4606650"/>
            <a:ext cx="0" cy="145699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A7397AA3-5202-C9BF-A7B0-C8A02F5C873F}"/>
              </a:ext>
            </a:extLst>
          </p:cNvPr>
          <p:cNvCxnSpPr>
            <a:cxnSpLocks/>
          </p:cNvCxnSpPr>
          <p:nvPr/>
        </p:nvCxnSpPr>
        <p:spPr>
          <a:xfrm>
            <a:off x="8171835" y="3310650"/>
            <a:ext cx="0" cy="145699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0F2EEF79-51F8-2184-5616-E7C777402A3F}"/>
              </a:ext>
            </a:extLst>
          </p:cNvPr>
          <p:cNvCxnSpPr>
            <a:cxnSpLocks/>
            <a:stCxn id="146" idx="2"/>
            <a:endCxn id="138" idx="0"/>
          </p:cNvCxnSpPr>
          <p:nvPr/>
        </p:nvCxnSpPr>
        <p:spPr>
          <a:xfrm>
            <a:off x="11052181" y="2514014"/>
            <a:ext cx="0" cy="141504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4705FE3-AB06-EF02-69D4-B1EEB7E9356E}"/>
              </a:ext>
            </a:extLst>
          </p:cNvPr>
          <p:cNvCxnSpPr>
            <a:cxnSpLocks/>
            <a:stCxn id="139" idx="2"/>
            <a:endCxn id="146" idx="0"/>
          </p:cNvCxnSpPr>
          <p:nvPr/>
        </p:nvCxnSpPr>
        <p:spPr>
          <a:xfrm>
            <a:off x="11052181" y="2084521"/>
            <a:ext cx="0" cy="141493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C2A04C61-B3C7-73D7-ABA6-712D9000324C}"/>
              </a:ext>
            </a:extLst>
          </p:cNvPr>
          <p:cNvCxnSpPr>
            <a:cxnSpLocks/>
          </p:cNvCxnSpPr>
          <p:nvPr/>
        </p:nvCxnSpPr>
        <p:spPr>
          <a:xfrm>
            <a:off x="8171835" y="5616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5D10824-D4F7-FD26-7657-9D7449D3F3BB}"/>
              </a:ext>
            </a:extLst>
          </p:cNvPr>
          <p:cNvCxnSpPr>
            <a:cxnSpLocks/>
          </p:cNvCxnSpPr>
          <p:nvPr/>
        </p:nvCxnSpPr>
        <p:spPr>
          <a:xfrm>
            <a:off x="8171835" y="5184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9C501379-B1DC-9251-11C9-7A8F8A1EFF74}"/>
              </a:ext>
            </a:extLst>
          </p:cNvPr>
          <p:cNvCxnSpPr>
            <a:cxnSpLocks/>
          </p:cNvCxnSpPr>
          <p:nvPr/>
        </p:nvCxnSpPr>
        <p:spPr>
          <a:xfrm>
            <a:off x="14076510" y="2082857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C3A5EA70-CAC3-6398-6CC5-17543BA061EE}"/>
              </a:ext>
            </a:extLst>
          </p:cNvPr>
          <p:cNvCxnSpPr>
            <a:cxnSpLocks/>
          </p:cNvCxnSpPr>
          <p:nvPr/>
        </p:nvCxnSpPr>
        <p:spPr>
          <a:xfrm>
            <a:off x="11051835" y="7561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BFA31CAC-100B-66EB-2CCD-3A8595BC606C}"/>
              </a:ext>
            </a:extLst>
          </p:cNvPr>
          <p:cNvCxnSpPr>
            <a:cxnSpLocks/>
          </p:cNvCxnSpPr>
          <p:nvPr/>
        </p:nvCxnSpPr>
        <p:spPr>
          <a:xfrm>
            <a:off x="14076510" y="9289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242C9F81-E1F7-FD27-0F4C-2885B6DDF32A}"/>
              </a:ext>
            </a:extLst>
          </p:cNvPr>
          <p:cNvCxnSpPr>
            <a:cxnSpLocks/>
          </p:cNvCxnSpPr>
          <p:nvPr/>
        </p:nvCxnSpPr>
        <p:spPr>
          <a:xfrm>
            <a:off x="11051835" y="7129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7A6E5159-A51F-21C8-5C19-5B1C767F88D1}"/>
              </a:ext>
            </a:extLst>
          </p:cNvPr>
          <p:cNvCxnSpPr>
            <a:cxnSpLocks/>
          </p:cNvCxnSpPr>
          <p:nvPr/>
        </p:nvCxnSpPr>
        <p:spPr>
          <a:xfrm>
            <a:off x="14076510" y="8857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A33DEB87-D0FE-E40C-DEE5-0605F6703AA0}"/>
              </a:ext>
            </a:extLst>
          </p:cNvPr>
          <p:cNvCxnSpPr>
            <a:cxnSpLocks/>
          </p:cNvCxnSpPr>
          <p:nvPr/>
        </p:nvCxnSpPr>
        <p:spPr>
          <a:xfrm>
            <a:off x="11051835" y="5689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025921AE-5B11-57AA-9563-DB0A54FB542E}"/>
              </a:ext>
            </a:extLst>
          </p:cNvPr>
          <p:cNvCxnSpPr>
            <a:cxnSpLocks/>
          </p:cNvCxnSpPr>
          <p:nvPr/>
        </p:nvCxnSpPr>
        <p:spPr>
          <a:xfrm>
            <a:off x="11051835" y="5257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18F0458F-930C-6186-C547-07F13B4F4402}"/>
              </a:ext>
            </a:extLst>
          </p:cNvPr>
          <p:cNvCxnSpPr>
            <a:cxnSpLocks/>
          </p:cNvCxnSpPr>
          <p:nvPr/>
        </p:nvCxnSpPr>
        <p:spPr>
          <a:xfrm>
            <a:off x="11051835" y="4825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F9FEAFA4-5801-B2E2-6FB4-2E24529BB3CE}"/>
              </a:ext>
            </a:extLst>
          </p:cNvPr>
          <p:cNvCxnSpPr>
            <a:cxnSpLocks/>
          </p:cNvCxnSpPr>
          <p:nvPr/>
        </p:nvCxnSpPr>
        <p:spPr>
          <a:xfrm>
            <a:off x="11051835" y="4393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D2E3DB75-C4A7-D4D9-11EB-FC62B3526BE7}"/>
              </a:ext>
            </a:extLst>
          </p:cNvPr>
          <p:cNvCxnSpPr>
            <a:cxnSpLocks/>
          </p:cNvCxnSpPr>
          <p:nvPr/>
        </p:nvCxnSpPr>
        <p:spPr>
          <a:xfrm>
            <a:off x="14076510" y="7561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D75BB6DC-7144-A7C3-20B2-60BDE088AD9C}"/>
              </a:ext>
            </a:extLst>
          </p:cNvPr>
          <p:cNvCxnSpPr>
            <a:cxnSpLocks/>
          </p:cNvCxnSpPr>
          <p:nvPr/>
        </p:nvCxnSpPr>
        <p:spPr>
          <a:xfrm>
            <a:off x="14076510" y="7129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FEF5679B-92CF-B76C-5CD3-79FC7A185BED}"/>
              </a:ext>
            </a:extLst>
          </p:cNvPr>
          <p:cNvCxnSpPr>
            <a:cxnSpLocks/>
          </p:cNvCxnSpPr>
          <p:nvPr/>
        </p:nvCxnSpPr>
        <p:spPr>
          <a:xfrm>
            <a:off x="14076510" y="5689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9CE42E0A-845C-F5AC-C272-45C58C187FEF}"/>
              </a:ext>
            </a:extLst>
          </p:cNvPr>
          <p:cNvCxnSpPr>
            <a:cxnSpLocks/>
          </p:cNvCxnSpPr>
          <p:nvPr/>
        </p:nvCxnSpPr>
        <p:spPr>
          <a:xfrm>
            <a:off x="14076510" y="5257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9B104520-BAB8-40C2-5323-97DB46DA64E7}"/>
              </a:ext>
            </a:extLst>
          </p:cNvPr>
          <p:cNvCxnSpPr>
            <a:cxnSpLocks/>
          </p:cNvCxnSpPr>
          <p:nvPr/>
        </p:nvCxnSpPr>
        <p:spPr>
          <a:xfrm>
            <a:off x="14076510" y="4825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F35EEAD3-4E93-AD65-CD6A-5550A56A67C0}"/>
              </a:ext>
            </a:extLst>
          </p:cNvPr>
          <p:cNvCxnSpPr>
            <a:cxnSpLocks/>
          </p:cNvCxnSpPr>
          <p:nvPr/>
        </p:nvCxnSpPr>
        <p:spPr>
          <a:xfrm>
            <a:off x="14076510" y="4393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CD7FFA31-45CB-F46E-B839-86630EEAB640}"/>
              </a:ext>
            </a:extLst>
          </p:cNvPr>
          <p:cNvCxnSpPr>
            <a:cxnSpLocks/>
          </p:cNvCxnSpPr>
          <p:nvPr/>
        </p:nvCxnSpPr>
        <p:spPr>
          <a:xfrm>
            <a:off x="14076510" y="8425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FFE7F668-EAE5-F8F4-B70B-01E4497AEC20}"/>
              </a:ext>
            </a:extLst>
          </p:cNvPr>
          <p:cNvCxnSpPr>
            <a:cxnSpLocks/>
          </p:cNvCxnSpPr>
          <p:nvPr/>
        </p:nvCxnSpPr>
        <p:spPr>
          <a:xfrm>
            <a:off x="14076510" y="7993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B3FDD516-B21E-95E3-9A3E-A108B9A3D8F1}"/>
              </a:ext>
            </a:extLst>
          </p:cNvPr>
          <p:cNvCxnSpPr>
            <a:cxnSpLocks/>
          </p:cNvCxnSpPr>
          <p:nvPr/>
        </p:nvCxnSpPr>
        <p:spPr>
          <a:xfrm>
            <a:off x="17460527" y="769969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22D6E326-B0DA-46AB-6A68-8B6E37333A5E}"/>
              </a:ext>
            </a:extLst>
          </p:cNvPr>
          <p:cNvCxnSpPr>
            <a:cxnSpLocks/>
          </p:cNvCxnSpPr>
          <p:nvPr/>
        </p:nvCxnSpPr>
        <p:spPr>
          <a:xfrm>
            <a:off x="17460527" y="8137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F5E702F-4CCB-B044-7190-2EF57EE6FFBC}"/>
              </a:ext>
            </a:extLst>
          </p:cNvPr>
          <p:cNvCxnSpPr>
            <a:cxnSpLocks/>
          </p:cNvCxnSpPr>
          <p:nvPr/>
        </p:nvCxnSpPr>
        <p:spPr>
          <a:xfrm>
            <a:off x="17460527" y="6834857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E9F4E0E4-9C31-6AC3-C843-C7E7BFFB3519}"/>
              </a:ext>
            </a:extLst>
          </p:cNvPr>
          <p:cNvCxnSpPr>
            <a:cxnSpLocks/>
          </p:cNvCxnSpPr>
          <p:nvPr/>
        </p:nvCxnSpPr>
        <p:spPr>
          <a:xfrm>
            <a:off x="17460527" y="727234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352FB11E-A3B6-8851-751F-3DED85362352}"/>
              </a:ext>
            </a:extLst>
          </p:cNvPr>
          <p:cNvCxnSpPr>
            <a:cxnSpLocks/>
          </p:cNvCxnSpPr>
          <p:nvPr/>
        </p:nvCxnSpPr>
        <p:spPr>
          <a:xfrm>
            <a:off x="17460527" y="597169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C0D6F939-4522-4D0F-3813-CA222588B576}"/>
              </a:ext>
            </a:extLst>
          </p:cNvPr>
          <p:cNvCxnSpPr>
            <a:cxnSpLocks/>
          </p:cNvCxnSpPr>
          <p:nvPr/>
        </p:nvCxnSpPr>
        <p:spPr>
          <a:xfrm>
            <a:off x="17460527" y="6409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CDD55B53-CF45-8CF1-3ACD-87897BD37B3D}"/>
              </a:ext>
            </a:extLst>
          </p:cNvPr>
          <p:cNvCxnSpPr>
            <a:cxnSpLocks/>
          </p:cNvCxnSpPr>
          <p:nvPr/>
        </p:nvCxnSpPr>
        <p:spPr>
          <a:xfrm>
            <a:off x="17460527" y="5106857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8FC5E863-9F4B-5F47-F11A-A306356CAF08}"/>
              </a:ext>
            </a:extLst>
          </p:cNvPr>
          <p:cNvCxnSpPr>
            <a:cxnSpLocks/>
          </p:cNvCxnSpPr>
          <p:nvPr/>
        </p:nvCxnSpPr>
        <p:spPr>
          <a:xfrm>
            <a:off x="17460527" y="554434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98484135-34DF-ECEA-96EC-5602643FCD7B}"/>
              </a:ext>
            </a:extLst>
          </p:cNvPr>
          <p:cNvCxnSpPr>
            <a:cxnSpLocks/>
          </p:cNvCxnSpPr>
          <p:nvPr/>
        </p:nvCxnSpPr>
        <p:spPr>
          <a:xfrm>
            <a:off x="17460527" y="424369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07EC3DDE-5E32-029C-7B7B-D11681FB744E}"/>
              </a:ext>
            </a:extLst>
          </p:cNvPr>
          <p:cNvCxnSpPr>
            <a:cxnSpLocks/>
          </p:cNvCxnSpPr>
          <p:nvPr/>
        </p:nvCxnSpPr>
        <p:spPr>
          <a:xfrm>
            <a:off x="17460527" y="4681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36B854C7-BADF-9F48-09FB-43C72A0F5253}"/>
              </a:ext>
            </a:extLst>
          </p:cNvPr>
          <p:cNvCxnSpPr>
            <a:cxnSpLocks/>
          </p:cNvCxnSpPr>
          <p:nvPr/>
        </p:nvCxnSpPr>
        <p:spPr>
          <a:xfrm>
            <a:off x="17460527" y="3378857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93CE34D3-D306-A471-EC7C-EC3F366A58D6}"/>
              </a:ext>
            </a:extLst>
          </p:cNvPr>
          <p:cNvCxnSpPr>
            <a:cxnSpLocks/>
          </p:cNvCxnSpPr>
          <p:nvPr/>
        </p:nvCxnSpPr>
        <p:spPr>
          <a:xfrm>
            <a:off x="17460527" y="381634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151">
            <a:extLst>
              <a:ext uri="{FF2B5EF4-FFF2-40B4-BE49-F238E27FC236}">
                <a16:creationId xmlns:a16="http://schemas.microsoft.com/office/drawing/2014/main" id="{70B610FF-5017-1181-30A3-1712790CF6AA}"/>
              </a:ext>
            </a:extLst>
          </p:cNvPr>
          <p:cNvCxnSpPr>
            <a:cxnSpLocks/>
          </p:cNvCxnSpPr>
          <p:nvPr/>
        </p:nvCxnSpPr>
        <p:spPr>
          <a:xfrm>
            <a:off x="17460527" y="294769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화살표 연결선 153">
            <a:extLst>
              <a:ext uri="{FF2B5EF4-FFF2-40B4-BE49-F238E27FC236}">
                <a16:creationId xmlns:a16="http://schemas.microsoft.com/office/drawing/2014/main" id="{AD6E09AF-28AE-6A60-62CD-AF6A210A0DA2}"/>
              </a:ext>
            </a:extLst>
          </p:cNvPr>
          <p:cNvCxnSpPr>
            <a:cxnSpLocks/>
          </p:cNvCxnSpPr>
          <p:nvPr/>
        </p:nvCxnSpPr>
        <p:spPr>
          <a:xfrm>
            <a:off x="17460527" y="2082857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31F05770-32D6-6D61-4518-FCC4739AB915}"/>
              </a:ext>
            </a:extLst>
          </p:cNvPr>
          <p:cNvCxnSpPr>
            <a:cxnSpLocks/>
          </p:cNvCxnSpPr>
          <p:nvPr/>
        </p:nvCxnSpPr>
        <p:spPr>
          <a:xfrm>
            <a:off x="17460527" y="252034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663601E1-84F7-0FBB-42BC-D3F9CD6F55D4}"/>
              </a:ext>
            </a:extLst>
          </p:cNvPr>
          <p:cNvGrpSpPr/>
          <p:nvPr/>
        </p:nvGrpSpPr>
        <p:grpSpPr>
          <a:xfrm>
            <a:off x="22680181" y="2016349"/>
            <a:ext cx="2376000" cy="2448000"/>
            <a:chOff x="22680181" y="1368350"/>
            <a:chExt cx="2376000" cy="2448000"/>
          </a:xfrm>
        </p:grpSpPr>
        <p:sp>
          <p:nvSpPr>
            <p:cNvPr id="177" name="직사각형 176">
              <a:extLst>
                <a:ext uri="{FF2B5EF4-FFF2-40B4-BE49-F238E27FC236}">
                  <a16:creationId xmlns:a16="http://schemas.microsoft.com/office/drawing/2014/main" id="{47F0ECA6-7C5B-AC04-1CAD-32E48C7353EB}"/>
                </a:ext>
              </a:extLst>
            </p:cNvPr>
            <p:cNvSpPr/>
            <p:nvPr/>
          </p:nvSpPr>
          <p:spPr>
            <a:xfrm>
              <a:off x="22680181" y="1368350"/>
              <a:ext cx="2376000" cy="2448000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BuildGeometry</a:t>
              </a: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()</a:t>
              </a:r>
            </a:p>
          </p:txBody>
        </p:sp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85BB712-76E2-A314-6DDC-E86C1E0C398B}"/>
                </a:ext>
              </a:extLst>
            </p:cNvPr>
            <p:cNvSpPr/>
            <p:nvPr/>
          </p:nvSpPr>
          <p:spPr>
            <a:xfrm>
              <a:off x="22824181" y="1658015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Merge</a:t>
              </a:r>
              <a:r>
                <a:rPr kumimoji="0" lang="ko-KR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 </a:t>
              </a:r>
              <a:r>
                <a:rPr kumimoji="0" lang="en-US" altLang="ko-KR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Vertices</a:t>
              </a:r>
              <a:r>
                <a:rPr kumimoji="0" lang="ko-KR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 </a:t>
              </a:r>
              <a:r>
                <a:rPr kumimoji="0" lang="en-US" altLang="ko-KR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&amp;</a:t>
              </a:r>
              <a:r>
                <a:rPr kumimoji="0" lang="ko-KR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 </a:t>
              </a:r>
              <a:r>
                <a:rPr kumimoji="0" lang="en-US" altLang="ko-KR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Indices</a:t>
              </a:r>
            </a:p>
          </p:txBody>
        </p:sp>
        <p:sp>
          <p:nvSpPr>
            <p:cNvPr id="179" name="직사각형 178">
              <a:extLst>
                <a:ext uri="{FF2B5EF4-FFF2-40B4-BE49-F238E27FC236}">
                  <a16:creationId xmlns:a16="http://schemas.microsoft.com/office/drawing/2014/main" id="{515CD312-2DAE-7CF1-BE06-87221DA19D98}"/>
                </a:ext>
              </a:extLst>
            </p:cNvPr>
            <p:cNvSpPr/>
            <p:nvPr/>
          </p:nvSpPr>
          <p:spPr>
            <a:xfrm>
              <a:off x="22824181" y="2954015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Create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Submesh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 Geometry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(Index Count, Index &amp; Vertex Location)</a:t>
              </a:r>
            </a:p>
          </p:txBody>
        </p:sp>
        <p:sp>
          <p:nvSpPr>
            <p:cNvPr id="182" name="직사각형 181">
              <a:extLst>
                <a:ext uri="{FF2B5EF4-FFF2-40B4-BE49-F238E27FC236}">
                  <a16:creationId xmlns:a16="http://schemas.microsoft.com/office/drawing/2014/main" id="{7ADD522D-F87E-C646-46D2-178D4A778BA5}"/>
                </a:ext>
              </a:extLst>
            </p:cNvPr>
            <p:cNvSpPr/>
            <p:nvPr/>
          </p:nvSpPr>
          <p:spPr>
            <a:xfrm>
              <a:off x="22824181" y="2522015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Create Index Buffer 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&amp; Copy Index Data</a:t>
              </a:r>
            </a:p>
          </p:txBody>
        </p:sp>
        <p:sp>
          <p:nvSpPr>
            <p:cNvPr id="183" name="직사각형 182">
              <a:extLst>
                <a:ext uri="{FF2B5EF4-FFF2-40B4-BE49-F238E27FC236}">
                  <a16:creationId xmlns:a16="http://schemas.microsoft.com/office/drawing/2014/main" id="{DD0E0D5A-DDA0-EFED-0128-889C8065CB1B}"/>
                </a:ext>
              </a:extLst>
            </p:cNvPr>
            <p:cNvSpPr/>
            <p:nvPr/>
          </p:nvSpPr>
          <p:spPr>
            <a:xfrm>
              <a:off x="22824181" y="2090015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Create Vertex Buffer 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&amp; Copy Vertex Data</a:t>
              </a:r>
            </a:p>
          </p:txBody>
        </p:sp>
        <p:sp>
          <p:nvSpPr>
            <p:cNvPr id="193" name="직사각형 192">
              <a:extLst>
                <a:ext uri="{FF2B5EF4-FFF2-40B4-BE49-F238E27FC236}">
                  <a16:creationId xmlns:a16="http://schemas.microsoft.com/office/drawing/2014/main" id="{9C084F5E-605B-DBC2-E105-BBCF596F90A5}"/>
                </a:ext>
              </a:extLst>
            </p:cNvPr>
            <p:cNvSpPr/>
            <p:nvPr/>
          </p:nvSpPr>
          <p:spPr>
            <a:xfrm>
              <a:off x="22824181" y="3386015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Create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Submesh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 Geometry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(Bounding Box &amp; Bounding Sphere)</a:t>
              </a:r>
            </a:p>
          </p:txBody>
        </p:sp>
        <p:cxnSp>
          <p:nvCxnSpPr>
            <p:cNvPr id="216" name="직선 화살표 연결선 215">
              <a:extLst>
                <a:ext uri="{FF2B5EF4-FFF2-40B4-BE49-F238E27FC236}">
                  <a16:creationId xmlns:a16="http://schemas.microsoft.com/office/drawing/2014/main" id="{F71D2433-AC7B-E8C8-D507-7BE2C6E9D21F}"/>
                </a:ext>
              </a:extLst>
            </p:cNvPr>
            <p:cNvCxnSpPr>
              <a:cxnSpLocks/>
            </p:cNvCxnSpPr>
            <p:nvPr/>
          </p:nvCxnSpPr>
          <p:spPr>
            <a:xfrm>
              <a:off x="23867835" y="2808350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직선 화살표 연결선 216">
              <a:extLst>
                <a:ext uri="{FF2B5EF4-FFF2-40B4-BE49-F238E27FC236}">
                  <a16:creationId xmlns:a16="http://schemas.microsoft.com/office/drawing/2014/main" id="{F4F9C0B2-E5CC-E632-4818-4FC941394FA4}"/>
                </a:ext>
              </a:extLst>
            </p:cNvPr>
            <p:cNvCxnSpPr>
              <a:cxnSpLocks/>
            </p:cNvCxnSpPr>
            <p:nvPr/>
          </p:nvCxnSpPr>
          <p:spPr>
            <a:xfrm>
              <a:off x="23867835" y="3240350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직선 화살표 연결선 220">
              <a:extLst>
                <a:ext uri="{FF2B5EF4-FFF2-40B4-BE49-F238E27FC236}">
                  <a16:creationId xmlns:a16="http://schemas.microsoft.com/office/drawing/2014/main" id="{1B9D9722-593C-2BD8-4779-BB9240D594BE}"/>
                </a:ext>
              </a:extLst>
            </p:cNvPr>
            <p:cNvCxnSpPr>
              <a:cxnSpLocks/>
            </p:cNvCxnSpPr>
            <p:nvPr/>
          </p:nvCxnSpPr>
          <p:spPr>
            <a:xfrm>
              <a:off x="23867835" y="1945192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직선 화살표 연결선 221">
              <a:extLst>
                <a:ext uri="{FF2B5EF4-FFF2-40B4-BE49-F238E27FC236}">
                  <a16:creationId xmlns:a16="http://schemas.microsoft.com/office/drawing/2014/main" id="{16DC9B0A-25B5-8BC8-F0A2-CA0B1EC9B45D}"/>
                </a:ext>
              </a:extLst>
            </p:cNvPr>
            <p:cNvCxnSpPr>
              <a:cxnSpLocks/>
            </p:cNvCxnSpPr>
            <p:nvPr/>
          </p:nvCxnSpPr>
          <p:spPr>
            <a:xfrm>
              <a:off x="23867835" y="2376350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3" name="그룹 232">
            <a:extLst>
              <a:ext uri="{FF2B5EF4-FFF2-40B4-BE49-F238E27FC236}">
                <a16:creationId xmlns:a16="http://schemas.microsoft.com/office/drawing/2014/main" id="{A56A35C4-23B3-3851-FF5D-6317E758B42B}"/>
              </a:ext>
            </a:extLst>
          </p:cNvPr>
          <p:cNvGrpSpPr/>
          <p:nvPr/>
        </p:nvGrpSpPr>
        <p:grpSpPr>
          <a:xfrm>
            <a:off x="25344181" y="4392349"/>
            <a:ext cx="2376000" cy="3744000"/>
            <a:chOff x="25344181" y="3528350"/>
            <a:chExt cx="2376000" cy="3744000"/>
          </a:xfrm>
        </p:grpSpPr>
        <p:sp>
          <p:nvSpPr>
            <p:cNvPr id="172" name="직사각형 171">
              <a:extLst>
                <a:ext uri="{FF2B5EF4-FFF2-40B4-BE49-F238E27FC236}">
                  <a16:creationId xmlns:a16="http://schemas.microsoft.com/office/drawing/2014/main" id="{57AD9268-A4E4-2478-9BC9-870CEE2712E2}"/>
                </a:ext>
              </a:extLst>
            </p:cNvPr>
            <p:cNvSpPr/>
            <p:nvPr/>
          </p:nvSpPr>
          <p:spPr>
            <a:xfrm>
              <a:off x="25344181" y="3528350"/>
              <a:ext cx="2376000" cy="3744000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Update() (Override)</a:t>
              </a:r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1B011DE5-8B8E-F784-1E33-D3F1837A1E8A}"/>
                </a:ext>
              </a:extLst>
            </p:cNvPr>
            <p:cNvSpPr/>
            <p:nvPr/>
          </p:nvSpPr>
          <p:spPr>
            <a:xfrm>
              <a:off x="25488181" y="5114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Update Light Location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5EDAFDAA-B926-88EE-E457-2F5CE740F7F1}"/>
                </a:ext>
              </a:extLst>
            </p:cNvPr>
            <p:cNvSpPr/>
            <p:nvPr/>
          </p:nvSpPr>
          <p:spPr>
            <a:xfrm>
              <a:off x="25488181" y="3818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Sync Frame Resource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0F38BFE4-1189-9580-AAE2-E4C98DF8C302}"/>
                </a:ext>
              </a:extLst>
            </p:cNvPr>
            <p:cNvSpPr/>
            <p:nvPr/>
          </p:nvSpPr>
          <p:spPr>
            <a:xfrm>
              <a:off x="25488181" y="4250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Apply Keyboard Input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(Update Camera Location)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A971B03D-5575-57AC-C2E7-809BB45D7D18}"/>
                </a:ext>
              </a:extLst>
            </p:cNvPr>
            <p:cNvSpPr/>
            <p:nvPr/>
          </p:nvSpPr>
          <p:spPr>
            <a:xfrm>
              <a:off x="25488181" y="4682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Update Materials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95A6E7F8-9603-D111-F033-D32FEE5A6078}"/>
                </a:ext>
              </a:extLst>
            </p:cNvPr>
            <p:cNvSpPr/>
            <p:nvPr/>
          </p:nvSpPr>
          <p:spPr>
            <a:xfrm>
              <a:off x="25488181" y="5978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Update Material Buffer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0EBAC1B5-7F37-82F6-202E-CC0756419D19}"/>
                </a:ext>
              </a:extLst>
            </p:cNvPr>
            <p:cNvSpPr/>
            <p:nvPr/>
          </p:nvSpPr>
          <p:spPr>
            <a:xfrm>
              <a:off x="25488181" y="6410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Update Pass CB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C7D55AF2-B825-A4B4-7956-D48E6A57A496}"/>
                </a:ext>
              </a:extLst>
            </p:cNvPr>
            <p:cNvSpPr/>
            <p:nvPr/>
          </p:nvSpPr>
          <p:spPr>
            <a:xfrm>
              <a:off x="25488181" y="6842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Update Skinned CB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0ADF22A4-F83A-5146-370E-3D32C752796C}"/>
                </a:ext>
              </a:extLst>
            </p:cNvPr>
            <p:cNvSpPr/>
            <p:nvPr/>
          </p:nvSpPr>
          <p:spPr>
            <a:xfrm>
              <a:off x="25488181" y="5546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Update Instance Buffer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52" name="직선 화살표 연결선 51">
              <a:extLst>
                <a:ext uri="{FF2B5EF4-FFF2-40B4-BE49-F238E27FC236}">
                  <a16:creationId xmlns:a16="http://schemas.microsoft.com/office/drawing/2014/main" id="{3626C89F-885A-094F-CA1F-06356A38BBDE}"/>
                </a:ext>
              </a:extLst>
            </p:cNvPr>
            <p:cNvCxnSpPr>
              <a:cxnSpLocks/>
            </p:cNvCxnSpPr>
            <p:nvPr/>
          </p:nvCxnSpPr>
          <p:spPr>
            <a:xfrm>
              <a:off x="26531835" y="5833192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직선 화살표 연결선 152">
              <a:extLst>
                <a:ext uri="{FF2B5EF4-FFF2-40B4-BE49-F238E27FC236}">
                  <a16:creationId xmlns:a16="http://schemas.microsoft.com/office/drawing/2014/main" id="{FB36A739-707B-4753-4D90-767441FAD5EB}"/>
                </a:ext>
              </a:extLst>
            </p:cNvPr>
            <p:cNvCxnSpPr>
              <a:cxnSpLocks/>
            </p:cNvCxnSpPr>
            <p:nvPr/>
          </p:nvCxnSpPr>
          <p:spPr>
            <a:xfrm>
              <a:off x="26531835" y="5400350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직선 화살표 연결선 210">
              <a:extLst>
                <a:ext uri="{FF2B5EF4-FFF2-40B4-BE49-F238E27FC236}">
                  <a16:creationId xmlns:a16="http://schemas.microsoft.com/office/drawing/2014/main" id="{011A354B-3CB1-A89D-5C12-17354DCEB43E}"/>
                </a:ext>
              </a:extLst>
            </p:cNvPr>
            <p:cNvCxnSpPr>
              <a:cxnSpLocks/>
            </p:cNvCxnSpPr>
            <p:nvPr/>
          </p:nvCxnSpPr>
          <p:spPr>
            <a:xfrm>
              <a:off x="26531835" y="4537192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직선 화살표 연결선 224">
              <a:extLst>
                <a:ext uri="{FF2B5EF4-FFF2-40B4-BE49-F238E27FC236}">
                  <a16:creationId xmlns:a16="http://schemas.microsoft.com/office/drawing/2014/main" id="{0EA0B68F-1EBF-9833-1CFC-807B9DCEB9F6}"/>
                </a:ext>
              </a:extLst>
            </p:cNvPr>
            <p:cNvCxnSpPr>
              <a:cxnSpLocks/>
            </p:cNvCxnSpPr>
            <p:nvPr/>
          </p:nvCxnSpPr>
          <p:spPr>
            <a:xfrm>
              <a:off x="26531835" y="4969192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직선 화살표 연결선 226">
              <a:extLst>
                <a:ext uri="{FF2B5EF4-FFF2-40B4-BE49-F238E27FC236}">
                  <a16:creationId xmlns:a16="http://schemas.microsoft.com/office/drawing/2014/main" id="{4200F0C8-F1AA-6001-429F-2407D4236DCE}"/>
                </a:ext>
              </a:extLst>
            </p:cNvPr>
            <p:cNvCxnSpPr>
              <a:cxnSpLocks/>
            </p:cNvCxnSpPr>
            <p:nvPr/>
          </p:nvCxnSpPr>
          <p:spPr>
            <a:xfrm>
              <a:off x="26531835" y="4104350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직선 화살표 연결선 229">
              <a:extLst>
                <a:ext uri="{FF2B5EF4-FFF2-40B4-BE49-F238E27FC236}">
                  <a16:creationId xmlns:a16="http://schemas.microsoft.com/office/drawing/2014/main" id="{EB5EFEA1-4E2B-A0A9-8DDB-2FF26211F0FA}"/>
                </a:ext>
              </a:extLst>
            </p:cNvPr>
            <p:cNvCxnSpPr>
              <a:cxnSpLocks/>
            </p:cNvCxnSpPr>
            <p:nvPr/>
          </p:nvCxnSpPr>
          <p:spPr>
            <a:xfrm>
              <a:off x="26531835" y="6265192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1" name="그룹 270">
            <a:extLst>
              <a:ext uri="{FF2B5EF4-FFF2-40B4-BE49-F238E27FC236}">
                <a16:creationId xmlns:a16="http://schemas.microsoft.com/office/drawing/2014/main" id="{D9B4F78A-C0C2-5DD1-FC48-F62E77DFBF7B}"/>
              </a:ext>
            </a:extLst>
          </p:cNvPr>
          <p:cNvGrpSpPr/>
          <p:nvPr/>
        </p:nvGrpSpPr>
        <p:grpSpPr>
          <a:xfrm>
            <a:off x="19872181" y="1510181"/>
            <a:ext cx="2376000" cy="2015147"/>
            <a:chOff x="19872181" y="790182"/>
            <a:chExt cx="2376000" cy="2015147"/>
          </a:xfrm>
        </p:grpSpPr>
        <p:sp>
          <p:nvSpPr>
            <p:cNvPr id="173" name="직사각형 172">
              <a:extLst>
                <a:ext uri="{FF2B5EF4-FFF2-40B4-BE49-F238E27FC236}">
                  <a16:creationId xmlns:a16="http://schemas.microsoft.com/office/drawing/2014/main" id="{4A5CB691-AA18-0779-EC11-B884D26201BE}"/>
                </a:ext>
              </a:extLst>
            </p:cNvPr>
            <p:cNvSpPr/>
            <p:nvPr/>
          </p:nvSpPr>
          <p:spPr>
            <a:xfrm>
              <a:off x="19872181" y="790182"/>
              <a:ext cx="2376000" cy="2015147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BuildMeshes</a:t>
              </a: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()</a:t>
              </a:r>
            </a:p>
          </p:txBody>
        </p:sp>
        <p:sp>
          <p:nvSpPr>
            <p:cNvPr id="174" name="직사각형 173">
              <a:extLst>
                <a:ext uri="{FF2B5EF4-FFF2-40B4-BE49-F238E27FC236}">
                  <a16:creationId xmlns:a16="http://schemas.microsoft.com/office/drawing/2014/main" id="{CBA88448-AF93-9836-6FB1-1087042F3671}"/>
                </a:ext>
              </a:extLst>
            </p:cNvPr>
            <p:cNvSpPr/>
            <p:nvPr/>
          </p:nvSpPr>
          <p:spPr>
            <a:xfrm>
              <a:off x="20016181" y="2378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Build Geometry</a:t>
              </a:r>
            </a:p>
          </p:txBody>
        </p:sp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D8EE4135-165B-D39B-23FF-0D37EC8D61FB}"/>
                </a:ext>
              </a:extLst>
            </p:cNvPr>
            <p:cNvSpPr/>
            <p:nvPr/>
          </p:nvSpPr>
          <p:spPr>
            <a:xfrm>
              <a:off x="20016181" y="1082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Create Default Meshes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(Vertices &amp; Indices)</a:t>
              </a:r>
            </a:p>
          </p:txBody>
        </p:sp>
        <p:sp>
          <p:nvSpPr>
            <p:cNvPr id="176" name="직사각형 175">
              <a:extLst>
                <a:ext uri="{FF2B5EF4-FFF2-40B4-BE49-F238E27FC236}">
                  <a16:creationId xmlns:a16="http://schemas.microsoft.com/office/drawing/2014/main" id="{5AFFAAB4-443E-A57B-4BAE-F26D4B4B77E9}"/>
                </a:ext>
              </a:extLst>
            </p:cNvPr>
            <p:cNvSpPr/>
            <p:nvPr/>
          </p:nvSpPr>
          <p:spPr>
            <a:xfrm>
              <a:off x="20016181" y="1514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Load Model Meshes</a:t>
              </a:r>
            </a:p>
          </p:txBody>
        </p:sp>
        <p:cxnSp>
          <p:nvCxnSpPr>
            <p:cNvPr id="218" name="직선 화살표 연결선 217">
              <a:extLst>
                <a:ext uri="{FF2B5EF4-FFF2-40B4-BE49-F238E27FC236}">
                  <a16:creationId xmlns:a16="http://schemas.microsoft.com/office/drawing/2014/main" id="{E483A145-FD5D-A569-DFC7-280321D6FFD8}"/>
                </a:ext>
              </a:extLst>
            </p:cNvPr>
            <p:cNvCxnSpPr>
              <a:cxnSpLocks/>
            </p:cNvCxnSpPr>
            <p:nvPr/>
          </p:nvCxnSpPr>
          <p:spPr>
            <a:xfrm>
              <a:off x="21060181" y="1362858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직선 화살표 연결선 219">
              <a:extLst>
                <a:ext uri="{FF2B5EF4-FFF2-40B4-BE49-F238E27FC236}">
                  <a16:creationId xmlns:a16="http://schemas.microsoft.com/office/drawing/2014/main" id="{FAE4D399-024C-DF9E-EEE2-93E0313C48AA}"/>
                </a:ext>
              </a:extLst>
            </p:cNvPr>
            <p:cNvCxnSpPr>
              <a:cxnSpLocks/>
            </p:cNvCxnSpPr>
            <p:nvPr/>
          </p:nvCxnSpPr>
          <p:spPr>
            <a:xfrm>
              <a:off x="21060181" y="2233192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직사각형 245">
              <a:extLst>
                <a:ext uri="{FF2B5EF4-FFF2-40B4-BE49-F238E27FC236}">
                  <a16:creationId xmlns:a16="http://schemas.microsoft.com/office/drawing/2014/main" id="{1712E953-3B3E-2555-6EC7-47A109E28DFB}"/>
                </a:ext>
              </a:extLst>
            </p:cNvPr>
            <p:cNvSpPr/>
            <p:nvPr/>
          </p:nvSpPr>
          <p:spPr>
            <a:xfrm>
              <a:off x="20016181" y="1946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Update Tangent Vector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249" name="직선 화살표 연결선 248">
              <a:extLst>
                <a:ext uri="{FF2B5EF4-FFF2-40B4-BE49-F238E27FC236}">
                  <a16:creationId xmlns:a16="http://schemas.microsoft.com/office/drawing/2014/main" id="{A769FF18-7DB5-D5B3-D7F6-42DC68D5A0D2}"/>
                </a:ext>
              </a:extLst>
            </p:cNvPr>
            <p:cNvCxnSpPr>
              <a:cxnSpLocks/>
            </p:cNvCxnSpPr>
            <p:nvPr/>
          </p:nvCxnSpPr>
          <p:spPr>
            <a:xfrm>
              <a:off x="21060181" y="1800350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4" name="그룹 323">
            <a:extLst>
              <a:ext uri="{FF2B5EF4-FFF2-40B4-BE49-F238E27FC236}">
                <a16:creationId xmlns:a16="http://schemas.microsoft.com/office/drawing/2014/main" id="{F5373E2E-8679-D1FB-9593-77BB5C889FDF}"/>
              </a:ext>
            </a:extLst>
          </p:cNvPr>
          <p:cNvGrpSpPr/>
          <p:nvPr/>
        </p:nvGrpSpPr>
        <p:grpSpPr>
          <a:xfrm>
            <a:off x="28368181" y="4392349"/>
            <a:ext cx="2376000" cy="1584000"/>
            <a:chOff x="28368181" y="3672350"/>
            <a:chExt cx="2376000" cy="1584000"/>
          </a:xfrm>
        </p:grpSpPr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91EA3B5F-8EA0-3FA4-2A86-5648F6973AF0}"/>
                </a:ext>
              </a:extLst>
            </p:cNvPr>
            <p:cNvSpPr/>
            <p:nvPr/>
          </p:nvSpPr>
          <p:spPr>
            <a:xfrm>
              <a:off x="28368181" y="3672350"/>
              <a:ext cx="2376000" cy="1584000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OnKeyboardInput</a:t>
              </a: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()</a:t>
              </a:r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322469BA-D090-9C05-847B-628D8F122B14}"/>
                </a:ext>
              </a:extLst>
            </p:cNvPr>
            <p:cNvSpPr/>
            <p:nvPr/>
          </p:nvSpPr>
          <p:spPr>
            <a:xfrm>
              <a:off x="28506537" y="4394015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Update View Matrix</a:t>
              </a:r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A1D8B18B-454A-766B-9860-5D73813AC37C}"/>
                </a:ext>
              </a:extLst>
            </p:cNvPr>
            <p:cNvSpPr/>
            <p:nvPr/>
          </p:nvSpPr>
          <p:spPr>
            <a:xfrm>
              <a:off x="28506537" y="3962015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Update Camera Location</a:t>
              </a:r>
            </a:p>
          </p:txBody>
        </p:sp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6FC2034D-0780-0699-ECB2-1CF8685BA96B}"/>
                </a:ext>
              </a:extLst>
            </p:cNvPr>
            <p:cNvSpPr/>
            <p:nvPr/>
          </p:nvSpPr>
          <p:spPr>
            <a:xfrm>
              <a:off x="28506537" y="4826015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Update Cam Frustum</a:t>
              </a:r>
            </a:p>
          </p:txBody>
        </p:sp>
        <p:cxnSp>
          <p:nvCxnSpPr>
            <p:cNvPr id="286" name="직선 화살표 연결선 285">
              <a:extLst>
                <a:ext uri="{FF2B5EF4-FFF2-40B4-BE49-F238E27FC236}">
                  <a16:creationId xmlns:a16="http://schemas.microsoft.com/office/drawing/2014/main" id="{4200F0C8-F1AA-6001-429F-2407D4236DCE}"/>
                </a:ext>
              </a:extLst>
            </p:cNvPr>
            <p:cNvCxnSpPr>
              <a:cxnSpLocks/>
            </p:cNvCxnSpPr>
            <p:nvPr/>
          </p:nvCxnSpPr>
          <p:spPr>
            <a:xfrm>
              <a:off x="29550191" y="4681192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직선 화살표 연결선 296">
              <a:extLst>
                <a:ext uri="{FF2B5EF4-FFF2-40B4-BE49-F238E27FC236}">
                  <a16:creationId xmlns:a16="http://schemas.microsoft.com/office/drawing/2014/main" id="{A95B3B51-D2AF-361C-CED0-F9B3B3B87285}"/>
                </a:ext>
              </a:extLst>
            </p:cNvPr>
            <p:cNvCxnSpPr>
              <a:cxnSpLocks/>
            </p:cNvCxnSpPr>
            <p:nvPr/>
          </p:nvCxnSpPr>
          <p:spPr>
            <a:xfrm>
              <a:off x="29550191" y="4248350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8" name="그룹 337">
            <a:extLst>
              <a:ext uri="{FF2B5EF4-FFF2-40B4-BE49-F238E27FC236}">
                <a16:creationId xmlns:a16="http://schemas.microsoft.com/office/drawing/2014/main" id="{08FCB658-ABB5-E55E-65EC-DC2B612978AF}"/>
              </a:ext>
            </a:extLst>
          </p:cNvPr>
          <p:cNvGrpSpPr/>
          <p:nvPr/>
        </p:nvGrpSpPr>
        <p:grpSpPr>
          <a:xfrm>
            <a:off x="28368181" y="8712349"/>
            <a:ext cx="2376000" cy="1584000"/>
            <a:chOff x="28368181" y="8496350"/>
            <a:chExt cx="2376000" cy="1584000"/>
          </a:xfrm>
        </p:grpSpPr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08E06F11-DE40-99CE-A07F-EDABBDC8EA8D}"/>
                </a:ext>
              </a:extLst>
            </p:cNvPr>
            <p:cNvSpPr/>
            <p:nvPr/>
          </p:nvSpPr>
          <p:spPr>
            <a:xfrm>
              <a:off x="28368181" y="8496350"/>
              <a:ext cx="2376000" cy="1584000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UpdatePassCB</a:t>
              </a: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()</a:t>
              </a:r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26F19554-E921-365C-8AD1-76A2209CCDE3}"/>
                </a:ext>
              </a:extLst>
            </p:cNvPr>
            <p:cNvSpPr/>
            <p:nvPr/>
          </p:nvSpPr>
          <p:spPr>
            <a:xfrm>
              <a:off x="28512873" y="8784350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Update View/</a:t>
              </a: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P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roj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/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ViewProj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 Matrix</a:t>
              </a:r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53D49463-CE2A-2E64-E4E0-F7881174DEB3}"/>
                </a:ext>
              </a:extLst>
            </p:cNvPr>
            <p:cNvSpPr/>
            <p:nvPr/>
          </p:nvSpPr>
          <p:spPr>
            <a:xfrm>
              <a:off x="28512873" y="9216350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Update Eye Position</a:t>
              </a:r>
            </a:p>
          </p:txBody>
        </p:sp>
        <p:sp>
          <p:nvSpPr>
            <p:cNvPr id="93" name="직사각형 92">
              <a:extLst>
                <a:ext uri="{FF2B5EF4-FFF2-40B4-BE49-F238E27FC236}">
                  <a16:creationId xmlns:a16="http://schemas.microsoft.com/office/drawing/2014/main" id="{9F24EF03-E47F-0173-1862-20F137C1916A}"/>
                </a:ext>
              </a:extLst>
            </p:cNvPr>
            <p:cNvSpPr/>
            <p:nvPr/>
          </p:nvSpPr>
          <p:spPr>
            <a:xfrm>
              <a:off x="28512873" y="9648350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Update Light Factor</a:t>
              </a:r>
            </a:p>
          </p:txBody>
        </p:sp>
        <p:cxnSp>
          <p:nvCxnSpPr>
            <p:cNvPr id="330" name="직선 화살표 연결선 329">
              <a:extLst>
                <a:ext uri="{FF2B5EF4-FFF2-40B4-BE49-F238E27FC236}">
                  <a16:creationId xmlns:a16="http://schemas.microsoft.com/office/drawing/2014/main" id="{298A1009-3C43-6BCF-5238-CC750D70F0DE}"/>
                </a:ext>
              </a:extLst>
            </p:cNvPr>
            <p:cNvCxnSpPr>
              <a:cxnSpLocks/>
            </p:cNvCxnSpPr>
            <p:nvPr/>
          </p:nvCxnSpPr>
          <p:spPr>
            <a:xfrm>
              <a:off x="29550191" y="9505192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직선 화살표 연결선 331">
              <a:extLst>
                <a:ext uri="{FF2B5EF4-FFF2-40B4-BE49-F238E27FC236}">
                  <a16:creationId xmlns:a16="http://schemas.microsoft.com/office/drawing/2014/main" id="{C880880F-996E-145C-16B9-CD7A7F8D9650}"/>
                </a:ext>
              </a:extLst>
            </p:cNvPr>
            <p:cNvCxnSpPr>
              <a:cxnSpLocks/>
            </p:cNvCxnSpPr>
            <p:nvPr/>
          </p:nvCxnSpPr>
          <p:spPr>
            <a:xfrm>
              <a:off x="29550191" y="9072350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9" name="그룹 338">
            <a:extLst>
              <a:ext uri="{FF2B5EF4-FFF2-40B4-BE49-F238E27FC236}">
                <a16:creationId xmlns:a16="http://schemas.microsoft.com/office/drawing/2014/main" id="{587EE6C7-5012-4707-5E91-1A49284C23AF}"/>
              </a:ext>
            </a:extLst>
          </p:cNvPr>
          <p:cNvGrpSpPr/>
          <p:nvPr/>
        </p:nvGrpSpPr>
        <p:grpSpPr>
          <a:xfrm>
            <a:off x="28368181" y="10440349"/>
            <a:ext cx="2376000" cy="1152000"/>
            <a:chOff x="28368181" y="10296350"/>
            <a:chExt cx="2376000" cy="1152000"/>
          </a:xfrm>
        </p:grpSpPr>
        <p:grpSp>
          <p:nvGrpSpPr>
            <p:cNvPr id="282" name="그룹 281">
              <a:extLst>
                <a:ext uri="{FF2B5EF4-FFF2-40B4-BE49-F238E27FC236}">
                  <a16:creationId xmlns:a16="http://schemas.microsoft.com/office/drawing/2014/main" id="{FA24050F-40F1-3E98-AF6F-D4E5FF1CF46D}"/>
                </a:ext>
              </a:extLst>
            </p:cNvPr>
            <p:cNvGrpSpPr/>
            <p:nvPr/>
          </p:nvGrpSpPr>
          <p:grpSpPr>
            <a:xfrm>
              <a:off x="28368181" y="10296350"/>
              <a:ext cx="2376000" cy="1152000"/>
              <a:chOff x="28368181" y="10224350"/>
              <a:chExt cx="2376000" cy="1152000"/>
            </a:xfrm>
          </p:grpSpPr>
          <p:sp>
            <p:nvSpPr>
              <p:cNvPr id="94" name="직사각형 93">
                <a:extLst>
                  <a:ext uri="{FF2B5EF4-FFF2-40B4-BE49-F238E27FC236}">
                    <a16:creationId xmlns:a16="http://schemas.microsoft.com/office/drawing/2014/main" id="{3720A2C8-9910-28C5-536A-E0BEF5117EDA}"/>
                  </a:ext>
                </a:extLst>
              </p:cNvPr>
              <p:cNvSpPr/>
              <p:nvPr/>
            </p:nvSpPr>
            <p:spPr>
              <a:xfrm>
                <a:off x="28368181" y="10224350"/>
                <a:ext cx="2376000" cy="1152000"/>
              </a:xfrm>
              <a:prstGeom prst="rect">
                <a:avLst/>
              </a:prstGeom>
              <a:no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algn="ctr" defTabSz="457122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1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UpdateSkinnedCB</a:t>
                </a:r>
                <a:r>
                  <a:rPr kumimoji="0" lang="en-US" altLang="ko-KR" sz="1200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()</a:t>
                </a:r>
              </a:p>
            </p:txBody>
          </p:sp>
          <p:sp>
            <p:nvSpPr>
              <p:cNvPr id="95" name="직사각형 94">
                <a:extLst>
                  <a:ext uri="{FF2B5EF4-FFF2-40B4-BE49-F238E27FC236}">
                    <a16:creationId xmlns:a16="http://schemas.microsoft.com/office/drawing/2014/main" id="{05987AC5-50B7-E8C2-5749-AADCC38CB832}"/>
                  </a:ext>
                </a:extLst>
              </p:cNvPr>
              <p:cNvSpPr/>
              <p:nvPr/>
            </p:nvSpPr>
            <p:spPr>
              <a:xfrm>
                <a:off x="28504946" y="10514015"/>
                <a:ext cx="2087308" cy="286335"/>
              </a:xfrm>
              <a:prstGeom prst="rect">
                <a:avLst/>
              </a:prstGeom>
              <a:noFill/>
              <a:ln w="9525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algn="ctr" defTabSz="457122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Update Skinned Animation</a:t>
                </a:r>
              </a:p>
            </p:txBody>
          </p:sp>
          <p:sp>
            <p:nvSpPr>
              <p:cNvPr id="96" name="직사각형 95">
                <a:extLst>
                  <a:ext uri="{FF2B5EF4-FFF2-40B4-BE49-F238E27FC236}">
                    <a16:creationId xmlns:a16="http://schemas.microsoft.com/office/drawing/2014/main" id="{660EAE79-53E5-EF65-28A0-CB3A68DB94B2}"/>
                  </a:ext>
                </a:extLst>
              </p:cNvPr>
              <p:cNvSpPr/>
              <p:nvPr/>
            </p:nvSpPr>
            <p:spPr>
              <a:xfrm>
                <a:off x="28504946" y="10944350"/>
                <a:ext cx="2087308" cy="286335"/>
              </a:xfrm>
              <a:prstGeom prst="rect">
                <a:avLst/>
              </a:prstGeom>
              <a:noFill/>
              <a:ln w="9525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algn="ctr" defTabSz="457122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Update Skinned Constant Buffer</a:t>
                </a:r>
              </a:p>
            </p:txBody>
          </p:sp>
        </p:grpSp>
        <p:cxnSp>
          <p:nvCxnSpPr>
            <p:cNvPr id="337" name="직선 화살표 연결선 336">
              <a:extLst>
                <a:ext uri="{FF2B5EF4-FFF2-40B4-BE49-F238E27FC236}">
                  <a16:creationId xmlns:a16="http://schemas.microsoft.com/office/drawing/2014/main" id="{A996E033-7ED3-E1A6-1B51-698957460600}"/>
                </a:ext>
              </a:extLst>
            </p:cNvPr>
            <p:cNvCxnSpPr>
              <a:cxnSpLocks/>
            </p:cNvCxnSpPr>
            <p:nvPr/>
          </p:nvCxnSpPr>
          <p:spPr>
            <a:xfrm>
              <a:off x="29550191" y="10872350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AB2C3A21-733E-9E0C-487F-42CE787D09AA}"/>
              </a:ext>
            </a:extLst>
          </p:cNvPr>
          <p:cNvGrpSpPr/>
          <p:nvPr/>
        </p:nvGrpSpPr>
        <p:grpSpPr>
          <a:xfrm>
            <a:off x="28368181" y="6120349"/>
            <a:ext cx="2376000" cy="2448272"/>
            <a:chOff x="28368181" y="5328350"/>
            <a:chExt cx="2376000" cy="2448272"/>
          </a:xfrm>
        </p:grpSpPr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4559D26D-A47F-3C4B-B85A-0AC3B9728FC1}"/>
                </a:ext>
              </a:extLst>
            </p:cNvPr>
            <p:cNvSpPr/>
            <p:nvPr/>
          </p:nvSpPr>
          <p:spPr>
            <a:xfrm>
              <a:off x="28368181" y="5328350"/>
              <a:ext cx="2376000" cy="2448271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UpdateInstanceBuffer</a:t>
              </a: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()</a:t>
              </a:r>
            </a:p>
          </p:txBody>
        </p:sp>
        <p:sp>
          <p:nvSpPr>
            <p:cNvPr id="251" name="직사각형 250">
              <a:extLst>
                <a:ext uri="{FF2B5EF4-FFF2-40B4-BE49-F238E27FC236}">
                  <a16:creationId xmlns:a16="http://schemas.microsoft.com/office/drawing/2014/main" id="{EF662A60-9B7F-CC83-E292-30C94E5644BB}"/>
                </a:ext>
              </a:extLst>
            </p:cNvPr>
            <p:cNvSpPr/>
            <p:nvPr/>
          </p:nvSpPr>
          <p:spPr>
            <a:xfrm>
              <a:off x="28512181" y="5832406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Check object included in frustum</a:t>
              </a:r>
            </a:p>
          </p:txBody>
        </p:sp>
        <p:sp>
          <p:nvSpPr>
            <p:cNvPr id="253" name="직사각형 252">
              <a:extLst>
                <a:ext uri="{FF2B5EF4-FFF2-40B4-BE49-F238E27FC236}">
                  <a16:creationId xmlns:a16="http://schemas.microsoft.com/office/drawing/2014/main" id="{985EA603-F4EC-343B-CE96-8E89C4933FB8}"/>
                </a:ext>
              </a:extLst>
            </p:cNvPr>
            <p:cNvSpPr/>
            <p:nvPr/>
          </p:nvSpPr>
          <p:spPr>
            <a:xfrm>
              <a:off x="28368181" y="5616351"/>
              <a:ext cx="2376000" cy="1511672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If culling is enable</a:t>
              </a:r>
            </a:p>
          </p:txBody>
        </p:sp>
        <p:sp>
          <p:nvSpPr>
            <p:cNvPr id="272" name="직사각형 271">
              <a:extLst>
                <a:ext uri="{FF2B5EF4-FFF2-40B4-BE49-F238E27FC236}">
                  <a16:creationId xmlns:a16="http://schemas.microsoft.com/office/drawing/2014/main" id="{EFADA7EA-58E8-36A3-A5AA-5BD9083FB6A4}"/>
                </a:ext>
              </a:extLst>
            </p:cNvPr>
            <p:cNvSpPr/>
            <p:nvPr/>
          </p:nvSpPr>
          <p:spPr>
            <a:xfrm>
              <a:off x="28368181" y="7128550"/>
              <a:ext cx="2376000" cy="648072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100" b="1" kern="0" dirty="0">
                  <a:solidFill>
                    <a:srgbClr val="0000FF"/>
                  </a:solidFill>
                  <a:latin typeface="Calibri" panose="020F0502020204030204"/>
                  <a:ea typeface="맑은 고딕" panose="020B0503020000020004" pitchFamily="50" charset="-127"/>
                </a:rPr>
                <a:t>Else if culling is disable</a:t>
              </a:r>
              <a:endParaRPr kumimoji="0" lang="en-US" altLang="ko-KR" sz="1100" b="1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73" name="직사각형 272">
              <a:extLst>
                <a:ext uri="{FF2B5EF4-FFF2-40B4-BE49-F238E27FC236}">
                  <a16:creationId xmlns:a16="http://schemas.microsoft.com/office/drawing/2014/main" id="{76E5E7DF-BA1E-595F-E8E3-214195987521}"/>
                </a:ext>
              </a:extLst>
            </p:cNvPr>
            <p:cNvSpPr/>
            <p:nvPr/>
          </p:nvSpPr>
          <p:spPr>
            <a:xfrm>
              <a:off x="28512181" y="6696502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Update Object Instance Count &amp; 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Update 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Instance CB for instance index</a:t>
              </a:r>
            </a:p>
          </p:txBody>
        </p:sp>
        <p:sp>
          <p:nvSpPr>
            <p:cNvPr id="274" name="직사각형 273">
              <a:extLst>
                <a:ext uri="{FF2B5EF4-FFF2-40B4-BE49-F238E27FC236}">
                  <a16:creationId xmlns:a16="http://schemas.microsoft.com/office/drawing/2014/main" id="{F1F4622C-B7EB-661E-22C0-2733A2DBB1F6}"/>
                </a:ext>
              </a:extLst>
            </p:cNvPr>
            <p:cNvSpPr/>
            <p:nvPr/>
          </p:nvSpPr>
          <p:spPr>
            <a:xfrm>
              <a:off x="28512181" y="6266151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Copy instance data</a:t>
              </a:r>
            </a:p>
          </p:txBody>
        </p:sp>
        <p:sp>
          <p:nvSpPr>
            <p:cNvPr id="340" name="직사각형 339">
              <a:extLst>
                <a:ext uri="{FF2B5EF4-FFF2-40B4-BE49-F238E27FC236}">
                  <a16:creationId xmlns:a16="http://schemas.microsoft.com/office/drawing/2014/main" id="{C690DD7E-6950-A8A2-F761-62AFC2606865}"/>
                </a:ext>
              </a:extLst>
            </p:cNvPr>
            <p:cNvSpPr/>
            <p:nvPr/>
          </p:nvSpPr>
          <p:spPr>
            <a:xfrm>
              <a:off x="28512181" y="7344574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Update objects with a dirty flag</a:t>
              </a:r>
            </a:p>
          </p:txBody>
        </p:sp>
      </p:grpSp>
      <p:cxnSp>
        <p:nvCxnSpPr>
          <p:cNvPr id="342" name="직선 화살표 연결선 341">
            <a:extLst>
              <a:ext uri="{FF2B5EF4-FFF2-40B4-BE49-F238E27FC236}">
                <a16:creationId xmlns:a16="http://schemas.microsoft.com/office/drawing/2014/main" id="{3A52B0E8-177D-3CB7-1B8A-76E84D9EEA61}"/>
              </a:ext>
            </a:extLst>
          </p:cNvPr>
          <p:cNvCxnSpPr>
            <a:cxnSpLocks/>
          </p:cNvCxnSpPr>
          <p:nvPr/>
        </p:nvCxnSpPr>
        <p:spPr>
          <a:xfrm>
            <a:off x="26531835" y="14257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화살표 연결선 342">
            <a:extLst>
              <a:ext uri="{FF2B5EF4-FFF2-40B4-BE49-F238E27FC236}">
                <a16:creationId xmlns:a16="http://schemas.microsoft.com/office/drawing/2014/main" id="{A57639CE-652E-3C5A-9C80-D85325D0756B}"/>
              </a:ext>
            </a:extLst>
          </p:cNvPr>
          <p:cNvCxnSpPr>
            <a:cxnSpLocks/>
          </p:cNvCxnSpPr>
          <p:nvPr/>
        </p:nvCxnSpPr>
        <p:spPr>
          <a:xfrm>
            <a:off x="26531835" y="13825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4" name="직선 화살표 연결선 343">
            <a:extLst>
              <a:ext uri="{FF2B5EF4-FFF2-40B4-BE49-F238E27FC236}">
                <a16:creationId xmlns:a16="http://schemas.microsoft.com/office/drawing/2014/main" id="{5EC5E420-33E5-39C3-B4E4-78174C0A4143}"/>
              </a:ext>
            </a:extLst>
          </p:cNvPr>
          <p:cNvCxnSpPr>
            <a:cxnSpLocks/>
          </p:cNvCxnSpPr>
          <p:nvPr/>
        </p:nvCxnSpPr>
        <p:spPr>
          <a:xfrm>
            <a:off x="26531835" y="13393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직선 화살표 연결선 344">
            <a:extLst>
              <a:ext uri="{FF2B5EF4-FFF2-40B4-BE49-F238E27FC236}">
                <a16:creationId xmlns:a16="http://schemas.microsoft.com/office/drawing/2014/main" id="{C1E0C59C-CB45-85D0-C571-0984C4ED641D}"/>
              </a:ext>
            </a:extLst>
          </p:cNvPr>
          <p:cNvCxnSpPr>
            <a:cxnSpLocks/>
          </p:cNvCxnSpPr>
          <p:nvPr/>
        </p:nvCxnSpPr>
        <p:spPr>
          <a:xfrm>
            <a:off x="26531835" y="12961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화살표 연결선 345">
            <a:extLst>
              <a:ext uri="{FF2B5EF4-FFF2-40B4-BE49-F238E27FC236}">
                <a16:creationId xmlns:a16="http://schemas.microsoft.com/office/drawing/2014/main" id="{E9658AED-10AF-7A3B-6E17-667855CE4BF0}"/>
              </a:ext>
            </a:extLst>
          </p:cNvPr>
          <p:cNvCxnSpPr>
            <a:cxnSpLocks/>
          </p:cNvCxnSpPr>
          <p:nvPr/>
        </p:nvCxnSpPr>
        <p:spPr>
          <a:xfrm>
            <a:off x="26531835" y="18865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직선 화살표 연결선 346">
            <a:extLst>
              <a:ext uri="{FF2B5EF4-FFF2-40B4-BE49-F238E27FC236}">
                <a16:creationId xmlns:a16="http://schemas.microsoft.com/office/drawing/2014/main" id="{2D1B0B8D-F356-095C-4BA5-2104050359F3}"/>
              </a:ext>
            </a:extLst>
          </p:cNvPr>
          <p:cNvCxnSpPr>
            <a:cxnSpLocks/>
          </p:cNvCxnSpPr>
          <p:nvPr/>
        </p:nvCxnSpPr>
        <p:spPr>
          <a:xfrm>
            <a:off x="26531835" y="18289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직선 화살표 연결선 347">
            <a:extLst>
              <a:ext uri="{FF2B5EF4-FFF2-40B4-BE49-F238E27FC236}">
                <a16:creationId xmlns:a16="http://schemas.microsoft.com/office/drawing/2014/main" id="{B80D19A6-C2E6-2BA7-3FFC-3769A9294893}"/>
              </a:ext>
            </a:extLst>
          </p:cNvPr>
          <p:cNvCxnSpPr>
            <a:cxnSpLocks/>
          </p:cNvCxnSpPr>
          <p:nvPr/>
        </p:nvCxnSpPr>
        <p:spPr>
          <a:xfrm>
            <a:off x="26531835" y="17857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직선 화살표 연결선 348">
            <a:extLst>
              <a:ext uri="{FF2B5EF4-FFF2-40B4-BE49-F238E27FC236}">
                <a16:creationId xmlns:a16="http://schemas.microsoft.com/office/drawing/2014/main" id="{AAA76DE1-AB62-60B2-9E71-2E394C48EFFB}"/>
              </a:ext>
            </a:extLst>
          </p:cNvPr>
          <p:cNvCxnSpPr>
            <a:cxnSpLocks/>
          </p:cNvCxnSpPr>
          <p:nvPr/>
        </p:nvCxnSpPr>
        <p:spPr>
          <a:xfrm>
            <a:off x="26531835" y="17425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직선 화살표 연결선 349">
            <a:extLst>
              <a:ext uri="{FF2B5EF4-FFF2-40B4-BE49-F238E27FC236}">
                <a16:creationId xmlns:a16="http://schemas.microsoft.com/office/drawing/2014/main" id="{977B2EBF-5346-3507-88A1-7A3FA83613EF}"/>
              </a:ext>
            </a:extLst>
          </p:cNvPr>
          <p:cNvCxnSpPr>
            <a:cxnSpLocks/>
          </p:cNvCxnSpPr>
          <p:nvPr/>
        </p:nvCxnSpPr>
        <p:spPr>
          <a:xfrm>
            <a:off x="26531835" y="16561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직선 화살표 연결선 350">
            <a:extLst>
              <a:ext uri="{FF2B5EF4-FFF2-40B4-BE49-F238E27FC236}">
                <a16:creationId xmlns:a16="http://schemas.microsoft.com/office/drawing/2014/main" id="{E64F8BA7-9999-F154-6ECE-396F0D961495}"/>
              </a:ext>
            </a:extLst>
          </p:cNvPr>
          <p:cNvCxnSpPr>
            <a:cxnSpLocks/>
          </p:cNvCxnSpPr>
          <p:nvPr/>
        </p:nvCxnSpPr>
        <p:spPr>
          <a:xfrm>
            <a:off x="26531835" y="16129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직선 화살표 연결선 351">
            <a:extLst>
              <a:ext uri="{FF2B5EF4-FFF2-40B4-BE49-F238E27FC236}">
                <a16:creationId xmlns:a16="http://schemas.microsoft.com/office/drawing/2014/main" id="{C74D648B-E9A0-4E60-EA57-EE94BE209B3B}"/>
              </a:ext>
            </a:extLst>
          </p:cNvPr>
          <p:cNvCxnSpPr>
            <a:cxnSpLocks/>
          </p:cNvCxnSpPr>
          <p:nvPr/>
        </p:nvCxnSpPr>
        <p:spPr>
          <a:xfrm>
            <a:off x="26531835" y="15697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3" name="직선 화살표 연결선 352">
            <a:extLst>
              <a:ext uri="{FF2B5EF4-FFF2-40B4-BE49-F238E27FC236}">
                <a16:creationId xmlns:a16="http://schemas.microsoft.com/office/drawing/2014/main" id="{A1C78C2C-E6E9-09F6-2E07-4F9A1197C711}"/>
              </a:ext>
            </a:extLst>
          </p:cNvPr>
          <p:cNvCxnSpPr>
            <a:cxnSpLocks/>
          </p:cNvCxnSpPr>
          <p:nvPr/>
        </p:nvCxnSpPr>
        <p:spPr>
          <a:xfrm>
            <a:off x="26531835" y="15265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직선 화살표 연결선 353">
            <a:extLst>
              <a:ext uri="{FF2B5EF4-FFF2-40B4-BE49-F238E27FC236}">
                <a16:creationId xmlns:a16="http://schemas.microsoft.com/office/drawing/2014/main" id="{CD58081F-0973-CA60-46C0-5194BE6185BE}"/>
              </a:ext>
            </a:extLst>
          </p:cNvPr>
          <p:cNvCxnSpPr>
            <a:cxnSpLocks/>
          </p:cNvCxnSpPr>
          <p:nvPr/>
        </p:nvCxnSpPr>
        <p:spPr>
          <a:xfrm>
            <a:off x="26531835" y="20305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직선 화살표 연결선 355">
            <a:extLst>
              <a:ext uri="{FF2B5EF4-FFF2-40B4-BE49-F238E27FC236}">
                <a16:creationId xmlns:a16="http://schemas.microsoft.com/office/drawing/2014/main" id="{6051A173-5CB7-75E4-7C9D-4EFD188313A1}"/>
              </a:ext>
            </a:extLst>
          </p:cNvPr>
          <p:cNvCxnSpPr>
            <a:cxnSpLocks/>
          </p:cNvCxnSpPr>
          <p:nvPr/>
        </p:nvCxnSpPr>
        <p:spPr>
          <a:xfrm>
            <a:off x="26531835" y="19873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3" name="직선 화살표 연결선 362">
            <a:extLst>
              <a:ext uri="{FF2B5EF4-FFF2-40B4-BE49-F238E27FC236}">
                <a16:creationId xmlns:a16="http://schemas.microsoft.com/office/drawing/2014/main" id="{7AFF1692-B69F-5A56-40F7-3492478388C4}"/>
              </a:ext>
            </a:extLst>
          </p:cNvPr>
          <p:cNvCxnSpPr>
            <a:cxnSpLocks/>
          </p:cNvCxnSpPr>
          <p:nvPr/>
        </p:nvCxnSpPr>
        <p:spPr>
          <a:xfrm>
            <a:off x="30600181" y="10872349"/>
            <a:ext cx="504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직선 화살표 연결선 363">
            <a:extLst>
              <a:ext uri="{FF2B5EF4-FFF2-40B4-BE49-F238E27FC236}">
                <a16:creationId xmlns:a16="http://schemas.microsoft.com/office/drawing/2014/main" id="{AFA9723A-1B16-3621-0A64-1473C3BD41A8}"/>
              </a:ext>
            </a:extLst>
          </p:cNvPr>
          <p:cNvCxnSpPr>
            <a:cxnSpLocks/>
          </p:cNvCxnSpPr>
          <p:nvPr/>
        </p:nvCxnSpPr>
        <p:spPr>
          <a:xfrm>
            <a:off x="31104181" y="5184349"/>
            <a:ext cx="0" cy="5688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6" name="직선 화살표 연결선 365">
            <a:extLst>
              <a:ext uri="{FF2B5EF4-FFF2-40B4-BE49-F238E27FC236}">
                <a16:creationId xmlns:a16="http://schemas.microsoft.com/office/drawing/2014/main" id="{8A23A8ED-6F30-730A-E81A-BD37FF9321F6}"/>
              </a:ext>
            </a:extLst>
          </p:cNvPr>
          <p:cNvCxnSpPr>
            <a:cxnSpLocks/>
          </p:cNvCxnSpPr>
          <p:nvPr/>
        </p:nvCxnSpPr>
        <p:spPr>
          <a:xfrm>
            <a:off x="31104181" y="5184349"/>
            <a:ext cx="576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0" name="직사각형 369">
            <a:extLst>
              <a:ext uri="{FF2B5EF4-FFF2-40B4-BE49-F238E27FC236}">
                <a16:creationId xmlns:a16="http://schemas.microsoft.com/office/drawing/2014/main" id="{93E47E7B-C623-B2CA-68E7-A3DD05574C59}"/>
              </a:ext>
            </a:extLst>
          </p:cNvPr>
          <p:cNvSpPr/>
          <p:nvPr/>
        </p:nvSpPr>
        <p:spPr>
          <a:xfrm>
            <a:off x="31248181" y="7774649"/>
            <a:ext cx="5400000" cy="55457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6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Frame Resource</a:t>
            </a:r>
          </a:p>
        </p:txBody>
      </p:sp>
      <p:sp>
        <p:nvSpPr>
          <p:cNvPr id="399" name="직사각형 398">
            <a:extLst>
              <a:ext uri="{FF2B5EF4-FFF2-40B4-BE49-F238E27FC236}">
                <a16:creationId xmlns:a16="http://schemas.microsoft.com/office/drawing/2014/main" id="{FC8DA3DB-4C39-2006-8244-4F398F40529D}"/>
              </a:ext>
            </a:extLst>
          </p:cNvPr>
          <p:cNvSpPr/>
          <p:nvPr/>
        </p:nvSpPr>
        <p:spPr>
          <a:xfrm>
            <a:off x="31464181" y="8208349"/>
            <a:ext cx="2376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LightData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00" name="직사각형 399">
            <a:extLst>
              <a:ext uri="{FF2B5EF4-FFF2-40B4-BE49-F238E27FC236}">
                <a16:creationId xmlns:a16="http://schemas.microsoft.com/office/drawing/2014/main" id="{A77A5142-DD19-4EFA-589B-5EA93A14D718}"/>
              </a:ext>
            </a:extLst>
          </p:cNvPr>
          <p:cNvSpPr/>
          <p:nvPr/>
        </p:nvSpPr>
        <p:spPr>
          <a:xfrm>
            <a:off x="31464181" y="10728350"/>
            <a:ext cx="2376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InstanceConstants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01" name="직사각형 400">
            <a:extLst>
              <a:ext uri="{FF2B5EF4-FFF2-40B4-BE49-F238E27FC236}">
                <a16:creationId xmlns:a16="http://schemas.microsoft.com/office/drawing/2014/main" id="{EAFBB3A2-6188-6C5D-9189-2222E8043A83}"/>
              </a:ext>
            </a:extLst>
          </p:cNvPr>
          <p:cNvSpPr/>
          <p:nvPr/>
        </p:nvSpPr>
        <p:spPr>
          <a:xfrm>
            <a:off x="31464181" y="9216350"/>
            <a:ext cx="2376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InstanceData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02" name="직사각형 401">
            <a:extLst>
              <a:ext uri="{FF2B5EF4-FFF2-40B4-BE49-F238E27FC236}">
                <a16:creationId xmlns:a16="http://schemas.microsoft.com/office/drawing/2014/main" id="{97EF4F14-EC96-3A09-6120-83A83C276739}"/>
              </a:ext>
            </a:extLst>
          </p:cNvPr>
          <p:cNvSpPr/>
          <p:nvPr/>
        </p:nvSpPr>
        <p:spPr>
          <a:xfrm>
            <a:off x="31464181" y="8712349"/>
            <a:ext cx="2376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MaterialData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03" name="직사각형 402">
            <a:extLst>
              <a:ext uri="{FF2B5EF4-FFF2-40B4-BE49-F238E27FC236}">
                <a16:creationId xmlns:a16="http://schemas.microsoft.com/office/drawing/2014/main" id="{6D4EF32D-67F5-CCFF-5DC5-22B3626C8852}"/>
              </a:ext>
            </a:extLst>
          </p:cNvPr>
          <p:cNvSpPr/>
          <p:nvPr/>
        </p:nvSpPr>
        <p:spPr>
          <a:xfrm>
            <a:off x="31464181" y="9720349"/>
            <a:ext cx="2376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SkinnedConstants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04" name="직사각형 403">
            <a:extLst>
              <a:ext uri="{FF2B5EF4-FFF2-40B4-BE49-F238E27FC236}">
                <a16:creationId xmlns:a16="http://schemas.microsoft.com/office/drawing/2014/main" id="{1F5879E0-9BA3-A596-806F-1B32563D5D00}"/>
              </a:ext>
            </a:extLst>
          </p:cNvPr>
          <p:cNvSpPr/>
          <p:nvPr/>
        </p:nvSpPr>
        <p:spPr>
          <a:xfrm>
            <a:off x="31464181" y="10224350"/>
            <a:ext cx="2376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PassConstants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07" name="직사각형 406">
            <a:extLst>
              <a:ext uri="{FF2B5EF4-FFF2-40B4-BE49-F238E27FC236}">
                <a16:creationId xmlns:a16="http://schemas.microsoft.com/office/drawing/2014/main" id="{E26B7C73-71B8-8518-94C6-7AF8C2C61A1B}"/>
              </a:ext>
            </a:extLst>
          </p:cNvPr>
          <p:cNvSpPr/>
          <p:nvPr/>
        </p:nvSpPr>
        <p:spPr>
          <a:xfrm>
            <a:off x="34056181" y="8208349"/>
            <a:ext cx="2376000" cy="2880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FrameResource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10" name="직사각형 409">
            <a:extLst>
              <a:ext uri="{FF2B5EF4-FFF2-40B4-BE49-F238E27FC236}">
                <a16:creationId xmlns:a16="http://schemas.microsoft.com/office/drawing/2014/main" id="{926BC147-3DDB-758C-52E4-A999D7CA7139}"/>
              </a:ext>
            </a:extLst>
          </p:cNvPr>
          <p:cNvSpPr/>
          <p:nvPr/>
        </p:nvSpPr>
        <p:spPr>
          <a:xfrm>
            <a:off x="36936181" y="7775880"/>
            <a:ext cx="2952000" cy="554446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6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UploadBuffer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19" name="직사각형 418">
            <a:extLst>
              <a:ext uri="{FF2B5EF4-FFF2-40B4-BE49-F238E27FC236}">
                <a16:creationId xmlns:a16="http://schemas.microsoft.com/office/drawing/2014/main" id="{A589430B-0DF1-9F8A-4D48-6931C748B262}"/>
              </a:ext>
            </a:extLst>
          </p:cNvPr>
          <p:cNvSpPr/>
          <p:nvPr/>
        </p:nvSpPr>
        <p:spPr>
          <a:xfrm>
            <a:off x="34200181" y="10584350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UploadBuffer</a:t>
            </a: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&lt;</a:t>
            </a:r>
            <a:r>
              <a:rPr kumimoji="0" lang="en-US" altLang="ko-KR" sz="105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InstanceConstants</a:t>
            </a: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&gt;</a:t>
            </a:r>
          </a:p>
        </p:txBody>
      </p:sp>
      <p:sp>
        <p:nvSpPr>
          <p:cNvPr id="420" name="직사각형 419">
            <a:extLst>
              <a:ext uri="{FF2B5EF4-FFF2-40B4-BE49-F238E27FC236}">
                <a16:creationId xmlns:a16="http://schemas.microsoft.com/office/drawing/2014/main" id="{ECF6F6E1-BDAF-829D-537D-577D8BEC2FA6}"/>
              </a:ext>
            </a:extLst>
          </p:cNvPr>
          <p:cNvSpPr/>
          <p:nvPr/>
        </p:nvSpPr>
        <p:spPr>
          <a:xfrm>
            <a:off x="34200181" y="9072350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UploadBuffer</a:t>
            </a: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&lt;</a:t>
            </a:r>
            <a:r>
              <a:rPr kumimoji="0" lang="en-US" altLang="ko-KR" sz="105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InstanceData</a:t>
            </a: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&gt;</a:t>
            </a:r>
          </a:p>
        </p:txBody>
      </p:sp>
      <p:sp>
        <p:nvSpPr>
          <p:cNvPr id="421" name="직사각형 420">
            <a:extLst>
              <a:ext uri="{FF2B5EF4-FFF2-40B4-BE49-F238E27FC236}">
                <a16:creationId xmlns:a16="http://schemas.microsoft.com/office/drawing/2014/main" id="{41229269-BDBA-3ED6-4867-95823B2410E8}"/>
              </a:ext>
            </a:extLst>
          </p:cNvPr>
          <p:cNvSpPr/>
          <p:nvPr/>
        </p:nvSpPr>
        <p:spPr>
          <a:xfrm>
            <a:off x="34200181" y="8568349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UploadBuffer</a:t>
            </a: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&lt;</a:t>
            </a:r>
            <a:r>
              <a:rPr kumimoji="0" lang="en-US" altLang="ko-KR" sz="105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MaterialData</a:t>
            </a: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&gt;</a:t>
            </a:r>
          </a:p>
        </p:txBody>
      </p:sp>
      <p:sp>
        <p:nvSpPr>
          <p:cNvPr id="422" name="직사각형 421">
            <a:extLst>
              <a:ext uri="{FF2B5EF4-FFF2-40B4-BE49-F238E27FC236}">
                <a16:creationId xmlns:a16="http://schemas.microsoft.com/office/drawing/2014/main" id="{EA556EBE-0E4E-D527-3693-42136C2738D6}"/>
              </a:ext>
            </a:extLst>
          </p:cNvPr>
          <p:cNvSpPr/>
          <p:nvPr/>
        </p:nvSpPr>
        <p:spPr>
          <a:xfrm>
            <a:off x="34200181" y="9576349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UploadBuffer</a:t>
            </a: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&lt;</a:t>
            </a:r>
            <a:r>
              <a:rPr kumimoji="0" lang="en-US" altLang="ko-KR" sz="105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SkinnedConstants</a:t>
            </a: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&gt;</a:t>
            </a:r>
          </a:p>
        </p:txBody>
      </p:sp>
      <p:sp>
        <p:nvSpPr>
          <p:cNvPr id="423" name="직사각형 422">
            <a:extLst>
              <a:ext uri="{FF2B5EF4-FFF2-40B4-BE49-F238E27FC236}">
                <a16:creationId xmlns:a16="http://schemas.microsoft.com/office/drawing/2014/main" id="{98200D6B-4A2B-CA1E-1F88-50A3E37A2631}"/>
              </a:ext>
            </a:extLst>
          </p:cNvPr>
          <p:cNvSpPr/>
          <p:nvPr/>
        </p:nvSpPr>
        <p:spPr>
          <a:xfrm>
            <a:off x="34200181" y="10080350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UploadBuffer</a:t>
            </a:r>
            <a:r>
              <a:rPr lang="en-US" altLang="ko-KR" sz="105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</a:t>
            </a:r>
            <a:r>
              <a:rPr kumimoji="0" lang="en-US" altLang="ko-KR" sz="105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PassConstants</a:t>
            </a: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&gt;</a:t>
            </a:r>
          </a:p>
        </p:txBody>
      </p:sp>
      <p:sp>
        <p:nvSpPr>
          <p:cNvPr id="424" name="직사각형 423">
            <a:extLst>
              <a:ext uri="{FF2B5EF4-FFF2-40B4-BE49-F238E27FC236}">
                <a16:creationId xmlns:a16="http://schemas.microsoft.com/office/drawing/2014/main" id="{1CD43AC8-D6E7-5B1A-68F4-2FA93F249615}"/>
              </a:ext>
            </a:extLst>
          </p:cNvPr>
          <p:cNvSpPr/>
          <p:nvPr/>
        </p:nvSpPr>
        <p:spPr>
          <a:xfrm>
            <a:off x="37224181" y="8208348"/>
            <a:ext cx="2376000" cy="1296001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UploadBuffer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425" name="직사각형 424">
            <a:extLst>
              <a:ext uri="{FF2B5EF4-FFF2-40B4-BE49-F238E27FC236}">
                <a16:creationId xmlns:a16="http://schemas.microsoft.com/office/drawing/2014/main" id="{D2BCB00A-27FA-EBB1-2617-F8CDEF52EF2B}"/>
              </a:ext>
            </a:extLst>
          </p:cNvPr>
          <p:cNvSpPr/>
          <p:nvPr/>
        </p:nvSpPr>
        <p:spPr>
          <a:xfrm>
            <a:off x="37224181" y="11088349"/>
            <a:ext cx="2376000" cy="792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Resource()</a:t>
            </a:r>
          </a:p>
        </p:txBody>
      </p:sp>
      <p:sp>
        <p:nvSpPr>
          <p:cNvPr id="427" name="직사각형 426">
            <a:extLst>
              <a:ext uri="{FF2B5EF4-FFF2-40B4-BE49-F238E27FC236}">
                <a16:creationId xmlns:a16="http://schemas.microsoft.com/office/drawing/2014/main" id="{19E10637-9A76-367E-950F-50BE18F55DBA}"/>
              </a:ext>
            </a:extLst>
          </p:cNvPr>
          <p:cNvSpPr/>
          <p:nvPr/>
        </p:nvSpPr>
        <p:spPr>
          <a:xfrm>
            <a:off x="37224181" y="12240349"/>
            <a:ext cx="2376000" cy="792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CopyData</a:t>
            </a:r>
            <a:r>
              <a:rPr kumimoji="0" lang="en-US" altLang="ko-KR" sz="12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28" name="직사각형 427">
            <a:extLst>
              <a:ext uri="{FF2B5EF4-FFF2-40B4-BE49-F238E27FC236}">
                <a16:creationId xmlns:a16="http://schemas.microsoft.com/office/drawing/2014/main" id="{D23831C8-7679-BD16-4051-AFD4C6E7AB93}"/>
              </a:ext>
            </a:extLst>
          </p:cNvPr>
          <p:cNvSpPr/>
          <p:nvPr/>
        </p:nvSpPr>
        <p:spPr>
          <a:xfrm>
            <a:off x="37224181" y="9936349"/>
            <a:ext cx="2376000" cy="792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~</a:t>
            </a: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UploadBuffer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429" name="직사각형 428">
            <a:extLst>
              <a:ext uri="{FF2B5EF4-FFF2-40B4-BE49-F238E27FC236}">
                <a16:creationId xmlns:a16="http://schemas.microsoft.com/office/drawing/2014/main" id="{FB2FEDC3-9E92-6745-E6C3-F3E8A636BD64}"/>
              </a:ext>
            </a:extLst>
          </p:cNvPr>
          <p:cNvSpPr/>
          <p:nvPr/>
        </p:nvSpPr>
        <p:spPr>
          <a:xfrm>
            <a:off x="37368181" y="8496350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Create Commit Resource</a:t>
            </a:r>
          </a:p>
        </p:txBody>
      </p:sp>
      <p:sp>
        <p:nvSpPr>
          <p:cNvPr id="430" name="직사각형 429">
            <a:extLst>
              <a:ext uri="{FF2B5EF4-FFF2-40B4-BE49-F238E27FC236}">
                <a16:creationId xmlns:a16="http://schemas.microsoft.com/office/drawing/2014/main" id="{52BC5673-4CC5-F96D-D1FB-119BA305A2F0}"/>
              </a:ext>
            </a:extLst>
          </p:cNvPr>
          <p:cNvSpPr/>
          <p:nvPr/>
        </p:nvSpPr>
        <p:spPr>
          <a:xfrm>
            <a:off x="37368181" y="9000350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Get a CPU pointer 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to the specified </a:t>
            </a:r>
            <a:r>
              <a:rPr kumimoji="0" lang="en-US" altLang="ko-KR" sz="105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subresource</a:t>
            </a:r>
            <a:endParaRPr kumimoji="0" lang="en-US" altLang="ko-KR" sz="105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31" name="직사각형 430">
            <a:extLst>
              <a:ext uri="{FF2B5EF4-FFF2-40B4-BE49-F238E27FC236}">
                <a16:creationId xmlns:a16="http://schemas.microsoft.com/office/drawing/2014/main" id="{F2D049B8-239A-85FA-DEFB-41DC3C090256}"/>
              </a:ext>
            </a:extLst>
          </p:cNvPr>
          <p:cNvSpPr/>
          <p:nvPr/>
        </p:nvSpPr>
        <p:spPr>
          <a:xfrm>
            <a:off x="37368181" y="10224349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Release a CPU pointer 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to the specified </a:t>
            </a:r>
            <a:r>
              <a:rPr kumimoji="0" lang="en-US" altLang="ko-KR" sz="105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subresource</a:t>
            </a:r>
            <a:endParaRPr kumimoji="0" lang="en-US" altLang="ko-KR" sz="105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33" name="직사각형 432">
            <a:extLst>
              <a:ext uri="{FF2B5EF4-FFF2-40B4-BE49-F238E27FC236}">
                <a16:creationId xmlns:a16="http://schemas.microsoft.com/office/drawing/2014/main" id="{CF86D268-8FA2-F579-1845-0AD747700D72}"/>
              </a:ext>
            </a:extLst>
          </p:cNvPr>
          <p:cNvSpPr/>
          <p:nvPr/>
        </p:nvSpPr>
        <p:spPr>
          <a:xfrm>
            <a:off x="37368181" y="11376350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Return Buffer Pointer</a:t>
            </a:r>
          </a:p>
        </p:txBody>
      </p:sp>
      <p:sp>
        <p:nvSpPr>
          <p:cNvPr id="435" name="직사각형 434">
            <a:extLst>
              <a:ext uri="{FF2B5EF4-FFF2-40B4-BE49-F238E27FC236}">
                <a16:creationId xmlns:a16="http://schemas.microsoft.com/office/drawing/2014/main" id="{B35D42CD-884E-6F50-1DB6-F3302B72F550}"/>
              </a:ext>
            </a:extLst>
          </p:cNvPr>
          <p:cNvSpPr/>
          <p:nvPr/>
        </p:nvSpPr>
        <p:spPr>
          <a:xfrm>
            <a:off x="37368181" y="12528349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Copy data to Buffer</a:t>
            </a:r>
          </a:p>
        </p:txBody>
      </p:sp>
      <p:sp>
        <p:nvSpPr>
          <p:cNvPr id="436" name="직사각형 435">
            <a:extLst>
              <a:ext uri="{FF2B5EF4-FFF2-40B4-BE49-F238E27FC236}">
                <a16:creationId xmlns:a16="http://schemas.microsoft.com/office/drawing/2014/main" id="{39A6F1D0-7AFE-0B70-F338-F5B149476633}"/>
              </a:ext>
            </a:extLst>
          </p:cNvPr>
          <p:cNvSpPr/>
          <p:nvPr/>
        </p:nvSpPr>
        <p:spPr>
          <a:xfrm>
            <a:off x="31464181" y="11304349"/>
            <a:ext cx="4968000" cy="1800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EXInstanceData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37" name="직사각형 436">
            <a:extLst>
              <a:ext uri="{FF2B5EF4-FFF2-40B4-BE49-F238E27FC236}">
                <a16:creationId xmlns:a16="http://schemas.microsoft.com/office/drawing/2014/main" id="{F92D6CAD-79BE-4344-A468-846D78C055F6}"/>
              </a:ext>
            </a:extLst>
          </p:cNvPr>
          <p:cNvSpPr/>
          <p:nvPr/>
        </p:nvSpPr>
        <p:spPr>
          <a:xfrm>
            <a:off x="31608181" y="11592348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algn="ctr" defTabSz="457122"/>
            <a:r>
              <a:rPr lang="en-US" altLang="ko-KR" sz="105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InstanceData</a:t>
            </a:r>
            <a:endParaRPr lang="en-US" altLang="ko-KR" sz="105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438" name="직사각형 437">
            <a:extLst>
              <a:ext uri="{FF2B5EF4-FFF2-40B4-BE49-F238E27FC236}">
                <a16:creationId xmlns:a16="http://schemas.microsoft.com/office/drawing/2014/main" id="{A3731E92-ABDB-900A-90EB-A563D6C8A82B}"/>
              </a:ext>
            </a:extLst>
          </p:cNvPr>
          <p:cNvSpPr/>
          <p:nvPr/>
        </p:nvSpPr>
        <p:spPr>
          <a:xfrm>
            <a:off x="31608181" y="12096348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algn="ctr" defTabSz="457122"/>
            <a:r>
              <a:rPr lang="en-US" altLang="ko-KR" sz="105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Bounding Box / Sphere</a:t>
            </a:r>
          </a:p>
        </p:txBody>
      </p:sp>
      <p:sp>
        <p:nvSpPr>
          <p:cNvPr id="439" name="직사각형 438">
            <a:extLst>
              <a:ext uri="{FF2B5EF4-FFF2-40B4-BE49-F238E27FC236}">
                <a16:creationId xmlns:a16="http://schemas.microsoft.com/office/drawing/2014/main" id="{872CF105-B38C-CDA2-5BE9-E705A8885287}"/>
              </a:ext>
            </a:extLst>
          </p:cNvPr>
          <p:cNvSpPr/>
          <p:nvPr/>
        </p:nvSpPr>
        <p:spPr>
          <a:xfrm>
            <a:off x="31608181" y="12600348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algn="ctr" defTabSz="457122"/>
            <a:r>
              <a:rPr lang="en-US" altLang="ko-KR" sz="105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Transform</a:t>
            </a:r>
          </a:p>
          <a:p>
            <a:pPr algn="ctr" defTabSz="457122"/>
            <a:r>
              <a:rPr lang="en-US" altLang="ko-KR" sz="105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(Position/Rotation/Scale)</a:t>
            </a:r>
          </a:p>
        </p:txBody>
      </p:sp>
      <p:sp>
        <p:nvSpPr>
          <p:cNvPr id="440" name="직사각형 439">
            <a:extLst>
              <a:ext uri="{FF2B5EF4-FFF2-40B4-BE49-F238E27FC236}">
                <a16:creationId xmlns:a16="http://schemas.microsoft.com/office/drawing/2014/main" id="{BE5D63FA-0419-0081-3CA6-34CF21CAE49F}"/>
              </a:ext>
            </a:extLst>
          </p:cNvPr>
          <p:cNvSpPr/>
          <p:nvPr/>
        </p:nvSpPr>
        <p:spPr>
          <a:xfrm>
            <a:off x="33912181" y="11593197"/>
            <a:ext cx="2376000" cy="1367151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Update()</a:t>
            </a:r>
          </a:p>
        </p:txBody>
      </p:sp>
      <p:sp>
        <p:nvSpPr>
          <p:cNvPr id="441" name="직사각형 440">
            <a:extLst>
              <a:ext uri="{FF2B5EF4-FFF2-40B4-BE49-F238E27FC236}">
                <a16:creationId xmlns:a16="http://schemas.microsoft.com/office/drawing/2014/main" id="{AFBBE086-635C-7ABD-92C8-7D3D5CE2A9D7}"/>
              </a:ext>
            </a:extLst>
          </p:cNvPr>
          <p:cNvSpPr/>
          <p:nvPr/>
        </p:nvSpPr>
        <p:spPr>
          <a:xfrm>
            <a:off x="34056181" y="11952350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Update Bounding Box / Sphere</a:t>
            </a:r>
          </a:p>
        </p:txBody>
      </p:sp>
      <p:sp>
        <p:nvSpPr>
          <p:cNvPr id="442" name="직사각형 441">
            <a:extLst>
              <a:ext uri="{FF2B5EF4-FFF2-40B4-BE49-F238E27FC236}">
                <a16:creationId xmlns:a16="http://schemas.microsoft.com/office/drawing/2014/main" id="{C83570EF-951B-6E48-E84E-6C4FA8DFC6E0}"/>
              </a:ext>
            </a:extLst>
          </p:cNvPr>
          <p:cNvSpPr/>
          <p:nvPr/>
        </p:nvSpPr>
        <p:spPr>
          <a:xfrm>
            <a:off x="34056181" y="12456349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Update Affine Transform Matrix</a:t>
            </a:r>
          </a:p>
        </p:txBody>
      </p:sp>
      <p:sp>
        <p:nvSpPr>
          <p:cNvPr id="215" name="직사각형 214">
            <a:extLst>
              <a:ext uri="{FF2B5EF4-FFF2-40B4-BE49-F238E27FC236}">
                <a16:creationId xmlns:a16="http://schemas.microsoft.com/office/drawing/2014/main" id="{F5A5A145-22EA-21B0-0880-CC541AF8455F}"/>
              </a:ext>
            </a:extLst>
          </p:cNvPr>
          <p:cNvSpPr/>
          <p:nvPr/>
        </p:nvSpPr>
        <p:spPr>
          <a:xfrm>
            <a:off x="6480181" y="10296350"/>
            <a:ext cx="9216000" cy="15119998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6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Compute Shader Management Class (GPU Wave, </a:t>
            </a: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BlurFilter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, …, </a:t>
            </a: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etc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321" name="직사각형 320">
            <a:extLst>
              <a:ext uri="{FF2B5EF4-FFF2-40B4-BE49-F238E27FC236}">
                <a16:creationId xmlns:a16="http://schemas.microsoft.com/office/drawing/2014/main" id="{C3F06CD5-1111-9101-4C1A-BF23DD95AE8E}"/>
              </a:ext>
            </a:extLst>
          </p:cNvPr>
          <p:cNvSpPr/>
          <p:nvPr/>
        </p:nvSpPr>
        <p:spPr>
          <a:xfrm>
            <a:off x="6984181" y="13104349"/>
            <a:ext cx="2376000" cy="720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Destructor()</a:t>
            </a:r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D1A661F9-8FAA-B9A5-7FCF-993FF6C9BA38}"/>
              </a:ext>
            </a:extLst>
          </p:cNvPr>
          <p:cNvSpPr/>
          <p:nvPr/>
        </p:nvSpPr>
        <p:spPr>
          <a:xfrm>
            <a:off x="6984181" y="14040349"/>
            <a:ext cx="2376000" cy="792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DescriptorCount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355" name="직사각형 354">
            <a:extLst>
              <a:ext uri="{FF2B5EF4-FFF2-40B4-BE49-F238E27FC236}">
                <a16:creationId xmlns:a16="http://schemas.microsoft.com/office/drawing/2014/main" id="{E6BD3ADE-11E1-C8A7-A69B-7A98351D8E3B}"/>
              </a:ext>
            </a:extLst>
          </p:cNvPr>
          <p:cNvSpPr/>
          <p:nvPr/>
        </p:nvSpPr>
        <p:spPr>
          <a:xfrm>
            <a:off x="7128181" y="14400349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Return SRV Size</a:t>
            </a:r>
          </a:p>
        </p:txBody>
      </p:sp>
      <p:sp>
        <p:nvSpPr>
          <p:cNvPr id="357" name="직사각형 356">
            <a:extLst>
              <a:ext uri="{FF2B5EF4-FFF2-40B4-BE49-F238E27FC236}">
                <a16:creationId xmlns:a16="http://schemas.microsoft.com/office/drawing/2014/main" id="{42C4CE44-F6ED-4ED7-91CF-C29E89221770}"/>
              </a:ext>
            </a:extLst>
          </p:cNvPr>
          <p:cNvSpPr/>
          <p:nvPr/>
        </p:nvSpPr>
        <p:spPr>
          <a:xfrm>
            <a:off x="6984181" y="15048349"/>
            <a:ext cx="2376000" cy="2016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Execute()</a:t>
            </a:r>
          </a:p>
        </p:txBody>
      </p:sp>
      <p:sp>
        <p:nvSpPr>
          <p:cNvPr id="358" name="직사각형 357">
            <a:extLst>
              <a:ext uri="{FF2B5EF4-FFF2-40B4-BE49-F238E27FC236}">
                <a16:creationId xmlns:a16="http://schemas.microsoft.com/office/drawing/2014/main" id="{298EA37D-F37C-2151-1132-89D0219CA4F7}"/>
              </a:ext>
            </a:extLst>
          </p:cNvPr>
          <p:cNvSpPr/>
          <p:nvPr/>
        </p:nvSpPr>
        <p:spPr>
          <a:xfrm>
            <a:off x="10008181" y="16272349"/>
            <a:ext cx="2376000" cy="792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BuildPSOs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359" name="직사각형 358">
            <a:extLst>
              <a:ext uri="{FF2B5EF4-FFF2-40B4-BE49-F238E27FC236}">
                <a16:creationId xmlns:a16="http://schemas.microsoft.com/office/drawing/2014/main" id="{B0361E46-DB76-C439-C690-255E5704D0BE}"/>
              </a:ext>
            </a:extLst>
          </p:cNvPr>
          <p:cNvSpPr/>
          <p:nvPr/>
        </p:nvSpPr>
        <p:spPr>
          <a:xfrm>
            <a:off x="10008181" y="13248349"/>
            <a:ext cx="2376000" cy="2808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BuildRootSignature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360" name="직사각형 359">
            <a:extLst>
              <a:ext uri="{FF2B5EF4-FFF2-40B4-BE49-F238E27FC236}">
                <a16:creationId xmlns:a16="http://schemas.microsoft.com/office/drawing/2014/main" id="{61519833-5961-2297-E045-69A960563D3B}"/>
              </a:ext>
            </a:extLst>
          </p:cNvPr>
          <p:cNvSpPr/>
          <p:nvPr/>
        </p:nvSpPr>
        <p:spPr>
          <a:xfrm>
            <a:off x="6984181" y="17280349"/>
            <a:ext cx="2376000" cy="1584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OnResize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 (Optional)</a:t>
            </a:r>
          </a:p>
        </p:txBody>
      </p:sp>
      <p:sp>
        <p:nvSpPr>
          <p:cNvPr id="361" name="직사각형 360">
            <a:extLst>
              <a:ext uri="{FF2B5EF4-FFF2-40B4-BE49-F238E27FC236}">
                <a16:creationId xmlns:a16="http://schemas.microsoft.com/office/drawing/2014/main" id="{74956D1B-E379-FD36-BEBE-15B399C0669F}"/>
              </a:ext>
            </a:extLst>
          </p:cNvPr>
          <p:cNvSpPr/>
          <p:nvPr/>
        </p:nvSpPr>
        <p:spPr>
          <a:xfrm>
            <a:off x="10008181" y="17280349"/>
            <a:ext cx="2376000" cy="1584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BuildDescriptors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(CPU Handle, GPU Handle)</a:t>
            </a:r>
          </a:p>
        </p:txBody>
      </p:sp>
      <p:sp>
        <p:nvSpPr>
          <p:cNvPr id="362" name="직사각형 361">
            <a:extLst>
              <a:ext uri="{FF2B5EF4-FFF2-40B4-BE49-F238E27FC236}">
                <a16:creationId xmlns:a16="http://schemas.microsoft.com/office/drawing/2014/main" id="{A6446FB5-98DC-FB0C-ED92-932F808C3468}"/>
              </a:ext>
            </a:extLst>
          </p:cNvPr>
          <p:cNvSpPr/>
          <p:nvPr/>
        </p:nvSpPr>
        <p:spPr>
          <a:xfrm>
            <a:off x="10008181" y="10872349"/>
            <a:ext cx="2376000" cy="1152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BuildShader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365" name="직사각형 364">
            <a:extLst>
              <a:ext uri="{FF2B5EF4-FFF2-40B4-BE49-F238E27FC236}">
                <a16:creationId xmlns:a16="http://schemas.microsoft.com/office/drawing/2014/main" id="{BE31BCBB-6A17-2A01-A89F-B84090F21F9C}"/>
              </a:ext>
            </a:extLst>
          </p:cNvPr>
          <p:cNvSpPr/>
          <p:nvPr/>
        </p:nvSpPr>
        <p:spPr>
          <a:xfrm>
            <a:off x="10008181" y="12240349"/>
            <a:ext cx="2376000" cy="792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BuildResources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372" name="직사각형 371">
            <a:extLst>
              <a:ext uri="{FF2B5EF4-FFF2-40B4-BE49-F238E27FC236}">
                <a16:creationId xmlns:a16="http://schemas.microsoft.com/office/drawing/2014/main" id="{03A694EE-2EBE-982E-9485-2B3BE19C2CB6}"/>
              </a:ext>
            </a:extLst>
          </p:cNvPr>
          <p:cNvSpPr/>
          <p:nvPr/>
        </p:nvSpPr>
        <p:spPr>
          <a:xfrm>
            <a:off x="12888181" y="17280349"/>
            <a:ext cx="2376000" cy="1584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BuildDescriptors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373" name="직사각형 372">
            <a:extLst>
              <a:ext uri="{FF2B5EF4-FFF2-40B4-BE49-F238E27FC236}">
                <a16:creationId xmlns:a16="http://schemas.microsoft.com/office/drawing/2014/main" id="{946D1AE4-C513-75EB-810C-274FD8E9448A}"/>
              </a:ext>
            </a:extLst>
          </p:cNvPr>
          <p:cNvSpPr/>
          <p:nvPr/>
        </p:nvSpPr>
        <p:spPr>
          <a:xfrm>
            <a:off x="7128181" y="13392349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Default Destructor</a:t>
            </a:r>
          </a:p>
        </p:txBody>
      </p:sp>
      <p:pic>
        <p:nvPicPr>
          <p:cNvPr id="377" name="그림 376">
            <a:extLst>
              <a:ext uri="{FF2B5EF4-FFF2-40B4-BE49-F238E27FC236}">
                <a16:creationId xmlns:a16="http://schemas.microsoft.com/office/drawing/2014/main" id="{5E92F162-91CB-5E9E-82A3-CF7DE4F20AEB}"/>
              </a:ext>
            </a:extLst>
          </p:cNvPr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>
            <a:off x="6624181" y="19512349"/>
            <a:ext cx="8928000" cy="56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</p:pic>
      <p:sp>
        <p:nvSpPr>
          <p:cNvPr id="379" name="직사각형 378">
            <a:extLst>
              <a:ext uri="{FF2B5EF4-FFF2-40B4-BE49-F238E27FC236}">
                <a16:creationId xmlns:a16="http://schemas.microsoft.com/office/drawing/2014/main" id="{D0885DE8-C0B0-EFA3-C137-75FDBA4A4571}"/>
              </a:ext>
            </a:extLst>
          </p:cNvPr>
          <p:cNvSpPr/>
          <p:nvPr/>
        </p:nvSpPr>
        <p:spPr>
          <a:xfrm>
            <a:off x="7121801" y="16634048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Dispatch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80" name="직사각형 379">
            <a:extLst>
              <a:ext uri="{FF2B5EF4-FFF2-40B4-BE49-F238E27FC236}">
                <a16:creationId xmlns:a16="http://schemas.microsoft.com/office/drawing/2014/main" id="{F09B485C-8FC3-A4CD-F9F6-7E1EF66B23A7}"/>
              </a:ext>
            </a:extLst>
          </p:cNvPr>
          <p:cNvSpPr/>
          <p:nvPr/>
        </p:nvSpPr>
        <p:spPr>
          <a:xfrm>
            <a:off x="7121801" y="15338048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Set Root Signature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for the compute shader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81" name="직사각형 380">
            <a:extLst>
              <a:ext uri="{FF2B5EF4-FFF2-40B4-BE49-F238E27FC236}">
                <a16:creationId xmlns:a16="http://schemas.microsoft.com/office/drawing/2014/main" id="{B125A798-924A-109B-FE8E-289D1939311D}"/>
              </a:ext>
            </a:extLst>
          </p:cNvPr>
          <p:cNvSpPr/>
          <p:nvPr/>
        </p:nvSpPr>
        <p:spPr>
          <a:xfrm>
            <a:off x="7121801" y="15770048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Set Constant Buffer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for the compute shader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82" name="직사각형 381">
            <a:extLst>
              <a:ext uri="{FF2B5EF4-FFF2-40B4-BE49-F238E27FC236}">
                <a16:creationId xmlns:a16="http://schemas.microsoft.com/office/drawing/2014/main" id="{8E0DB96A-3C33-8DAF-4B04-AB4771A58EE3}"/>
              </a:ext>
            </a:extLst>
          </p:cNvPr>
          <p:cNvSpPr/>
          <p:nvPr/>
        </p:nvSpPr>
        <p:spPr>
          <a:xfrm>
            <a:off x="7121801" y="16202048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Set Compute Root Descriptor Table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384" name="직선 화살표 연결선 383">
            <a:extLst>
              <a:ext uri="{FF2B5EF4-FFF2-40B4-BE49-F238E27FC236}">
                <a16:creationId xmlns:a16="http://schemas.microsoft.com/office/drawing/2014/main" id="{D9443FA7-3EB5-999E-7382-2CA5815996EE}"/>
              </a:ext>
            </a:extLst>
          </p:cNvPr>
          <p:cNvCxnSpPr>
            <a:cxnSpLocks/>
          </p:cNvCxnSpPr>
          <p:nvPr/>
        </p:nvCxnSpPr>
        <p:spPr>
          <a:xfrm>
            <a:off x="9215488" y="11304349"/>
            <a:ext cx="792693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직선 화살표 연결선 385">
            <a:extLst>
              <a:ext uri="{FF2B5EF4-FFF2-40B4-BE49-F238E27FC236}">
                <a16:creationId xmlns:a16="http://schemas.microsoft.com/office/drawing/2014/main" id="{812F9447-F5ED-5B19-1E86-B8533709C3F7}"/>
              </a:ext>
            </a:extLst>
          </p:cNvPr>
          <p:cNvCxnSpPr>
            <a:cxnSpLocks/>
          </p:cNvCxnSpPr>
          <p:nvPr/>
        </p:nvCxnSpPr>
        <p:spPr>
          <a:xfrm>
            <a:off x="8171835" y="18288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7" name="직선 화살표 연결선 386">
            <a:extLst>
              <a:ext uri="{FF2B5EF4-FFF2-40B4-BE49-F238E27FC236}">
                <a16:creationId xmlns:a16="http://schemas.microsoft.com/office/drawing/2014/main" id="{6853B107-BDEE-6316-3DAC-9F55855BCCEB}"/>
              </a:ext>
            </a:extLst>
          </p:cNvPr>
          <p:cNvCxnSpPr>
            <a:cxnSpLocks/>
          </p:cNvCxnSpPr>
          <p:nvPr/>
        </p:nvCxnSpPr>
        <p:spPr>
          <a:xfrm>
            <a:off x="8171835" y="16488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직선 화살표 연결선 387">
            <a:extLst>
              <a:ext uri="{FF2B5EF4-FFF2-40B4-BE49-F238E27FC236}">
                <a16:creationId xmlns:a16="http://schemas.microsoft.com/office/drawing/2014/main" id="{C5B604DD-0900-8EFD-0DC4-C6ABD21AB1AE}"/>
              </a:ext>
            </a:extLst>
          </p:cNvPr>
          <p:cNvCxnSpPr>
            <a:cxnSpLocks/>
          </p:cNvCxnSpPr>
          <p:nvPr/>
        </p:nvCxnSpPr>
        <p:spPr>
          <a:xfrm>
            <a:off x="8171835" y="17856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9" name="직사각형 388">
            <a:extLst>
              <a:ext uri="{FF2B5EF4-FFF2-40B4-BE49-F238E27FC236}">
                <a16:creationId xmlns:a16="http://schemas.microsoft.com/office/drawing/2014/main" id="{BF334827-A539-5EDC-6D2A-A5633CF9BCEA}"/>
              </a:ext>
            </a:extLst>
          </p:cNvPr>
          <p:cNvSpPr/>
          <p:nvPr/>
        </p:nvSpPr>
        <p:spPr>
          <a:xfrm>
            <a:off x="10152181" y="11160349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Compile Shaders</a:t>
            </a:r>
          </a:p>
        </p:txBody>
      </p:sp>
      <p:cxnSp>
        <p:nvCxnSpPr>
          <p:cNvPr id="391" name="직선 화살표 연결선 390">
            <a:extLst>
              <a:ext uri="{FF2B5EF4-FFF2-40B4-BE49-F238E27FC236}">
                <a16:creationId xmlns:a16="http://schemas.microsoft.com/office/drawing/2014/main" id="{2BF8C794-3749-7A9C-8376-CE697D3AF955}"/>
              </a:ext>
            </a:extLst>
          </p:cNvPr>
          <p:cNvCxnSpPr>
            <a:cxnSpLocks/>
          </p:cNvCxnSpPr>
          <p:nvPr/>
        </p:nvCxnSpPr>
        <p:spPr>
          <a:xfrm>
            <a:off x="32867835" y="5473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직선 화살표 연결선 391">
            <a:extLst>
              <a:ext uri="{FF2B5EF4-FFF2-40B4-BE49-F238E27FC236}">
                <a16:creationId xmlns:a16="http://schemas.microsoft.com/office/drawing/2014/main" id="{EE9DBA63-4178-C6EF-FE93-74D80238311F}"/>
              </a:ext>
            </a:extLst>
          </p:cNvPr>
          <p:cNvCxnSpPr>
            <a:cxnSpLocks/>
          </p:cNvCxnSpPr>
          <p:nvPr/>
        </p:nvCxnSpPr>
        <p:spPr>
          <a:xfrm>
            <a:off x="32867835" y="3673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3" name="직선 화살표 연결선 392">
            <a:extLst>
              <a:ext uri="{FF2B5EF4-FFF2-40B4-BE49-F238E27FC236}">
                <a16:creationId xmlns:a16="http://schemas.microsoft.com/office/drawing/2014/main" id="{014F1F9F-A5BE-B0C3-5966-3287E6BEEC51}"/>
              </a:ext>
            </a:extLst>
          </p:cNvPr>
          <p:cNvCxnSpPr>
            <a:cxnSpLocks/>
          </p:cNvCxnSpPr>
          <p:nvPr/>
        </p:nvCxnSpPr>
        <p:spPr>
          <a:xfrm>
            <a:off x="32867835" y="324034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5" name="직선 화살표 연결선 394">
            <a:extLst>
              <a:ext uri="{FF2B5EF4-FFF2-40B4-BE49-F238E27FC236}">
                <a16:creationId xmlns:a16="http://schemas.microsoft.com/office/drawing/2014/main" id="{EF5AAA3A-582F-85C7-DFF6-B9FDA703721A}"/>
              </a:ext>
            </a:extLst>
          </p:cNvPr>
          <p:cNvCxnSpPr>
            <a:cxnSpLocks/>
          </p:cNvCxnSpPr>
          <p:nvPr/>
        </p:nvCxnSpPr>
        <p:spPr>
          <a:xfrm>
            <a:off x="35531835" y="5905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6" name="직선 화살표 연결선 395">
            <a:extLst>
              <a:ext uri="{FF2B5EF4-FFF2-40B4-BE49-F238E27FC236}">
                <a16:creationId xmlns:a16="http://schemas.microsoft.com/office/drawing/2014/main" id="{6D1C9D70-4CCC-C690-FBF8-716FA9DC6F43}"/>
              </a:ext>
            </a:extLst>
          </p:cNvPr>
          <p:cNvCxnSpPr>
            <a:cxnSpLocks/>
          </p:cNvCxnSpPr>
          <p:nvPr/>
        </p:nvCxnSpPr>
        <p:spPr>
          <a:xfrm>
            <a:off x="35531835" y="5473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7" name="직선 화살표 연결선 396">
            <a:extLst>
              <a:ext uri="{FF2B5EF4-FFF2-40B4-BE49-F238E27FC236}">
                <a16:creationId xmlns:a16="http://schemas.microsoft.com/office/drawing/2014/main" id="{4C9BBEB7-1912-0F9E-07F3-1C1F8E5AF006}"/>
              </a:ext>
            </a:extLst>
          </p:cNvPr>
          <p:cNvCxnSpPr>
            <a:cxnSpLocks/>
          </p:cNvCxnSpPr>
          <p:nvPr/>
        </p:nvCxnSpPr>
        <p:spPr>
          <a:xfrm>
            <a:off x="38412181" y="8858890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9606C713-9D95-2C99-5BDE-4C226D3B3872}"/>
              </a:ext>
            </a:extLst>
          </p:cNvPr>
          <p:cNvCxnSpPr>
            <a:cxnSpLocks/>
          </p:cNvCxnSpPr>
          <p:nvPr/>
        </p:nvCxnSpPr>
        <p:spPr>
          <a:xfrm>
            <a:off x="29268527" y="1900834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직선 화살표 연결선 404">
            <a:extLst>
              <a:ext uri="{FF2B5EF4-FFF2-40B4-BE49-F238E27FC236}">
                <a16:creationId xmlns:a16="http://schemas.microsoft.com/office/drawing/2014/main" id="{7426298A-4EDB-DB69-D2C8-1284D85AFA1C}"/>
              </a:ext>
            </a:extLst>
          </p:cNvPr>
          <p:cNvCxnSpPr>
            <a:cxnSpLocks/>
          </p:cNvCxnSpPr>
          <p:nvPr/>
        </p:nvCxnSpPr>
        <p:spPr>
          <a:xfrm>
            <a:off x="29268527" y="1771234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6" name="직선 화살표 연결선 405">
            <a:extLst>
              <a:ext uri="{FF2B5EF4-FFF2-40B4-BE49-F238E27FC236}">
                <a16:creationId xmlns:a16="http://schemas.microsoft.com/office/drawing/2014/main" id="{A760B922-EEB7-4A74-4707-51484BBEC294}"/>
              </a:ext>
            </a:extLst>
          </p:cNvPr>
          <p:cNvCxnSpPr>
            <a:cxnSpLocks/>
          </p:cNvCxnSpPr>
          <p:nvPr/>
        </p:nvCxnSpPr>
        <p:spPr>
          <a:xfrm>
            <a:off x="29268527" y="18145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직선 화살표 연결선 407">
            <a:extLst>
              <a:ext uri="{FF2B5EF4-FFF2-40B4-BE49-F238E27FC236}">
                <a16:creationId xmlns:a16="http://schemas.microsoft.com/office/drawing/2014/main" id="{E046FCDA-D91A-CB7C-43F1-0498A7AA2D19}"/>
              </a:ext>
            </a:extLst>
          </p:cNvPr>
          <p:cNvCxnSpPr>
            <a:cxnSpLocks/>
          </p:cNvCxnSpPr>
          <p:nvPr/>
        </p:nvCxnSpPr>
        <p:spPr>
          <a:xfrm>
            <a:off x="29268527" y="19801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9" name="직선 화살표 연결선 408">
            <a:extLst>
              <a:ext uri="{FF2B5EF4-FFF2-40B4-BE49-F238E27FC236}">
                <a16:creationId xmlns:a16="http://schemas.microsoft.com/office/drawing/2014/main" id="{88C784A4-0392-90DD-885E-C7D98CBE188B}"/>
              </a:ext>
            </a:extLst>
          </p:cNvPr>
          <p:cNvCxnSpPr>
            <a:cxnSpLocks/>
          </p:cNvCxnSpPr>
          <p:nvPr/>
        </p:nvCxnSpPr>
        <p:spPr>
          <a:xfrm>
            <a:off x="29268527" y="18577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" name="직선 화살표 연결선 411">
            <a:extLst>
              <a:ext uri="{FF2B5EF4-FFF2-40B4-BE49-F238E27FC236}">
                <a16:creationId xmlns:a16="http://schemas.microsoft.com/office/drawing/2014/main" id="{C7669BFB-4C2D-0CB1-62D7-0884D1EF036C}"/>
              </a:ext>
            </a:extLst>
          </p:cNvPr>
          <p:cNvCxnSpPr>
            <a:cxnSpLocks/>
          </p:cNvCxnSpPr>
          <p:nvPr/>
        </p:nvCxnSpPr>
        <p:spPr>
          <a:xfrm>
            <a:off x="35100181" y="1231234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4" name="직사각형 413">
            <a:extLst>
              <a:ext uri="{FF2B5EF4-FFF2-40B4-BE49-F238E27FC236}">
                <a16:creationId xmlns:a16="http://schemas.microsoft.com/office/drawing/2014/main" id="{EC7E2862-954C-566A-3E05-43F5FB0BDF51}"/>
              </a:ext>
            </a:extLst>
          </p:cNvPr>
          <p:cNvSpPr/>
          <p:nvPr/>
        </p:nvSpPr>
        <p:spPr>
          <a:xfrm>
            <a:off x="10152181" y="12528350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Create Commit Resource</a:t>
            </a:r>
          </a:p>
        </p:txBody>
      </p:sp>
      <p:cxnSp>
        <p:nvCxnSpPr>
          <p:cNvPr id="416" name="직선 화살표 연결선 415">
            <a:extLst>
              <a:ext uri="{FF2B5EF4-FFF2-40B4-BE49-F238E27FC236}">
                <a16:creationId xmlns:a16="http://schemas.microsoft.com/office/drawing/2014/main" id="{CACCD77C-CB38-C5AA-66DA-EF9630A9CB9D}"/>
              </a:ext>
            </a:extLst>
          </p:cNvPr>
          <p:cNvCxnSpPr>
            <a:cxnSpLocks/>
          </p:cNvCxnSpPr>
          <p:nvPr/>
        </p:nvCxnSpPr>
        <p:spPr>
          <a:xfrm>
            <a:off x="9215488" y="12168349"/>
            <a:ext cx="432692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직선 화살표 연결선 416">
            <a:extLst>
              <a:ext uri="{FF2B5EF4-FFF2-40B4-BE49-F238E27FC236}">
                <a16:creationId xmlns:a16="http://schemas.microsoft.com/office/drawing/2014/main" id="{BC1A993C-D8DC-D87A-8414-2624967C4E76}"/>
              </a:ext>
            </a:extLst>
          </p:cNvPr>
          <p:cNvCxnSpPr>
            <a:cxnSpLocks/>
          </p:cNvCxnSpPr>
          <p:nvPr/>
        </p:nvCxnSpPr>
        <p:spPr>
          <a:xfrm>
            <a:off x="9648180" y="13536349"/>
            <a:ext cx="360001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직선 화살표 연결선 431">
            <a:extLst>
              <a:ext uri="{FF2B5EF4-FFF2-40B4-BE49-F238E27FC236}">
                <a16:creationId xmlns:a16="http://schemas.microsoft.com/office/drawing/2014/main" id="{C6B9EDC4-C44B-B087-91F8-925E1DD0F7AD}"/>
              </a:ext>
            </a:extLst>
          </p:cNvPr>
          <p:cNvCxnSpPr>
            <a:cxnSpLocks/>
          </p:cNvCxnSpPr>
          <p:nvPr/>
        </p:nvCxnSpPr>
        <p:spPr>
          <a:xfrm>
            <a:off x="9792181" y="11736349"/>
            <a:ext cx="0" cy="720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01" name="그룹 500">
            <a:extLst>
              <a:ext uri="{FF2B5EF4-FFF2-40B4-BE49-F238E27FC236}">
                <a16:creationId xmlns:a16="http://schemas.microsoft.com/office/drawing/2014/main" id="{2FC9A98F-C0A3-48F1-D464-395B6980F0CC}"/>
              </a:ext>
            </a:extLst>
          </p:cNvPr>
          <p:cNvGrpSpPr/>
          <p:nvPr/>
        </p:nvGrpSpPr>
        <p:grpSpPr>
          <a:xfrm>
            <a:off x="6984181" y="10872348"/>
            <a:ext cx="2376000" cy="2016001"/>
            <a:chOff x="6984181" y="10152349"/>
            <a:chExt cx="2376000" cy="2016001"/>
          </a:xfrm>
        </p:grpSpPr>
        <p:sp>
          <p:nvSpPr>
            <p:cNvPr id="311" name="직사각형 310">
              <a:extLst>
                <a:ext uri="{FF2B5EF4-FFF2-40B4-BE49-F238E27FC236}">
                  <a16:creationId xmlns:a16="http://schemas.microsoft.com/office/drawing/2014/main" id="{03A29C8C-F244-958A-AA62-1DC9FFEDC942}"/>
                </a:ext>
              </a:extLst>
            </p:cNvPr>
            <p:cNvSpPr/>
            <p:nvPr/>
          </p:nvSpPr>
          <p:spPr>
            <a:xfrm>
              <a:off x="6984181" y="10152349"/>
              <a:ext cx="2376000" cy="2016001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Constructor()</a:t>
              </a:r>
            </a:p>
          </p:txBody>
        </p:sp>
        <p:sp>
          <p:nvSpPr>
            <p:cNvPr id="367" name="직사각형 366">
              <a:extLst>
                <a:ext uri="{FF2B5EF4-FFF2-40B4-BE49-F238E27FC236}">
                  <a16:creationId xmlns:a16="http://schemas.microsoft.com/office/drawing/2014/main" id="{8995ECEA-E5FC-0D88-B76D-5BC6EEA7C47A}"/>
                </a:ext>
              </a:extLst>
            </p:cNvPr>
            <p:cNvSpPr/>
            <p:nvPr/>
          </p:nvSpPr>
          <p:spPr>
            <a:xfrm>
              <a:off x="7128181" y="10440350"/>
              <a:ext cx="2088000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Build Shaders</a:t>
              </a:r>
            </a:p>
          </p:txBody>
        </p:sp>
        <p:sp>
          <p:nvSpPr>
            <p:cNvPr id="368" name="직사각형 367">
              <a:extLst>
                <a:ext uri="{FF2B5EF4-FFF2-40B4-BE49-F238E27FC236}">
                  <a16:creationId xmlns:a16="http://schemas.microsoft.com/office/drawing/2014/main" id="{3482D255-AE99-B926-73AC-1ED38CA9A46C}"/>
                </a:ext>
              </a:extLst>
            </p:cNvPr>
            <p:cNvSpPr/>
            <p:nvPr/>
          </p:nvSpPr>
          <p:spPr>
            <a:xfrm>
              <a:off x="7128181" y="10874049"/>
              <a:ext cx="2088000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Build Resources</a:t>
              </a:r>
            </a:p>
          </p:txBody>
        </p:sp>
        <p:sp>
          <p:nvSpPr>
            <p:cNvPr id="369" name="직사각형 368">
              <a:extLst>
                <a:ext uri="{FF2B5EF4-FFF2-40B4-BE49-F238E27FC236}">
                  <a16:creationId xmlns:a16="http://schemas.microsoft.com/office/drawing/2014/main" id="{063F3B99-2188-D79F-9B53-3CC3C12D3A5C}"/>
                </a:ext>
              </a:extLst>
            </p:cNvPr>
            <p:cNvSpPr/>
            <p:nvPr/>
          </p:nvSpPr>
          <p:spPr>
            <a:xfrm>
              <a:off x="7128181" y="11306049"/>
              <a:ext cx="2088000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Build Root Signature</a:t>
              </a:r>
            </a:p>
          </p:txBody>
        </p:sp>
        <p:sp>
          <p:nvSpPr>
            <p:cNvPr id="371" name="직사각형 370">
              <a:extLst>
                <a:ext uri="{FF2B5EF4-FFF2-40B4-BE49-F238E27FC236}">
                  <a16:creationId xmlns:a16="http://schemas.microsoft.com/office/drawing/2014/main" id="{C31EAC01-7684-B19F-C161-F8CA4A12D7A3}"/>
                </a:ext>
              </a:extLst>
            </p:cNvPr>
            <p:cNvSpPr/>
            <p:nvPr/>
          </p:nvSpPr>
          <p:spPr>
            <a:xfrm>
              <a:off x="7128181" y="11738049"/>
              <a:ext cx="2088000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Build PSOs</a:t>
              </a:r>
            </a:p>
          </p:txBody>
        </p:sp>
        <p:cxnSp>
          <p:nvCxnSpPr>
            <p:cNvPr id="383" name="직선 화살표 연결선 382">
              <a:extLst>
                <a:ext uri="{FF2B5EF4-FFF2-40B4-BE49-F238E27FC236}">
                  <a16:creationId xmlns:a16="http://schemas.microsoft.com/office/drawing/2014/main" id="{49150C7B-5AFF-48B5-F4A2-268DF82E9D0D}"/>
                </a:ext>
              </a:extLst>
            </p:cNvPr>
            <p:cNvCxnSpPr>
              <a:cxnSpLocks/>
            </p:cNvCxnSpPr>
            <p:nvPr/>
          </p:nvCxnSpPr>
          <p:spPr>
            <a:xfrm>
              <a:off x="8171835" y="11592350"/>
              <a:ext cx="0" cy="144000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직선 화살표 연결선 384">
              <a:extLst>
                <a:ext uri="{FF2B5EF4-FFF2-40B4-BE49-F238E27FC236}">
                  <a16:creationId xmlns:a16="http://schemas.microsoft.com/office/drawing/2014/main" id="{8150B995-AA4C-B023-5ADD-370311E82CE3}"/>
                </a:ext>
              </a:extLst>
            </p:cNvPr>
            <p:cNvCxnSpPr>
              <a:cxnSpLocks/>
            </p:cNvCxnSpPr>
            <p:nvPr/>
          </p:nvCxnSpPr>
          <p:spPr>
            <a:xfrm>
              <a:off x="8171835" y="10728350"/>
              <a:ext cx="0" cy="144000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직선 화살표 연결선 442">
              <a:extLst>
                <a:ext uri="{FF2B5EF4-FFF2-40B4-BE49-F238E27FC236}">
                  <a16:creationId xmlns:a16="http://schemas.microsoft.com/office/drawing/2014/main" id="{5456DC98-81D7-09C3-8D9E-E1D6EDE83711}"/>
                </a:ext>
              </a:extLst>
            </p:cNvPr>
            <p:cNvCxnSpPr>
              <a:cxnSpLocks/>
            </p:cNvCxnSpPr>
            <p:nvPr/>
          </p:nvCxnSpPr>
          <p:spPr>
            <a:xfrm>
              <a:off x="8171835" y="11160350"/>
              <a:ext cx="0" cy="144000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1" name="직사각형 450">
            <a:extLst>
              <a:ext uri="{FF2B5EF4-FFF2-40B4-BE49-F238E27FC236}">
                <a16:creationId xmlns:a16="http://schemas.microsoft.com/office/drawing/2014/main" id="{DF1B80DB-169C-669B-BD99-C0E7A9110B83}"/>
              </a:ext>
            </a:extLst>
          </p:cNvPr>
          <p:cNvSpPr/>
          <p:nvPr/>
        </p:nvSpPr>
        <p:spPr>
          <a:xfrm>
            <a:off x="10152181" y="11592349"/>
            <a:ext cx="2088000" cy="286335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Describe the input elements for input-assembler stage</a:t>
            </a:r>
          </a:p>
        </p:txBody>
      </p:sp>
      <p:sp>
        <p:nvSpPr>
          <p:cNvPr id="462" name="직사각형 461">
            <a:extLst>
              <a:ext uri="{FF2B5EF4-FFF2-40B4-BE49-F238E27FC236}">
                <a16:creationId xmlns:a16="http://schemas.microsoft.com/office/drawing/2014/main" id="{33B69176-AF47-839D-4022-F3925B435C74}"/>
              </a:ext>
            </a:extLst>
          </p:cNvPr>
          <p:cNvSpPr/>
          <p:nvPr/>
        </p:nvSpPr>
        <p:spPr>
          <a:xfrm>
            <a:off x="10152181" y="16560350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Create Compute Pipeline State</a:t>
            </a:r>
          </a:p>
        </p:txBody>
      </p:sp>
      <p:sp>
        <p:nvSpPr>
          <p:cNvPr id="463" name="직사각형 462">
            <a:extLst>
              <a:ext uri="{FF2B5EF4-FFF2-40B4-BE49-F238E27FC236}">
                <a16:creationId xmlns:a16="http://schemas.microsoft.com/office/drawing/2014/main" id="{FEEECAC1-0557-FEA6-F7D8-DDC2F7079D73}"/>
              </a:ext>
            </a:extLst>
          </p:cNvPr>
          <p:cNvSpPr/>
          <p:nvPr/>
        </p:nvSpPr>
        <p:spPr>
          <a:xfrm>
            <a:off x="10152181" y="14040350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Describe</a:t>
            </a:r>
            <a:r>
              <a:rPr lang="en-US" altLang="ko-KR" sz="105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Shader Resource view</a:t>
            </a:r>
            <a:endParaRPr kumimoji="0" lang="en-US" altLang="ko-KR" sz="105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64" name="직사각형 463">
            <a:extLst>
              <a:ext uri="{FF2B5EF4-FFF2-40B4-BE49-F238E27FC236}">
                <a16:creationId xmlns:a16="http://schemas.microsoft.com/office/drawing/2014/main" id="{2ED9FB9A-1EB8-1F40-AAEF-0921E20112FE}"/>
              </a:ext>
            </a:extLst>
          </p:cNvPr>
          <p:cNvSpPr/>
          <p:nvPr/>
        </p:nvSpPr>
        <p:spPr>
          <a:xfrm>
            <a:off x="10152181" y="13536349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Describe</a:t>
            </a:r>
            <a:r>
              <a:rPr lang="en-US" altLang="ko-KR" sz="105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constant buffer view</a:t>
            </a:r>
            <a:endParaRPr kumimoji="0" lang="en-US" altLang="ko-KR" sz="105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65" name="직사각형 464">
            <a:extLst>
              <a:ext uri="{FF2B5EF4-FFF2-40B4-BE49-F238E27FC236}">
                <a16:creationId xmlns:a16="http://schemas.microsoft.com/office/drawing/2014/main" id="{A54A7A8C-3AC2-4F89-BD9F-AA12310A8C6C}"/>
              </a:ext>
            </a:extLst>
          </p:cNvPr>
          <p:cNvSpPr/>
          <p:nvPr/>
        </p:nvSpPr>
        <p:spPr>
          <a:xfrm>
            <a:off x="10152181" y="14544350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Describe</a:t>
            </a:r>
            <a:r>
              <a:rPr lang="en-US" altLang="ko-KR" sz="105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Descriptor Table</a:t>
            </a:r>
            <a:endParaRPr kumimoji="0" lang="en-US" altLang="ko-KR" sz="105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66" name="직사각형 465">
            <a:extLst>
              <a:ext uri="{FF2B5EF4-FFF2-40B4-BE49-F238E27FC236}">
                <a16:creationId xmlns:a16="http://schemas.microsoft.com/office/drawing/2014/main" id="{54A7F1D0-0702-D117-807C-6AE81507241C}"/>
              </a:ext>
            </a:extLst>
          </p:cNvPr>
          <p:cNvSpPr/>
          <p:nvPr/>
        </p:nvSpPr>
        <p:spPr>
          <a:xfrm>
            <a:off x="10152181" y="15552350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Create Root Signature</a:t>
            </a:r>
            <a:endParaRPr kumimoji="0" lang="en-US" altLang="ko-KR" sz="105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67" name="직사각형 466">
            <a:extLst>
              <a:ext uri="{FF2B5EF4-FFF2-40B4-BE49-F238E27FC236}">
                <a16:creationId xmlns:a16="http://schemas.microsoft.com/office/drawing/2014/main" id="{D655AB27-2706-708B-E495-5719F641AE21}"/>
              </a:ext>
            </a:extLst>
          </p:cNvPr>
          <p:cNvSpPr/>
          <p:nvPr/>
        </p:nvSpPr>
        <p:spPr>
          <a:xfrm>
            <a:off x="10152181" y="15048350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Describe</a:t>
            </a:r>
            <a:r>
              <a:rPr lang="en-US" altLang="ko-KR" sz="105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Sampler</a:t>
            </a:r>
            <a:endParaRPr kumimoji="0" lang="en-US" altLang="ko-KR" sz="105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468" name="직선 화살표 연결선 467">
            <a:extLst>
              <a:ext uri="{FF2B5EF4-FFF2-40B4-BE49-F238E27FC236}">
                <a16:creationId xmlns:a16="http://schemas.microsoft.com/office/drawing/2014/main" id="{AE35CFE8-DBDA-BEEE-11E9-7EBA9AC15891}"/>
              </a:ext>
            </a:extLst>
          </p:cNvPr>
          <p:cNvCxnSpPr>
            <a:cxnSpLocks/>
          </p:cNvCxnSpPr>
          <p:nvPr/>
        </p:nvCxnSpPr>
        <p:spPr>
          <a:xfrm>
            <a:off x="9504181" y="16560349"/>
            <a:ext cx="504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직선 화살표 연결선 468">
            <a:extLst>
              <a:ext uri="{FF2B5EF4-FFF2-40B4-BE49-F238E27FC236}">
                <a16:creationId xmlns:a16="http://schemas.microsoft.com/office/drawing/2014/main" id="{6BA044E8-D383-48C0-CB36-3847F9E6EDCB}"/>
              </a:ext>
            </a:extLst>
          </p:cNvPr>
          <p:cNvCxnSpPr>
            <a:cxnSpLocks/>
          </p:cNvCxnSpPr>
          <p:nvPr/>
        </p:nvCxnSpPr>
        <p:spPr>
          <a:xfrm>
            <a:off x="9792181" y="12456349"/>
            <a:ext cx="216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직선 화살표 연결선 469">
            <a:extLst>
              <a:ext uri="{FF2B5EF4-FFF2-40B4-BE49-F238E27FC236}">
                <a16:creationId xmlns:a16="http://schemas.microsoft.com/office/drawing/2014/main" id="{ECF69A64-FDEF-44A1-279F-306B476F71A7}"/>
              </a:ext>
            </a:extLst>
          </p:cNvPr>
          <p:cNvCxnSpPr>
            <a:cxnSpLocks/>
          </p:cNvCxnSpPr>
          <p:nvPr/>
        </p:nvCxnSpPr>
        <p:spPr>
          <a:xfrm>
            <a:off x="9215488" y="12600349"/>
            <a:ext cx="288693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1" name="직선 화살표 연결선 470">
            <a:extLst>
              <a:ext uri="{FF2B5EF4-FFF2-40B4-BE49-F238E27FC236}">
                <a16:creationId xmlns:a16="http://schemas.microsoft.com/office/drawing/2014/main" id="{B97BA49F-30D7-1271-063A-30AEB6D68966}"/>
              </a:ext>
            </a:extLst>
          </p:cNvPr>
          <p:cNvCxnSpPr>
            <a:cxnSpLocks/>
          </p:cNvCxnSpPr>
          <p:nvPr/>
        </p:nvCxnSpPr>
        <p:spPr>
          <a:xfrm>
            <a:off x="9215488" y="11736349"/>
            <a:ext cx="576693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5" name="직선 화살표 연결선 474">
            <a:extLst>
              <a:ext uri="{FF2B5EF4-FFF2-40B4-BE49-F238E27FC236}">
                <a16:creationId xmlns:a16="http://schemas.microsoft.com/office/drawing/2014/main" id="{793216F5-7C6E-2F33-433B-DC74334D00B3}"/>
              </a:ext>
            </a:extLst>
          </p:cNvPr>
          <p:cNvCxnSpPr>
            <a:cxnSpLocks/>
          </p:cNvCxnSpPr>
          <p:nvPr/>
        </p:nvCxnSpPr>
        <p:spPr>
          <a:xfrm>
            <a:off x="9648181" y="12168349"/>
            <a:ext cx="0" cy="1368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8" name="직선 화살표 연결선 477">
            <a:extLst>
              <a:ext uri="{FF2B5EF4-FFF2-40B4-BE49-F238E27FC236}">
                <a16:creationId xmlns:a16="http://schemas.microsoft.com/office/drawing/2014/main" id="{58B1557B-45A4-54DE-BD47-8CBE05CFAC8F}"/>
              </a:ext>
            </a:extLst>
          </p:cNvPr>
          <p:cNvCxnSpPr>
            <a:cxnSpLocks/>
          </p:cNvCxnSpPr>
          <p:nvPr/>
        </p:nvCxnSpPr>
        <p:spPr>
          <a:xfrm>
            <a:off x="9504181" y="12600349"/>
            <a:ext cx="0" cy="3960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직사각형 482">
            <a:extLst>
              <a:ext uri="{FF2B5EF4-FFF2-40B4-BE49-F238E27FC236}">
                <a16:creationId xmlns:a16="http://schemas.microsoft.com/office/drawing/2014/main" id="{66B16F8F-61B3-D785-CE99-624CF4509726}"/>
              </a:ext>
            </a:extLst>
          </p:cNvPr>
          <p:cNvSpPr/>
          <p:nvPr/>
        </p:nvSpPr>
        <p:spPr>
          <a:xfrm>
            <a:off x="7121801" y="18002048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Update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Rosources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84" name="직사각형 483">
            <a:extLst>
              <a:ext uri="{FF2B5EF4-FFF2-40B4-BE49-F238E27FC236}">
                <a16:creationId xmlns:a16="http://schemas.microsoft.com/office/drawing/2014/main" id="{9ABE6425-A76B-8D1C-6DBF-790AB59E7623}"/>
              </a:ext>
            </a:extLst>
          </p:cNvPr>
          <p:cNvSpPr/>
          <p:nvPr/>
        </p:nvSpPr>
        <p:spPr>
          <a:xfrm>
            <a:off x="7121801" y="17568349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Update internal parameter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85" name="직사각형 484">
            <a:extLst>
              <a:ext uri="{FF2B5EF4-FFF2-40B4-BE49-F238E27FC236}">
                <a16:creationId xmlns:a16="http://schemas.microsoft.com/office/drawing/2014/main" id="{D11984C9-9A48-2137-FBFC-A6C238699719}"/>
              </a:ext>
            </a:extLst>
          </p:cNvPr>
          <p:cNvSpPr/>
          <p:nvPr/>
        </p:nvSpPr>
        <p:spPr>
          <a:xfrm>
            <a:off x="7121801" y="18432349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Update Descriptors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486" name="직선 화살표 연결선 485">
            <a:extLst>
              <a:ext uri="{FF2B5EF4-FFF2-40B4-BE49-F238E27FC236}">
                <a16:creationId xmlns:a16="http://schemas.microsoft.com/office/drawing/2014/main" id="{7067D558-8F58-AC33-772E-47B10C368E15}"/>
              </a:ext>
            </a:extLst>
          </p:cNvPr>
          <p:cNvCxnSpPr>
            <a:cxnSpLocks/>
          </p:cNvCxnSpPr>
          <p:nvPr/>
        </p:nvCxnSpPr>
        <p:spPr>
          <a:xfrm>
            <a:off x="8171835" y="16056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7" name="직선 화살표 연결선 486">
            <a:extLst>
              <a:ext uri="{FF2B5EF4-FFF2-40B4-BE49-F238E27FC236}">
                <a16:creationId xmlns:a16="http://schemas.microsoft.com/office/drawing/2014/main" id="{3738BF45-080D-6503-1E94-73D52381C7D2}"/>
              </a:ext>
            </a:extLst>
          </p:cNvPr>
          <p:cNvCxnSpPr>
            <a:cxnSpLocks/>
          </p:cNvCxnSpPr>
          <p:nvPr/>
        </p:nvCxnSpPr>
        <p:spPr>
          <a:xfrm>
            <a:off x="8171835" y="15624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직선 화살표 연결선 487">
            <a:extLst>
              <a:ext uri="{FF2B5EF4-FFF2-40B4-BE49-F238E27FC236}">
                <a16:creationId xmlns:a16="http://schemas.microsoft.com/office/drawing/2014/main" id="{55A415EC-3136-47E3-D21E-5A876088A6E4}"/>
              </a:ext>
            </a:extLst>
          </p:cNvPr>
          <p:cNvCxnSpPr>
            <a:cxnSpLocks/>
          </p:cNvCxnSpPr>
          <p:nvPr/>
        </p:nvCxnSpPr>
        <p:spPr>
          <a:xfrm>
            <a:off x="11196181" y="11448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9" name="직선 화살표 연결선 488">
            <a:extLst>
              <a:ext uri="{FF2B5EF4-FFF2-40B4-BE49-F238E27FC236}">
                <a16:creationId xmlns:a16="http://schemas.microsoft.com/office/drawing/2014/main" id="{C6B111C4-5DFD-0962-421D-78A1A67B409D}"/>
              </a:ext>
            </a:extLst>
          </p:cNvPr>
          <p:cNvCxnSpPr>
            <a:cxnSpLocks/>
          </p:cNvCxnSpPr>
          <p:nvPr/>
        </p:nvCxnSpPr>
        <p:spPr>
          <a:xfrm>
            <a:off x="11196181" y="18072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0" name="직선 화살표 연결선 489">
            <a:extLst>
              <a:ext uri="{FF2B5EF4-FFF2-40B4-BE49-F238E27FC236}">
                <a16:creationId xmlns:a16="http://schemas.microsoft.com/office/drawing/2014/main" id="{735D1AD8-11C8-0A90-CEA2-1F767AB0C47D}"/>
              </a:ext>
            </a:extLst>
          </p:cNvPr>
          <p:cNvCxnSpPr>
            <a:cxnSpLocks/>
          </p:cNvCxnSpPr>
          <p:nvPr/>
        </p:nvCxnSpPr>
        <p:spPr>
          <a:xfrm>
            <a:off x="11196181" y="14904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직선 화살표 연결선 490">
            <a:extLst>
              <a:ext uri="{FF2B5EF4-FFF2-40B4-BE49-F238E27FC236}">
                <a16:creationId xmlns:a16="http://schemas.microsoft.com/office/drawing/2014/main" id="{400885E9-691C-BD0A-AAD6-71C410FC416D}"/>
              </a:ext>
            </a:extLst>
          </p:cNvPr>
          <p:cNvCxnSpPr>
            <a:cxnSpLocks/>
          </p:cNvCxnSpPr>
          <p:nvPr/>
        </p:nvCxnSpPr>
        <p:spPr>
          <a:xfrm>
            <a:off x="11196181" y="14400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직선 화살표 연결선 491">
            <a:extLst>
              <a:ext uri="{FF2B5EF4-FFF2-40B4-BE49-F238E27FC236}">
                <a16:creationId xmlns:a16="http://schemas.microsoft.com/office/drawing/2014/main" id="{16FB7C3E-2D37-3AD9-A1F8-FC345695C7D4}"/>
              </a:ext>
            </a:extLst>
          </p:cNvPr>
          <p:cNvCxnSpPr>
            <a:cxnSpLocks/>
          </p:cNvCxnSpPr>
          <p:nvPr/>
        </p:nvCxnSpPr>
        <p:spPr>
          <a:xfrm>
            <a:off x="11196181" y="13896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3" name="직사각형 492">
            <a:extLst>
              <a:ext uri="{FF2B5EF4-FFF2-40B4-BE49-F238E27FC236}">
                <a16:creationId xmlns:a16="http://schemas.microsoft.com/office/drawing/2014/main" id="{94BF6E55-5D87-3FDE-B9CC-971E8760D367}"/>
              </a:ext>
            </a:extLst>
          </p:cNvPr>
          <p:cNvSpPr/>
          <p:nvPr/>
        </p:nvSpPr>
        <p:spPr>
          <a:xfrm>
            <a:off x="10152873" y="18218048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Build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Descripotrs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94" name="직사각형 493">
            <a:extLst>
              <a:ext uri="{FF2B5EF4-FFF2-40B4-BE49-F238E27FC236}">
                <a16:creationId xmlns:a16="http://schemas.microsoft.com/office/drawing/2014/main" id="{339EBAEF-8987-8183-86D3-6E402E545C90}"/>
              </a:ext>
            </a:extLst>
          </p:cNvPr>
          <p:cNvSpPr/>
          <p:nvPr/>
        </p:nvSpPr>
        <p:spPr>
          <a:xfrm>
            <a:off x="10152873" y="17786048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Bind the CPU and GPU handles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95" name="직사각형 494">
            <a:extLst>
              <a:ext uri="{FF2B5EF4-FFF2-40B4-BE49-F238E27FC236}">
                <a16:creationId xmlns:a16="http://schemas.microsoft.com/office/drawing/2014/main" id="{F3792395-0F92-CF67-330B-476CD3C12CD0}"/>
              </a:ext>
            </a:extLst>
          </p:cNvPr>
          <p:cNvSpPr/>
          <p:nvPr/>
        </p:nvSpPr>
        <p:spPr>
          <a:xfrm>
            <a:off x="13032873" y="18218048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Create Unordered Access View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for Compute Shader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96" name="직사각형 495">
            <a:extLst>
              <a:ext uri="{FF2B5EF4-FFF2-40B4-BE49-F238E27FC236}">
                <a16:creationId xmlns:a16="http://schemas.microsoft.com/office/drawing/2014/main" id="{936D6FE6-61B0-8B0D-35BD-FB2EEA856633}"/>
              </a:ext>
            </a:extLst>
          </p:cNvPr>
          <p:cNvSpPr/>
          <p:nvPr/>
        </p:nvSpPr>
        <p:spPr>
          <a:xfrm>
            <a:off x="13032873" y="17786048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Create Shader Resource View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497" name="직선 화살표 연결선 496">
            <a:extLst>
              <a:ext uri="{FF2B5EF4-FFF2-40B4-BE49-F238E27FC236}">
                <a16:creationId xmlns:a16="http://schemas.microsoft.com/office/drawing/2014/main" id="{B5309957-370A-DC85-712A-B4BA96E9B95F}"/>
              </a:ext>
            </a:extLst>
          </p:cNvPr>
          <p:cNvCxnSpPr>
            <a:cxnSpLocks/>
          </p:cNvCxnSpPr>
          <p:nvPr/>
        </p:nvCxnSpPr>
        <p:spPr>
          <a:xfrm>
            <a:off x="11196181" y="15408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8" name="직선 화살표 연결선 497">
            <a:extLst>
              <a:ext uri="{FF2B5EF4-FFF2-40B4-BE49-F238E27FC236}">
                <a16:creationId xmlns:a16="http://schemas.microsoft.com/office/drawing/2014/main" id="{2BAAE3F1-BB2D-1628-4050-9E409EF18300}"/>
              </a:ext>
            </a:extLst>
          </p:cNvPr>
          <p:cNvCxnSpPr>
            <a:cxnSpLocks/>
          </p:cNvCxnSpPr>
          <p:nvPr/>
        </p:nvCxnSpPr>
        <p:spPr>
          <a:xfrm>
            <a:off x="14076527" y="18074048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9" name="직선 화살표 연결선 498">
            <a:extLst>
              <a:ext uri="{FF2B5EF4-FFF2-40B4-BE49-F238E27FC236}">
                <a16:creationId xmlns:a16="http://schemas.microsoft.com/office/drawing/2014/main" id="{ED6A674F-3B7D-F342-694C-7AB4FFDC8DC9}"/>
              </a:ext>
            </a:extLst>
          </p:cNvPr>
          <p:cNvCxnSpPr>
            <a:cxnSpLocks/>
          </p:cNvCxnSpPr>
          <p:nvPr/>
        </p:nvCxnSpPr>
        <p:spPr>
          <a:xfrm>
            <a:off x="12240181" y="18360349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A3BEAD05-ADAA-5815-516D-15518A790338}"/>
              </a:ext>
            </a:extLst>
          </p:cNvPr>
          <p:cNvCxnSpPr>
            <a:cxnSpLocks/>
          </p:cNvCxnSpPr>
          <p:nvPr/>
        </p:nvCxnSpPr>
        <p:spPr>
          <a:xfrm>
            <a:off x="21060181" y="9426857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직선 화살표 연결선 447">
            <a:extLst>
              <a:ext uri="{FF2B5EF4-FFF2-40B4-BE49-F238E27FC236}">
                <a16:creationId xmlns:a16="http://schemas.microsoft.com/office/drawing/2014/main" id="{62E4BC3C-6098-DE8D-06E9-15C2217747E5}"/>
              </a:ext>
            </a:extLst>
          </p:cNvPr>
          <p:cNvCxnSpPr>
            <a:cxnSpLocks/>
          </p:cNvCxnSpPr>
          <p:nvPr/>
        </p:nvCxnSpPr>
        <p:spPr>
          <a:xfrm>
            <a:off x="21060181" y="18001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9" name="직선 화살표 연결선 448">
            <a:extLst>
              <a:ext uri="{FF2B5EF4-FFF2-40B4-BE49-F238E27FC236}">
                <a16:creationId xmlns:a16="http://schemas.microsoft.com/office/drawing/2014/main" id="{3644F042-7A28-9B0E-4C87-B2292543D38F}"/>
              </a:ext>
            </a:extLst>
          </p:cNvPr>
          <p:cNvCxnSpPr>
            <a:cxnSpLocks/>
          </p:cNvCxnSpPr>
          <p:nvPr/>
        </p:nvCxnSpPr>
        <p:spPr>
          <a:xfrm>
            <a:off x="21060181" y="10153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직선 화살표 연결선 454">
            <a:extLst>
              <a:ext uri="{FF2B5EF4-FFF2-40B4-BE49-F238E27FC236}">
                <a16:creationId xmlns:a16="http://schemas.microsoft.com/office/drawing/2014/main" id="{BCB72BB5-5F1A-579D-3BC5-62B21FCC0FF6}"/>
              </a:ext>
            </a:extLst>
          </p:cNvPr>
          <p:cNvCxnSpPr>
            <a:cxnSpLocks/>
          </p:cNvCxnSpPr>
          <p:nvPr/>
        </p:nvCxnSpPr>
        <p:spPr>
          <a:xfrm>
            <a:off x="21060181" y="4242857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직선 화살표 연결선 455">
            <a:extLst>
              <a:ext uri="{FF2B5EF4-FFF2-40B4-BE49-F238E27FC236}">
                <a16:creationId xmlns:a16="http://schemas.microsoft.com/office/drawing/2014/main" id="{5E5ED21F-5269-3F23-D578-EFF720305417}"/>
              </a:ext>
            </a:extLst>
          </p:cNvPr>
          <p:cNvCxnSpPr>
            <a:cxnSpLocks/>
          </p:cNvCxnSpPr>
          <p:nvPr/>
        </p:nvCxnSpPr>
        <p:spPr>
          <a:xfrm>
            <a:off x="21060181" y="5113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직선 화살표 연결선 456">
            <a:extLst>
              <a:ext uri="{FF2B5EF4-FFF2-40B4-BE49-F238E27FC236}">
                <a16:creationId xmlns:a16="http://schemas.microsoft.com/office/drawing/2014/main" id="{1152E389-8A30-CBB2-EE06-8FB125B02C42}"/>
              </a:ext>
            </a:extLst>
          </p:cNvPr>
          <p:cNvCxnSpPr>
            <a:cxnSpLocks/>
          </p:cNvCxnSpPr>
          <p:nvPr/>
        </p:nvCxnSpPr>
        <p:spPr>
          <a:xfrm>
            <a:off x="21060181" y="468034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직선 화살표 연결선 457">
            <a:extLst>
              <a:ext uri="{FF2B5EF4-FFF2-40B4-BE49-F238E27FC236}">
                <a16:creationId xmlns:a16="http://schemas.microsoft.com/office/drawing/2014/main" id="{1D49DA2D-2A77-6055-5871-0073E8BEA557}"/>
              </a:ext>
            </a:extLst>
          </p:cNvPr>
          <p:cNvCxnSpPr>
            <a:cxnSpLocks/>
          </p:cNvCxnSpPr>
          <p:nvPr/>
        </p:nvCxnSpPr>
        <p:spPr>
          <a:xfrm>
            <a:off x="21060181" y="12169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직선 화살표 연결선 458">
            <a:extLst>
              <a:ext uri="{FF2B5EF4-FFF2-40B4-BE49-F238E27FC236}">
                <a16:creationId xmlns:a16="http://schemas.microsoft.com/office/drawing/2014/main" id="{9CCC4C90-BD2C-5249-3B54-90F48A110971}"/>
              </a:ext>
            </a:extLst>
          </p:cNvPr>
          <p:cNvCxnSpPr>
            <a:cxnSpLocks/>
          </p:cNvCxnSpPr>
          <p:nvPr/>
        </p:nvCxnSpPr>
        <p:spPr>
          <a:xfrm>
            <a:off x="21060181" y="6402857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직선 화살표 연결선 459">
            <a:extLst>
              <a:ext uri="{FF2B5EF4-FFF2-40B4-BE49-F238E27FC236}">
                <a16:creationId xmlns:a16="http://schemas.microsoft.com/office/drawing/2014/main" id="{BA49B001-C5B0-6EAC-322B-4C57C66049FA}"/>
              </a:ext>
            </a:extLst>
          </p:cNvPr>
          <p:cNvCxnSpPr>
            <a:cxnSpLocks/>
          </p:cNvCxnSpPr>
          <p:nvPr/>
        </p:nvCxnSpPr>
        <p:spPr>
          <a:xfrm>
            <a:off x="21060181" y="7705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1" name="직선 화살표 연결선 460">
            <a:extLst>
              <a:ext uri="{FF2B5EF4-FFF2-40B4-BE49-F238E27FC236}">
                <a16:creationId xmlns:a16="http://schemas.microsoft.com/office/drawing/2014/main" id="{9F855CC2-8FDB-C6D3-17B4-64457BC3829C}"/>
              </a:ext>
            </a:extLst>
          </p:cNvPr>
          <p:cNvCxnSpPr>
            <a:cxnSpLocks/>
          </p:cNvCxnSpPr>
          <p:nvPr/>
        </p:nvCxnSpPr>
        <p:spPr>
          <a:xfrm>
            <a:off x="21060181" y="684034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2" name="직선 화살표 연결선 471">
            <a:extLst>
              <a:ext uri="{FF2B5EF4-FFF2-40B4-BE49-F238E27FC236}">
                <a16:creationId xmlns:a16="http://schemas.microsoft.com/office/drawing/2014/main" id="{A9F7A638-56ED-07C7-EB4C-2B3F60F13E56}"/>
              </a:ext>
            </a:extLst>
          </p:cNvPr>
          <p:cNvCxnSpPr>
            <a:cxnSpLocks/>
          </p:cNvCxnSpPr>
          <p:nvPr/>
        </p:nvCxnSpPr>
        <p:spPr>
          <a:xfrm>
            <a:off x="21060181" y="7273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3" name="직선 화살표 연결선 472">
            <a:extLst>
              <a:ext uri="{FF2B5EF4-FFF2-40B4-BE49-F238E27FC236}">
                <a16:creationId xmlns:a16="http://schemas.microsoft.com/office/drawing/2014/main" id="{1C3E0E3C-9E49-332A-6C34-BF77B5D7FF02}"/>
              </a:ext>
            </a:extLst>
          </p:cNvPr>
          <p:cNvCxnSpPr>
            <a:cxnSpLocks/>
          </p:cNvCxnSpPr>
          <p:nvPr/>
        </p:nvCxnSpPr>
        <p:spPr>
          <a:xfrm>
            <a:off x="21060181" y="14545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1" name="그룹 480">
            <a:extLst>
              <a:ext uri="{FF2B5EF4-FFF2-40B4-BE49-F238E27FC236}">
                <a16:creationId xmlns:a16="http://schemas.microsoft.com/office/drawing/2014/main" id="{5E10EA0B-E218-8423-6556-C027728C3C10}"/>
              </a:ext>
            </a:extLst>
          </p:cNvPr>
          <p:cNvGrpSpPr/>
          <p:nvPr/>
        </p:nvGrpSpPr>
        <p:grpSpPr>
          <a:xfrm>
            <a:off x="19872181" y="18864349"/>
            <a:ext cx="2376000" cy="2880000"/>
            <a:chOff x="19872181" y="18144350"/>
            <a:chExt cx="2376000" cy="2880000"/>
          </a:xfrm>
        </p:grpSpPr>
        <p:sp>
          <p:nvSpPr>
            <p:cNvPr id="317" name="직사각형 316">
              <a:extLst>
                <a:ext uri="{FF2B5EF4-FFF2-40B4-BE49-F238E27FC236}">
                  <a16:creationId xmlns:a16="http://schemas.microsoft.com/office/drawing/2014/main" id="{F07E6A19-B9B0-7BB8-3ED8-3D90FBEE2CF5}"/>
                </a:ext>
              </a:extLst>
            </p:cNvPr>
            <p:cNvSpPr/>
            <p:nvPr/>
          </p:nvSpPr>
          <p:spPr>
            <a:xfrm>
              <a:off x="19872181" y="18144350"/>
              <a:ext cx="2376000" cy="2880000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BuildRenderItems</a:t>
              </a: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()</a:t>
              </a:r>
            </a:p>
          </p:txBody>
        </p:sp>
        <p:sp>
          <p:nvSpPr>
            <p:cNvPr id="318" name="직사각형 317">
              <a:extLst>
                <a:ext uri="{FF2B5EF4-FFF2-40B4-BE49-F238E27FC236}">
                  <a16:creationId xmlns:a16="http://schemas.microsoft.com/office/drawing/2014/main" id="{CCAEDAEF-0FE1-3173-781E-D43412EAA9AF}"/>
                </a:ext>
              </a:extLst>
            </p:cNvPr>
            <p:cNvSpPr/>
            <p:nvPr/>
          </p:nvSpPr>
          <p:spPr>
            <a:xfrm>
              <a:off x="20016181" y="18434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Create Render Items</a:t>
              </a:r>
            </a:p>
          </p:txBody>
        </p:sp>
        <p:sp>
          <p:nvSpPr>
            <p:cNvPr id="322" name="직사각형 321">
              <a:extLst>
                <a:ext uri="{FF2B5EF4-FFF2-40B4-BE49-F238E27FC236}">
                  <a16:creationId xmlns:a16="http://schemas.microsoft.com/office/drawing/2014/main" id="{4DC78131-23B2-A0BE-7827-F3B6AFF50B06}"/>
                </a:ext>
              </a:extLst>
            </p:cNvPr>
            <p:cNvSpPr/>
            <p:nvPr/>
          </p:nvSpPr>
          <p:spPr>
            <a:xfrm>
              <a:off x="20016181" y="18866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Set the layer that will be rendered</a:t>
              </a:r>
            </a:p>
          </p:txBody>
        </p:sp>
        <p:sp>
          <p:nvSpPr>
            <p:cNvPr id="325" name="직사각형 324">
              <a:extLst>
                <a:ext uri="{FF2B5EF4-FFF2-40B4-BE49-F238E27FC236}">
                  <a16:creationId xmlns:a16="http://schemas.microsoft.com/office/drawing/2014/main" id="{0A79600E-1D6E-0C7D-EA8E-04E0A7EAF3D2}"/>
                </a:ext>
              </a:extLst>
            </p:cNvPr>
            <p:cNvSpPr/>
            <p:nvPr/>
          </p:nvSpPr>
          <p:spPr>
            <a:xfrm>
              <a:off x="20016181" y="19298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Set render Item material</a:t>
              </a:r>
            </a:p>
          </p:txBody>
        </p:sp>
        <p:sp>
          <p:nvSpPr>
            <p:cNvPr id="326" name="직사각형 325">
              <a:extLst>
                <a:ext uri="{FF2B5EF4-FFF2-40B4-BE49-F238E27FC236}">
                  <a16:creationId xmlns:a16="http://schemas.microsoft.com/office/drawing/2014/main" id="{6C5E33D5-E636-D444-92A3-E35AF0685EA9}"/>
                </a:ext>
              </a:extLst>
            </p:cNvPr>
            <p:cNvSpPr/>
            <p:nvPr/>
          </p:nvSpPr>
          <p:spPr>
            <a:xfrm>
              <a:off x="20016181" y="20594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Set bounding Sphere for debug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27" name="직사각형 326">
              <a:extLst>
                <a:ext uri="{FF2B5EF4-FFF2-40B4-BE49-F238E27FC236}">
                  <a16:creationId xmlns:a16="http://schemas.microsoft.com/office/drawing/2014/main" id="{63F50DC7-4EA2-E9B3-D839-B717FFDBB9DF}"/>
                </a:ext>
              </a:extLst>
            </p:cNvPr>
            <p:cNvSpPr/>
            <p:nvPr/>
          </p:nvSpPr>
          <p:spPr>
            <a:xfrm>
              <a:off x="20016181" y="19730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Apply an affine transformation</a:t>
              </a:r>
            </a:p>
          </p:txBody>
        </p:sp>
        <p:sp>
          <p:nvSpPr>
            <p:cNvPr id="328" name="직사각형 327">
              <a:extLst>
                <a:ext uri="{FF2B5EF4-FFF2-40B4-BE49-F238E27FC236}">
                  <a16:creationId xmlns:a16="http://schemas.microsoft.com/office/drawing/2014/main" id="{6861E17A-29F2-1C5D-16BD-21452CF45C4D}"/>
                </a:ext>
              </a:extLst>
            </p:cNvPr>
            <p:cNvSpPr/>
            <p:nvPr/>
          </p:nvSpPr>
          <p:spPr>
            <a:xfrm>
              <a:off x="20016181" y="20162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Set bounding Box for debug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474" name="직선 화살표 연결선 473">
              <a:extLst>
                <a:ext uri="{FF2B5EF4-FFF2-40B4-BE49-F238E27FC236}">
                  <a16:creationId xmlns:a16="http://schemas.microsoft.com/office/drawing/2014/main" id="{84212846-E6B8-DDAF-A05E-FDF0A78013CE}"/>
                </a:ext>
              </a:extLst>
            </p:cNvPr>
            <p:cNvCxnSpPr>
              <a:cxnSpLocks/>
            </p:cNvCxnSpPr>
            <p:nvPr/>
          </p:nvCxnSpPr>
          <p:spPr>
            <a:xfrm>
              <a:off x="21060181" y="20449192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6" name="직선 화살표 연결선 475">
              <a:extLst>
                <a:ext uri="{FF2B5EF4-FFF2-40B4-BE49-F238E27FC236}">
                  <a16:creationId xmlns:a16="http://schemas.microsoft.com/office/drawing/2014/main" id="{1193B4BB-B4A8-C2C7-1DE8-6E630AD6C0F4}"/>
                </a:ext>
              </a:extLst>
            </p:cNvPr>
            <p:cNvCxnSpPr>
              <a:cxnSpLocks/>
            </p:cNvCxnSpPr>
            <p:nvPr/>
          </p:nvCxnSpPr>
          <p:spPr>
            <a:xfrm>
              <a:off x="21060181" y="20017192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직선 화살표 연결선 476">
              <a:extLst>
                <a:ext uri="{FF2B5EF4-FFF2-40B4-BE49-F238E27FC236}">
                  <a16:creationId xmlns:a16="http://schemas.microsoft.com/office/drawing/2014/main" id="{09750428-B770-C8A3-3744-F4DE8BD21494}"/>
                </a:ext>
              </a:extLst>
            </p:cNvPr>
            <p:cNvCxnSpPr>
              <a:cxnSpLocks/>
            </p:cNvCxnSpPr>
            <p:nvPr/>
          </p:nvCxnSpPr>
          <p:spPr>
            <a:xfrm>
              <a:off x="21060181" y="19585192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직선 화살표 연결선 478">
              <a:extLst>
                <a:ext uri="{FF2B5EF4-FFF2-40B4-BE49-F238E27FC236}">
                  <a16:creationId xmlns:a16="http://schemas.microsoft.com/office/drawing/2014/main" id="{6B916324-D1B6-E9A7-E79B-52D0454DBC42}"/>
                </a:ext>
              </a:extLst>
            </p:cNvPr>
            <p:cNvCxnSpPr>
              <a:cxnSpLocks/>
            </p:cNvCxnSpPr>
            <p:nvPr/>
          </p:nvCxnSpPr>
          <p:spPr>
            <a:xfrm>
              <a:off x="21060181" y="19153192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직선 화살표 연결선 479">
              <a:extLst>
                <a:ext uri="{FF2B5EF4-FFF2-40B4-BE49-F238E27FC236}">
                  <a16:creationId xmlns:a16="http://schemas.microsoft.com/office/drawing/2014/main" id="{F0903502-6BB5-8C35-63DD-2761AB710BBE}"/>
                </a:ext>
              </a:extLst>
            </p:cNvPr>
            <p:cNvCxnSpPr>
              <a:cxnSpLocks/>
            </p:cNvCxnSpPr>
            <p:nvPr/>
          </p:nvCxnSpPr>
          <p:spPr>
            <a:xfrm>
              <a:off x="21060181" y="18721192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0" name="TextBox 449">
            <a:extLst>
              <a:ext uri="{FF2B5EF4-FFF2-40B4-BE49-F238E27FC236}">
                <a16:creationId xmlns:a16="http://schemas.microsoft.com/office/drawing/2014/main" id="{65FB31F6-7046-5767-2B8F-9249ED796719}"/>
              </a:ext>
            </a:extLst>
          </p:cNvPr>
          <p:cNvSpPr txBox="1"/>
          <p:nvPr/>
        </p:nvSpPr>
        <p:spPr>
          <a:xfrm>
            <a:off x="6624181" y="19368350"/>
            <a:ext cx="288000" cy="144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r>
              <a:rPr lang="ko-KR" altLang="en-US" sz="800" b="1" dirty="0"/>
              <a:t>▼ </a:t>
            </a:r>
            <a:r>
              <a:rPr lang="en-US" altLang="ko-KR" sz="800" b="1" dirty="0"/>
              <a:t>Compute Shader </a:t>
            </a:r>
            <a:r>
              <a:rPr lang="ko-KR" altLang="en-US" sz="800" b="1" dirty="0"/>
              <a:t>활용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2BDAE61C-ADBC-B0AD-4B5A-381D49216319}"/>
              </a:ext>
            </a:extLst>
          </p:cNvPr>
          <p:cNvSpPr txBox="1"/>
          <p:nvPr/>
        </p:nvSpPr>
        <p:spPr>
          <a:xfrm>
            <a:off x="31392181" y="13834450"/>
            <a:ext cx="288000" cy="144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r>
              <a:rPr lang="ko-KR" altLang="en-US" sz="800" b="1" dirty="0"/>
              <a:t>▼ </a:t>
            </a:r>
            <a:r>
              <a:rPr lang="en-US" altLang="ko-KR" sz="800" b="1" dirty="0" err="1"/>
              <a:t>Imgui</a:t>
            </a:r>
            <a:r>
              <a:rPr lang="en-US" altLang="ko-KR" sz="800" b="1" dirty="0"/>
              <a:t> </a:t>
            </a:r>
            <a:r>
              <a:rPr lang="ko-KR" altLang="en-US" sz="800" b="1" dirty="0"/>
              <a:t>활용 예시</a:t>
            </a:r>
          </a:p>
        </p:txBody>
      </p:sp>
      <p:sp>
        <p:nvSpPr>
          <p:cNvPr id="482" name="TextBox 481">
            <a:extLst>
              <a:ext uri="{FF2B5EF4-FFF2-40B4-BE49-F238E27FC236}">
                <a16:creationId xmlns:a16="http://schemas.microsoft.com/office/drawing/2014/main" id="{DEA28C11-E022-7B72-4281-A251E2703E8A}"/>
              </a:ext>
            </a:extLst>
          </p:cNvPr>
          <p:cNvSpPr txBox="1"/>
          <p:nvPr/>
        </p:nvSpPr>
        <p:spPr>
          <a:xfrm>
            <a:off x="23904181" y="12672350"/>
            <a:ext cx="288000" cy="144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r>
              <a:rPr lang="ko-KR" altLang="en-US" sz="800" b="1" dirty="0"/>
              <a:t>▼ </a:t>
            </a:r>
            <a:r>
              <a:rPr lang="en-US" altLang="ko-KR" sz="800" b="1" dirty="0" err="1"/>
              <a:t>RendorDoc</a:t>
            </a:r>
            <a:r>
              <a:rPr lang="ko-KR" altLang="en-US" sz="800" b="1" dirty="0"/>
              <a:t> 내 </a:t>
            </a:r>
            <a:r>
              <a:rPr lang="en-US" altLang="ko-KR" sz="800" b="1" dirty="0"/>
              <a:t>TimeLine</a:t>
            </a:r>
            <a:endParaRPr lang="ko-KR" altLang="en-US" sz="800" b="1" dirty="0"/>
          </a:p>
        </p:txBody>
      </p:sp>
      <p:sp>
        <p:nvSpPr>
          <p:cNvPr id="500" name="TextBox 499">
            <a:extLst>
              <a:ext uri="{FF2B5EF4-FFF2-40B4-BE49-F238E27FC236}">
                <a16:creationId xmlns:a16="http://schemas.microsoft.com/office/drawing/2014/main" id="{46C947C3-48E4-3FA2-D514-D70C2EDC49F6}"/>
              </a:ext>
            </a:extLst>
          </p:cNvPr>
          <p:cNvSpPr txBox="1"/>
          <p:nvPr/>
        </p:nvSpPr>
        <p:spPr>
          <a:xfrm>
            <a:off x="34488181" y="1492104"/>
            <a:ext cx="288000" cy="144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r>
              <a:rPr lang="ko-KR" altLang="en-US" sz="800" b="1" dirty="0"/>
              <a:t>▼</a:t>
            </a:r>
            <a:r>
              <a:rPr lang="ko-KR" altLang="en-US" sz="800" b="1"/>
              <a:t>생성한 </a:t>
            </a:r>
            <a:r>
              <a:rPr lang="en-US" altLang="ko-KR" sz="800" b="1" dirty="0"/>
              <a:t>Mesh </a:t>
            </a:r>
            <a:r>
              <a:rPr lang="ko-KR" altLang="en-US" sz="800" b="1" dirty="0"/>
              <a:t>예시</a:t>
            </a:r>
          </a:p>
        </p:txBody>
      </p:sp>
      <p:pic>
        <p:nvPicPr>
          <p:cNvPr id="503" name="그림 502">
            <a:extLst>
              <a:ext uri="{FF2B5EF4-FFF2-40B4-BE49-F238E27FC236}">
                <a16:creationId xmlns:a16="http://schemas.microsoft.com/office/drawing/2014/main" id="{A19CCA1C-EE4E-938D-69D0-F7FCADE17C9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392181" y="18560073"/>
            <a:ext cx="3096965" cy="2087999"/>
          </a:xfrm>
          <a:prstGeom prst="rect">
            <a:avLst/>
          </a:prstGeom>
        </p:spPr>
      </p:pic>
      <p:pic>
        <p:nvPicPr>
          <p:cNvPr id="505" name="그림 504">
            <a:extLst>
              <a:ext uri="{FF2B5EF4-FFF2-40B4-BE49-F238E27FC236}">
                <a16:creationId xmlns:a16="http://schemas.microsoft.com/office/drawing/2014/main" id="{E0BE7620-3029-2678-3728-B58B993F12D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840770" y="18560072"/>
            <a:ext cx="2928439" cy="2088000"/>
          </a:xfrm>
          <a:prstGeom prst="rect">
            <a:avLst/>
          </a:prstGeom>
        </p:spPr>
      </p:pic>
      <p:pic>
        <p:nvPicPr>
          <p:cNvPr id="507" name="그림 506">
            <a:extLst>
              <a:ext uri="{FF2B5EF4-FFF2-40B4-BE49-F238E27FC236}">
                <a16:creationId xmlns:a16="http://schemas.microsoft.com/office/drawing/2014/main" id="{6B5014FD-CBC3-2B19-F676-09F4C598040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511041" y="18560072"/>
            <a:ext cx="2304000" cy="2104278"/>
          </a:xfrm>
          <a:prstGeom prst="rect">
            <a:avLst/>
          </a:prstGeom>
        </p:spPr>
      </p:pic>
      <p:pic>
        <p:nvPicPr>
          <p:cNvPr id="511" name="그림 510">
            <a:extLst>
              <a:ext uri="{FF2B5EF4-FFF2-40B4-BE49-F238E27FC236}">
                <a16:creationId xmlns:a16="http://schemas.microsoft.com/office/drawing/2014/main" id="{67A9FA09-06D9-DDAE-1337-978112D1296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152181" y="20808350"/>
            <a:ext cx="2637150" cy="792000"/>
          </a:xfrm>
          <a:prstGeom prst="rect">
            <a:avLst/>
          </a:prstGeom>
        </p:spPr>
      </p:pic>
      <p:pic>
        <p:nvPicPr>
          <p:cNvPr id="68" name="그림 67">
            <a:extLst>
              <a:ext uri="{FF2B5EF4-FFF2-40B4-BE49-F238E27FC236}">
                <a16:creationId xmlns:a16="http://schemas.microsoft.com/office/drawing/2014/main" id="{C7145B72-D31D-B581-5D53-646F8705964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1392180" y="20808350"/>
            <a:ext cx="2840507" cy="648000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643F8A55-291D-0812-3F79-42D0F501B2A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344181" y="20808350"/>
            <a:ext cx="2735998" cy="1087734"/>
          </a:xfrm>
          <a:prstGeom prst="rect">
            <a:avLst/>
          </a:prstGeom>
        </p:spPr>
      </p:pic>
      <p:pic>
        <p:nvPicPr>
          <p:cNvPr id="80" name="그림 79">
            <a:extLst>
              <a:ext uri="{FF2B5EF4-FFF2-40B4-BE49-F238E27FC236}">
                <a16:creationId xmlns:a16="http://schemas.microsoft.com/office/drawing/2014/main" id="{AB191257-E530-C3A0-9507-D9CF0918F2C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392181" y="22032350"/>
            <a:ext cx="2736000" cy="2663282"/>
          </a:xfrm>
          <a:prstGeom prst="rect">
            <a:avLst/>
          </a:prstGeom>
        </p:spPr>
      </p:pic>
      <p:pic>
        <p:nvPicPr>
          <p:cNvPr id="107" name="그림 106">
            <a:extLst>
              <a:ext uri="{FF2B5EF4-FFF2-40B4-BE49-F238E27FC236}">
                <a16:creationId xmlns:a16="http://schemas.microsoft.com/office/drawing/2014/main" id="{4E48EB7C-C93E-25BC-4C09-AD700ADB9362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b="2132"/>
          <a:stretch/>
        </p:blipFill>
        <p:spPr>
          <a:xfrm>
            <a:off x="34200181" y="22032350"/>
            <a:ext cx="2735998" cy="3220330"/>
          </a:xfrm>
          <a:prstGeom prst="rect">
            <a:avLst/>
          </a:prstGeom>
        </p:spPr>
      </p:pic>
      <p:pic>
        <p:nvPicPr>
          <p:cNvPr id="281" name="그림 280">
            <a:extLst>
              <a:ext uri="{FF2B5EF4-FFF2-40B4-BE49-F238E27FC236}">
                <a16:creationId xmlns:a16="http://schemas.microsoft.com/office/drawing/2014/main" id="{345B4748-99F5-C4A9-B914-C56BA1114F6F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b="12110"/>
          <a:stretch/>
        </p:blipFill>
        <p:spPr>
          <a:xfrm>
            <a:off x="37008183" y="22032350"/>
            <a:ext cx="2735998" cy="2892010"/>
          </a:xfrm>
          <a:prstGeom prst="rect">
            <a:avLst/>
          </a:prstGeom>
        </p:spPr>
      </p:pic>
      <p:sp>
        <p:nvSpPr>
          <p:cNvPr id="394" name="TextBox 393">
            <a:extLst>
              <a:ext uri="{FF2B5EF4-FFF2-40B4-BE49-F238E27FC236}">
                <a16:creationId xmlns:a16="http://schemas.microsoft.com/office/drawing/2014/main" id="{48DB5F11-0595-83C3-2B46-E8C5BD2A0F39}"/>
              </a:ext>
            </a:extLst>
          </p:cNvPr>
          <p:cNvSpPr txBox="1"/>
          <p:nvPr/>
        </p:nvSpPr>
        <p:spPr>
          <a:xfrm>
            <a:off x="31392181" y="18409490"/>
            <a:ext cx="288000" cy="144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r>
              <a:rPr lang="ko-KR" altLang="en-US" sz="800" b="1" dirty="0"/>
              <a:t>▼ </a:t>
            </a:r>
            <a:r>
              <a:rPr lang="en-US" altLang="ko-KR" sz="800" b="1" dirty="0" err="1"/>
              <a:t>ViewPort</a:t>
            </a:r>
            <a:endParaRPr lang="ko-KR" altLang="en-US" sz="800" b="1" dirty="0"/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9C0D89BB-D2BF-5498-8ED7-19CDF6DA36A5}"/>
              </a:ext>
            </a:extLst>
          </p:cNvPr>
          <p:cNvSpPr txBox="1"/>
          <p:nvPr/>
        </p:nvSpPr>
        <p:spPr>
          <a:xfrm>
            <a:off x="34488181" y="18409490"/>
            <a:ext cx="288000" cy="144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r>
              <a:rPr lang="ko-KR" altLang="en-US" sz="800" b="1" dirty="0"/>
              <a:t>▼ </a:t>
            </a:r>
            <a:r>
              <a:rPr lang="en-US" altLang="ko-KR" sz="800" b="1" dirty="0"/>
              <a:t>Light </a:t>
            </a:r>
            <a:r>
              <a:rPr lang="ko-KR" altLang="en-US" sz="800" b="1" dirty="0"/>
              <a:t>관리 </a:t>
            </a:r>
            <a:r>
              <a:rPr lang="en-US" altLang="ko-KR" sz="800" b="1" dirty="0"/>
              <a:t>(Shadow Map)</a:t>
            </a:r>
            <a:endParaRPr lang="ko-KR" altLang="en-US" sz="800" b="1" dirty="0"/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07CBD576-972A-F9CA-2D12-EB4EDDDAE875}"/>
              </a:ext>
            </a:extLst>
          </p:cNvPr>
          <p:cNvSpPr txBox="1"/>
          <p:nvPr/>
        </p:nvSpPr>
        <p:spPr>
          <a:xfrm>
            <a:off x="36864181" y="18409490"/>
            <a:ext cx="288000" cy="144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r>
              <a:rPr lang="ko-KR" altLang="en-US" sz="800" b="1" dirty="0"/>
              <a:t>▼</a:t>
            </a:r>
            <a:r>
              <a:rPr lang="en-US" altLang="ko-KR" sz="800" b="1" dirty="0"/>
              <a:t>Texture Viewer</a:t>
            </a:r>
            <a:endParaRPr lang="ko-KR" altLang="en-US" sz="800" b="1" dirty="0"/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E6EAECCD-42D9-8A9C-0195-B86CF5A7A2B0}"/>
              </a:ext>
            </a:extLst>
          </p:cNvPr>
          <p:cNvSpPr txBox="1"/>
          <p:nvPr/>
        </p:nvSpPr>
        <p:spPr>
          <a:xfrm>
            <a:off x="31392181" y="20664350"/>
            <a:ext cx="288000" cy="144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r>
              <a:rPr lang="ko-KR" altLang="en-US" sz="800" b="1" dirty="0"/>
              <a:t>▼ </a:t>
            </a:r>
            <a:r>
              <a:rPr lang="en-US" altLang="ko-KR" sz="800" b="1" dirty="0"/>
              <a:t>Render Item(Instance) </a:t>
            </a:r>
            <a:r>
              <a:rPr lang="ko-KR" altLang="en-US" sz="800" b="1" dirty="0"/>
              <a:t>관리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EFEC52FC-8FB9-73B9-2E62-B3E1F8FA575C}"/>
              </a:ext>
            </a:extLst>
          </p:cNvPr>
          <p:cNvSpPr txBox="1"/>
          <p:nvPr/>
        </p:nvSpPr>
        <p:spPr>
          <a:xfrm>
            <a:off x="34344181" y="20664350"/>
            <a:ext cx="288000" cy="144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r>
              <a:rPr lang="ko-KR" altLang="en-US" sz="800" b="1" dirty="0"/>
              <a:t>▼ </a:t>
            </a:r>
            <a:r>
              <a:rPr lang="en-US" altLang="ko-KR" sz="800" b="1" dirty="0"/>
              <a:t>Render Item – Affine Transform </a:t>
            </a:r>
            <a:r>
              <a:rPr lang="ko-KR" altLang="en-US" sz="800" b="1" dirty="0"/>
              <a:t>관리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B4B0EB1B-44FE-5840-F2A7-391BDD4A9267}"/>
              </a:ext>
            </a:extLst>
          </p:cNvPr>
          <p:cNvSpPr txBox="1"/>
          <p:nvPr/>
        </p:nvSpPr>
        <p:spPr>
          <a:xfrm>
            <a:off x="37152181" y="20664350"/>
            <a:ext cx="288000" cy="144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r>
              <a:rPr lang="ko-KR" altLang="en-US" sz="800" b="1" dirty="0"/>
              <a:t>▼</a:t>
            </a:r>
            <a:r>
              <a:rPr lang="en-US" altLang="ko-KR" sz="800" b="1" dirty="0" err="1"/>
              <a:t>Cubemap</a:t>
            </a:r>
            <a:r>
              <a:rPr lang="en-US" altLang="ko-KR" sz="800" b="1" dirty="0"/>
              <a:t> Control panel</a:t>
            </a:r>
            <a:endParaRPr lang="ko-KR" altLang="en-US" sz="800" b="1" dirty="0"/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1CD75D11-6C77-D677-64A7-6DB2660DE60C}"/>
              </a:ext>
            </a:extLst>
          </p:cNvPr>
          <p:cNvSpPr txBox="1"/>
          <p:nvPr/>
        </p:nvSpPr>
        <p:spPr>
          <a:xfrm>
            <a:off x="31392181" y="21888350"/>
            <a:ext cx="288000" cy="144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r>
              <a:rPr lang="ko-KR" altLang="en-US" sz="800" b="1" dirty="0"/>
              <a:t>▼ </a:t>
            </a:r>
            <a:r>
              <a:rPr lang="en-US" altLang="ko-KR" sz="800" b="1" dirty="0"/>
              <a:t>Render Item – Displacement Map </a:t>
            </a:r>
            <a:r>
              <a:rPr lang="ko-KR" altLang="en-US" sz="800" b="1" dirty="0"/>
              <a:t>관리</a:t>
            </a:r>
          </a:p>
        </p:txBody>
      </p:sp>
      <p:sp>
        <p:nvSpPr>
          <p:cNvPr id="444" name="TextBox 443">
            <a:extLst>
              <a:ext uri="{FF2B5EF4-FFF2-40B4-BE49-F238E27FC236}">
                <a16:creationId xmlns:a16="http://schemas.microsoft.com/office/drawing/2014/main" id="{BE1B3F05-2A25-6523-27A3-7E2C963E27B2}"/>
              </a:ext>
            </a:extLst>
          </p:cNvPr>
          <p:cNvSpPr txBox="1"/>
          <p:nvPr/>
        </p:nvSpPr>
        <p:spPr>
          <a:xfrm>
            <a:off x="34200181" y="21888350"/>
            <a:ext cx="288000" cy="144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r>
              <a:rPr lang="ko-KR" altLang="en-US" sz="800" b="1" dirty="0"/>
              <a:t>▼ </a:t>
            </a:r>
            <a:r>
              <a:rPr lang="en-US" altLang="ko-KR" sz="800" b="1" dirty="0"/>
              <a:t>Render Item – Material (Diffuse Map) </a:t>
            </a:r>
            <a:r>
              <a:rPr lang="ko-KR" altLang="en-US" sz="800" b="1" dirty="0"/>
              <a:t>관리</a:t>
            </a:r>
          </a:p>
        </p:txBody>
      </p:sp>
      <p:sp>
        <p:nvSpPr>
          <p:cNvPr id="445" name="TextBox 444">
            <a:extLst>
              <a:ext uri="{FF2B5EF4-FFF2-40B4-BE49-F238E27FC236}">
                <a16:creationId xmlns:a16="http://schemas.microsoft.com/office/drawing/2014/main" id="{43525F0C-CE5B-3DDA-4D09-AFC63E4C6213}"/>
              </a:ext>
            </a:extLst>
          </p:cNvPr>
          <p:cNvSpPr txBox="1"/>
          <p:nvPr/>
        </p:nvSpPr>
        <p:spPr>
          <a:xfrm>
            <a:off x="37008181" y="21888350"/>
            <a:ext cx="288000" cy="144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r>
              <a:rPr lang="ko-KR" altLang="en-US" sz="800" b="1" dirty="0"/>
              <a:t>▼ </a:t>
            </a:r>
            <a:r>
              <a:rPr lang="en-US" altLang="ko-KR" sz="800" b="1" dirty="0"/>
              <a:t>Render Item – Material (Normal Map) </a:t>
            </a:r>
            <a:r>
              <a:rPr lang="ko-KR" altLang="en-US" sz="800" b="1" dirty="0"/>
              <a:t>관리</a:t>
            </a:r>
          </a:p>
        </p:txBody>
      </p:sp>
    </p:spTree>
    <p:extLst>
      <p:ext uri="{BB962C8B-B14F-4D97-AF65-F5344CB8AC3E}">
        <p14:creationId xmlns:p14="http://schemas.microsoft.com/office/powerpoint/2010/main" val="2062567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11F46-5D66-CD1C-D9CB-56854C897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제목 1">
            <a:extLst>
              <a:ext uri="{FF2B5EF4-FFF2-40B4-BE49-F238E27FC236}">
                <a16:creationId xmlns:a16="http://schemas.microsoft.com/office/drawing/2014/main" id="{A438CBF9-48D5-5B7B-552B-1B0A85F3D0EB}"/>
              </a:ext>
            </a:extLst>
          </p:cNvPr>
          <p:cNvSpPr txBox="1">
            <a:spLocks/>
          </p:cNvSpPr>
          <p:nvPr/>
        </p:nvSpPr>
        <p:spPr>
          <a:xfrm>
            <a:off x="200840" y="228613"/>
            <a:ext cx="3312000" cy="286809"/>
          </a:xfrm>
          <a:prstGeom prst="rect">
            <a:avLst/>
          </a:prstGeom>
        </p:spPr>
        <p:txBody>
          <a:bodyPr vert="horz" wrap="none" lIns="91440" tIns="46800" rIns="91440" bIns="46800" rtlCol="0" anchor="ctr">
            <a:noAutofit/>
          </a:bodyPr>
          <a:lstStyle>
            <a:lvl1pPr algn="l" defTabSz="91433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1800" b="1" kern="1200" baseline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  <a:cs typeface="+mj-cs"/>
              </a:defRPr>
            </a:lvl1pPr>
          </a:lstStyle>
          <a:p>
            <a:pPr marL="0" marR="0" lvl="0" indent="0" algn="l" defTabSz="914331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에스코어 드림 7 ExtraBold" panose="020B0803030302020204" pitchFamily="34" charset="-127"/>
                <a:ea typeface="에스코어 드림 7 ExtraBold" panose="020B0803030302020204" pitchFamily="34" charset="-127"/>
                <a:cs typeface="+mj-cs"/>
              </a:rPr>
              <a:t>DX12 with ECS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에스코어 드림 7 ExtraBold" panose="020B0803030302020204" pitchFamily="34" charset="-127"/>
                <a:ea typeface="에스코어 드림 7 ExtraBold" panose="020B0803030302020204" pitchFamily="34" charset="-127"/>
                <a:cs typeface="+mj-cs"/>
              </a:rPr>
              <a:t>엔진 개발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에스코어 드림 7 ExtraBold" panose="020B0803030302020204" pitchFamily="34" charset="-127"/>
                <a:ea typeface="에스코어 드림 7 ExtraBold" panose="020B0803030302020204" pitchFamily="34" charset="-127"/>
                <a:cs typeface="+mj-cs"/>
              </a:rPr>
              <a:t>| 1. </a:t>
            </a:r>
            <a:r>
              <a:rPr lang="en-US" altLang="ko-KR" dirty="0">
                <a:solidFill>
                  <a:sysClr val="windowText" lastClr="000000"/>
                </a:solidFill>
              </a:rPr>
              <a:t>Block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en-US" altLang="ko-KR" dirty="0">
                <a:solidFill>
                  <a:sysClr val="windowText" lastClr="000000"/>
                </a:solidFill>
              </a:rPr>
              <a:t>Diagram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에스코어 드림 7 ExtraBold" panose="020B0803030302020204" pitchFamily="34" charset="-127"/>
              <a:ea typeface="에스코어 드림 7 ExtraBold" panose="020B0803030302020204" pitchFamily="34" charset="-127"/>
              <a:cs typeface="+mj-cs"/>
            </a:endParaRPr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7AA0546A-5F18-EBDE-C91F-AE23E48E66F2}"/>
              </a:ext>
            </a:extLst>
          </p:cNvPr>
          <p:cNvSpPr/>
          <p:nvPr/>
        </p:nvSpPr>
        <p:spPr>
          <a:xfrm>
            <a:off x="144181" y="720349"/>
            <a:ext cx="3024000" cy="1936800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marL="0" marR="0" lvl="0" indent="0" algn="ctr" defTabSz="45716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ECSCoordinator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ctr" defTabSz="45716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ECS </a:t>
            </a:r>
            <a:r>
              <a:rPr kumimoji="0" lang="ko-KR" altLang="en-US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동작 관리 유닛</a:t>
            </a:r>
            <a:endParaRPr kumimoji="0" lang="en-US" altLang="ko-KR" sz="120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4" name="직사각형 283">
            <a:extLst>
              <a:ext uri="{FF2B5EF4-FFF2-40B4-BE49-F238E27FC236}">
                <a16:creationId xmlns:a16="http://schemas.microsoft.com/office/drawing/2014/main" id="{47D29F8C-D8E3-D640-3DB0-041A01E7B7F1}"/>
              </a:ext>
            </a:extLst>
          </p:cNvPr>
          <p:cNvSpPr/>
          <p:nvPr/>
        </p:nvSpPr>
        <p:spPr>
          <a:xfrm>
            <a:off x="288181" y="4176349"/>
            <a:ext cx="2736000" cy="1576800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>
              <a:defRPr/>
            </a:pPr>
            <a:r>
              <a:rPr lang="en-US" altLang="ko-KR" sz="1200" b="1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ECSCoordinator</a:t>
            </a:r>
            <a:r>
              <a:rPr lang="en-US" altLang="ko-KR" sz="1200" b="1" kern="0" dirty="0">
                <a:solidFill>
                  <a:prstClr val="black"/>
                </a:solidFill>
                <a:ea typeface="맑은 고딕" panose="020B0503020000020004" pitchFamily="50" charset="-127"/>
              </a:rPr>
              <a:t>::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Init()</a:t>
            </a:r>
          </a:p>
        </p:txBody>
      </p:sp>
      <p:sp>
        <p:nvSpPr>
          <p:cNvPr id="508" name="직사각형 110">
            <a:extLst>
              <a:ext uri="{FF2B5EF4-FFF2-40B4-BE49-F238E27FC236}">
                <a16:creationId xmlns:a16="http://schemas.microsoft.com/office/drawing/2014/main" id="{FE5C21AA-9893-18B1-7E44-60A1941C7830}"/>
              </a:ext>
            </a:extLst>
          </p:cNvPr>
          <p:cNvSpPr/>
          <p:nvPr/>
        </p:nvSpPr>
        <p:spPr>
          <a:xfrm>
            <a:off x="3456181" y="720349"/>
            <a:ext cx="5904000" cy="11951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lvl="0" algn="ctr" defTabSz="457166"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ArchetypeManager</a:t>
            </a:r>
            <a:b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</a:b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Archetype</a:t>
            </a:r>
            <a:r>
              <a:rPr kumimoji="0" lang="ko-KR" altLang="en-US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활용 데이터 관리 유닛</a:t>
            </a:r>
            <a:endParaRPr kumimoji="0" lang="en-US" altLang="ko-KR" sz="120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09" name="직사각형 283">
            <a:extLst>
              <a:ext uri="{FF2B5EF4-FFF2-40B4-BE49-F238E27FC236}">
                <a16:creationId xmlns:a16="http://schemas.microsoft.com/office/drawing/2014/main" id="{8E43E2FD-D220-AA6E-71F0-8558935A75D3}"/>
              </a:ext>
            </a:extLst>
          </p:cNvPr>
          <p:cNvSpPr/>
          <p:nvPr/>
        </p:nvSpPr>
        <p:spPr>
          <a:xfrm>
            <a:off x="432181" y="4464348"/>
            <a:ext cx="2448000" cy="22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1. Make Manager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(ECS</a:t>
            </a:r>
            <a:r>
              <a:rPr lang="ko-KR" altLang="en-US" sz="12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관련 </a:t>
            </a:r>
            <a:r>
              <a:rPr lang="en-US" altLang="ko-KR" sz="12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Manager</a:t>
            </a:r>
            <a:r>
              <a:rPr lang="ko-KR" altLang="en-US" sz="12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객체 등록</a:t>
            </a:r>
            <a:r>
              <a:rPr lang="en-US" altLang="ko-KR" sz="12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</a:p>
        </p:txBody>
      </p:sp>
      <p:sp>
        <p:nvSpPr>
          <p:cNvPr id="510" name="직사각형 283">
            <a:extLst>
              <a:ext uri="{FF2B5EF4-FFF2-40B4-BE49-F238E27FC236}">
                <a16:creationId xmlns:a16="http://schemas.microsoft.com/office/drawing/2014/main" id="{387C6031-1310-38B7-08E8-0ABCFBE87BB7}"/>
              </a:ext>
            </a:extLst>
          </p:cNvPr>
          <p:cNvSpPr/>
          <p:nvPr/>
        </p:nvSpPr>
        <p:spPr>
          <a:xfrm>
            <a:off x="432181" y="6840350"/>
            <a:ext cx="2448000" cy="5616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2. Register Component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</a:t>
            </a:r>
            <a:r>
              <a:rPr lang="ko-KR" altLang="en-US" sz="12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초기화 시 </a:t>
            </a:r>
            <a:r>
              <a:rPr kumimoji="0" lang="ko-KR" altLang="en-US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모든 </a:t>
            </a: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Component </a:t>
            </a:r>
            <a:r>
              <a:rPr kumimoji="0" lang="ko-KR" altLang="en-US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등록</a:t>
            </a: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82" name="직사각형 110">
            <a:extLst>
              <a:ext uri="{FF2B5EF4-FFF2-40B4-BE49-F238E27FC236}">
                <a16:creationId xmlns:a16="http://schemas.microsoft.com/office/drawing/2014/main" id="{7BD9DE22-D725-0B8B-878A-69F1F35685B9}"/>
              </a:ext>
            </a:extLst>
          </p:cNvPr>
          <p:cNvSpPr/>
          <p:nvPr/>
        </p:nvSpPr>
        <p:spPr>
          <a:xfrm>
            <a:off x="3600181" y="4176351"/>
            <a:ext cx="5616000" cy="1511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lvl="0" algn="ctr" defTabSz="457166">
              <a:defRPr/>
            </a:pPr>
            <a:r>
              <a:rPr kumimoji="0" lang="en-US" altLang="ko-KR" sz="105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ArchetypeManager</a:t>
            </a:r>
            <a:r>
              <a:rPr lang="en-US" altLang="ko-KR" sz="105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1050" b="1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RegisterComponent</a:t>
            </a:r>
            <a:r>
              <a:rPr lang="en-US" altLang="ko-KR" sz="1050" b="1" kern="0" dirty="0">
                <a:solidFill>
                  <a:prstClr val="black"/>
                </a:solidFill>
                <a:ea typeface="맑은 고딕" panose="020B0503020000020004" pitchFamily="50" charset="-127"/>
              </a:rPr>
              <a:t>()</a:t>
            </a:r>
            <a:endParaRPr kumimoji="0" lang="en-US" altLang="ko-KR" sz="105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13" name="직사각형 260">
            <a:extLst>
              <a:ext uri="{FF2B5EF4-FFF2-40B4-BE49-F238E27FC236}">
                <a16:creationId xmlns:a16="http://schemas.microsoft.com/office/drawing/2014/main" id="{D8645A4E-EEFC-081D-A499-44569E91E833}"/>
              </a:ext>
            </a:extLst>
          </p:cNvPr>
          <p:cNvSpPr/>
          <p:nvPr/>
        </p:nvSpPr>
        <p:spPr>
          <a:xfrm>
            <a:off x="576181" y="4968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ArchetypeManager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14" name="직사각형 260">
            <a:extLst>
              <a:ext uri="{FF2B5EF4-FFF2-40B4-BE49-F238E27FC236}">
                <a16:creationId xmlns:a16="http://schemas.microsoft.com/office/drawing/2014/main" id="{EF69C276-6BAC-09FF-EC07-1FD2560845C6}"/>
              </a:ext>
            </a:extLst>
          </p:cNvPr>
          <p:cNvSpPr/>
          <p:nvPr/>
        </p:nvSpPr>
        <p:spPr>
          <a:xfrm>
            <a:off x="576181" y="5400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SingletonComponentManager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15" name="직사각형 260">
            <a:extLst>
              <a:ext uri="{FF2B5EF4-FFF2-40B4-BE49-F238E27FC236}">
                <a16:creationId xmlns:a16="http://schemas.microsoft.com/office/drawing/2014/main" id="{7F028915-9C73-6FB3-41AF-DB7A366237D2}"/>
              </a:ext>
            </a:extLst>
          </p:cNvPr>
          <p:cNvSpPr/>
          <p:nvPr/>
        </p:nvSpPr>
        <p:spPr>
          <a:xfrm>
            <a:off x="576181" y="5832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EntityManager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16" name="직사각형 260">
            <a:extLst>
              <a:ext uri="{FF2B5EF4-FFF2-40B4-BE49-F238E27FC236}">
                <a16:creationId xmlns:a16="http://schemas.microsoft.com/office/drawing/2014/main" id="{AEC35E40-7074-93C7-25A1-DEDD7FDA61E5}"/>
              </a:ext>
            </a:extLst>
          </p:cNvPr>
          <p:cNvSpPr/>
          <p:nvPr/>
        </p:nvSpPr>
        <p:spPr>
          <a:xfrm>
            <a:off x="576181" y="6264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SystemManager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17" name="직사각형 260">
            <a:extLst>
              <a:ext uri="{FF2B5EF4-FFF2-40B4-BE49-F238E27FC236}">
                <a16:creationId xmlns:a16="http://schemas.microsoft.com/office/drawing/2014/main" id="{C1F51963-A882-6960-F781-F96728600CFB}"/>
              </a:ext>
            </a:extLst>
          </p:cNvPr>
          <p:cNvSpPr/>
          <p:nvPr/>
        </p:nvSpPr>
        <p:spPr>
          <a:xfrm>
            <a:off x="576181" y="7272351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DX12_BoundingComponent</a:t>
            </a:r>
          </a:p>
        </p:txBody>
      </p:sp>
      <p:sp>
        <p:nvSpPr>
          <p:cNvPr id="518" name="직사각형 260">
            <a:extLst>
              <a:ext uri="{FF2B5EF4-FFF2-40B4-BE49-F238E27FC236}">
                <a16:creationId xmlns:a16="http://schemas.microsoft.com/office/drawing/2014/main" id="{219E30D6-8AD5-7897-97D4-2C64EEF47236}"/>
              </a:ext>
            </a:extLst>
          </p:cNvPr>
          <p:cNvSpPr/>
          <p:nvPr/>
        </p:nvSpPr>
        <p:spPr>
          <a:xfrm>
            <a:off x="576181" y="7704351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DX12_MeshComponent</a:t>
            </a:r>
          </a:p>
        </p:txBody>
      </p:sp>
      <p:sp>
        <p:nvSpPr>
          <p:cNvPr id="519" name="직사각형 260">
            <a:extLst>
              <a:ext uri="{FF2B5EF4-FFF2-40B4-BE49-F238E27FC236}">
                <a16:creationId xmlns:a16="http://schemas.microsoft.com/office/drawing/2014/main" id="{A41E3BE0-2B62-764D-27D2-8942EE1B6315}"/>
              </a:ext>
            </a:extLst>
          </p:cNvPr>
          <p:cNvSpPr/>
          <p:nvPr/>
        </p:nvSpPr>
        <p:spPr>
          <a:xfrm>
            <a:off x="576181" y="8136351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InstanceData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520" name="직선 화살표 연결선 384">
            <a:extLst>
              <a:ext uri="{FF2B5EF4-FFF2-40B4-BE49-F238E27FC236}">
                <a16:creationId xmlns:a16="http://schemas.microsoft.com/office/drawing/2014/main" id="{30748734-D80E-8CE0-721F-6E04D7AE39A3}"/>
              </a:ext>
            </a:extLst>
          </p:cNvPr>
          <p:cNvCxnSpPr>
            <a:cxnSpLocks/>
          </p:cNvCxnSpPr>
          <p:nvPr/>
        </p:nvCxnSpPr>
        <p:spPr>
          <a:xfrm>
            <a:off x="1692181" y="5688352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1" name="직선 화살표 연결선 384">
            <a:extLst>
              <a:ext uri="{FF2B5EF4-FFF2-40B4-BE49-F238E27FC236}">
                <a16:creationId xmlns:a16="http://schemas.microsoft.com/office/drawing/2014/main" id="{C89DAD0C-2358-844D-988D-8BDD184DAC1A}"/>
              </a:ext>
            </a:extLst>
          </p:cNvPr>
          <p:cNvCxnSpPr>
            <a:cxnSpLocks/>
          </p:cNvCxnSpPr>
          <p:nvPr/>
        </p:nvCxnSpPr>
        <p:spPr>
          <a:xfrm>
            <a:off x="1692181" y="7560351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2" name="직선 화살표 연결선 384">
            <a:extLst>
              <a:ext uri="{FF2B5EF4-FFF2-40B4-BE49-F238E27FC236}">
                <a16:creationId xmlns:a16="http://schemas.microsoft.com/office/drawing/2014/main" id="{6B8E3176-3DC0-659C-1D67-8575BEF4082F}"/>
              </a:ext>
            </a:extLst>
          </p:cNvPr>
          <p:cNvCxnSpPr>
            <a:cxnSpLocks/>
          </p:cNvCxnSpPr>
          <p:nvPr/>
        </p:nvCxnSpPr>
        <p:spPr>
          <a:xfrm>
            <a:off x="1692181" y="5256352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3" name="직선 화살표 연결선 384">
            <a:extLst>
              <a:ext uri="{FF2B5EF4-FFF2-40B4-BE49-F238E27FC236}">
                <a16:creationId xmlns:a16="http://schemas.microsoft.com/office/drawing/2014/main" id="{A99A788F-451E-C5B0-9AB5-63AC65C5AA17}"/>
              </a:ext>
            </a:extLst>
          </p:cNvPr>
          <p:cNvCxnSpPr>
            <a:cxnSpLocks/>
          </p:cNvCxnSpPr>
          <p:nvPr/>
        </p:nvCxnSpPr>
        <p:spPr>
          <a:xfrm>
            <a:off x="1692181" y="6120352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4" name="직선 화살표 연결선 384">
            <a:extLst>
              <a:ext uri="{FF2B5EF4-FFF2-40B4-BE49-F238E27FC236}">
                <a16:creationId xmlns:a16="http://schemas.microsoft.com/office/drawing/2014/main" id="{91C07B4A-D7FD-9678-B6A8-2D070DDAF4AD}"/>
              </a:ext>
            </a:extLst>
          </p:cNvPr>
          <p:cNvCxnSpPr>
            <a:cxnSpLocks/>
          </p:cNvCxnSpPr>
          <p:nvPr/>
        </p:nvCxnSpPr>
        <p:spPr>
          <a:xfrm>
            <a:off x="1692181" y="7992351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5" name="직선 화살표 연결선 384">
            <a:extLst>
              <a:ext uri="{FF2B5EF4-FFF2-40B4-BE49-F238E27FC236}">
                <a16:creationId xmlns:a16="http://schemas.microsoft.com/office/drawing/2014/main" id="{5B3E6CB9-9EC4-E67B-2E88-1129BDBCA2C4}"/>
              </a:ext>
            </a:extLst>
          </p:cNvPr>
          <p:cNvCxnSpPr>
            <a:cxnSpLocks/>
          </p:cNvCxnSpPr>
          <p:nvPr/>
        </p:nvCxnSpPr>
        <p:spPr>
          <a:xfrm>
            <a:off x="1692181" y="6696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8" name="직사각형 283">
            <a:extLst>
              <a:ext uri="{FF2B5EF4-FFF2-40B4-BE49-F238E27FC236}">
                <a16:creationId xmlns:a16="http://schemas.microsoft.com/office/drawing/2014/main" id="{D2FFAE6F-7AC9-EBE5-8CFB-C6568BCF694C}"/>
              </a:ext>
            </a:extLst>
          </p:cNvPr>
          <p:cNvSpPr/>
          <p:nvPr/>
        </p:nvSpPr>
        <p:spPr>
          <a:xfrm>
            <a:off x="288181" y="1584350"/>
            <a:ext cx="2736000" cy="244799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Member</a:t>
            </a:r>
            <a:r>
              <a:rPr lang="ko-KR" altLang="en-US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Variable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29" name="직사각형 260">
            <a:extLst>
              <a:ext uri="{FF2B5EF4-FFF2-40B4-BE49-F238E27FC236}">
                <a16:creationId xmlns:a16="http://schemas.microsoft.com/office/drawing/2014/main" id="{3B20DD34-E487-1D56-6331-97B7E508DA75}"/>
              </a:ext>
            </a:extLst>
          </p:cNvPr>
          <p:cNvSpPr/>
          <p:nvPr/>
        </p:nvSpPr>
        <p:spPr>
          <a:xfrm>
            <a:off x="576181" y="1872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std:mutex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병렬처리 간 활용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30" name="직사각형 260">
            <a:extLst>
              <a:ext uri="{FF2B5EF4-FFF2-40B4-BE49-F238E27FC236}">
                <a16:creationId xmlns:a16="http://schemas.microsoft.com/office/drawing/2014/main" id="{037CB1D5-59DD-A861-897F-676408A54874}"/>
              </a:ext>
            </a:extLst>
          </p:cNvPr>
          <p:cNvSpPr/>
          <p:nvPr/>
        </p:nvSpPr>
        <p:spPr>
          <a:xfrm>
            <a:off x="576181" y="3600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unique_ptr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SystemManager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&gt;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System 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관리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531" name="직사각형 260">
            <a:extLst>
              <a:ext uri="{FF2B5EF4-FFF2-40B4-BE49-F238E27FC236}">
                <a16:creationId xmlns:a16="http://schemas.microsoft.com/office/drawing/2014/main" id="{665D9E72-754E-F8CD-75C9-C8E2393A1E43}"/>
              </a:ext>
            </a:extLst>
          </p:cNvPr>
          <p:cNvSpPr/>
          <p:nvPr/>
        </p:nvSpPr>
        <p:spPr>
          <a:xfrm>
            <a:off x="576181" y="2304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unique_ptr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EntityManager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&gt;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Entity 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관리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32" name="직사각형 260">
            <a:extLst>
              <a:ext uri="{FF2B5EF4-FFF2-40B4-BE49-F238E27FC236}">
                <a16:creationId xmlns:a16="http://schemas.microsoft.com/office/drawing/2014/main" id="{F9226A73-F218-CF22-B8B7-2050DC342387}"/>
              </a:ext>
            </a:extLst>
          </p:cNvPr>
          <p:cNvSpPr/>
          <p:nvPr/>
        </p:nvSpPr>
        <p:spPr>
          <a:xfrm>
            <a:off x="576181" y="2736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unique_ptr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ArchetypeManager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&gt;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Component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관리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33" name="직사각형 260">
            <a:extLst>
              <a:ext uri="{FF2B5EF4-FFF2-40B4-BE49-F238E27FC236}">
                <a16:creationId xmlns:a16="http://schemas.microsoft.com/office/drawing/2014/main" id="{19A22818-B659-E3BD-B0B4-4F15D1A042CB}"/>
              </a:ext>
            </a:extLst>
          </p:cNvPr>
          <p:cNvSpPr/>
          <p:nvPr/>
        </p:nvSpPr>
        <p:spPr>
          <a:xfrm>
            <a:off x="576181" y="3168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8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unique_ptr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</a:t>
            </a:r>
            <a:r>
              <a:rPr lang="en-US" altLang="ko-KR" sz="8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SingletonComponentManager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&gt;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Singleton Component 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관리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(e.g. Time)</a:t>
            </a:r>
          </a:p>
        </p:txBody>
      </p:sp>
      <p:sp>
        <p:nvSpPr>
          <p:cNvPr id="534" name="직사각형 283">
            <a:extLst>
              <a:ext uri="{FF2B5EF4-FFF2-40B4-BE49-F238E27FC236}">
                <a16:creationId xmlns:a16="http://schemas.microsoft.com/office/drawing/2014/main" id="{C694A102-A62E-162D-EE1F-5DD609078C7E}"/>
              </a:ext>
            </a:extLst>
          </p:cNvPr>
          <p:cNvSpPr/>
          <p:nvPr/>
        </p:nvSpPr>
        <p:spPr>
          <a:xfrm>
            <a:off x="3600181" y="1584349"/>
            <a:ext cx="2736000" cy="244799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Member</a:t>
            </a:r>
            <a:r>
              <a:rPr lang="ko-KR" altLang="en-US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Variable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36" name="직사각형 260">
            <a:extLst>
              <a:ext uri="{FF2B5EF4-FFF2-40B4-BE49-F238E27FC236}">
                <a16:creationId xmlns:a16="http://schemas.microsoft.com/office/drawing/2014/main" id="{F4FA8A09-B0F0-2035-5A99-5E8A7A660D34}"/>
              </a:ext>
            </a:extLst>
          </p:cNvPr>
          <p:cNvSpPr/>
          <p:nvPr/>
        </p:nvSpPr>
        <p:spPr>
          <a:xfrm>
            <a:off x="3888181" y="3600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7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7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</a:t>
            </a:r>
            <a:r>
              <a:rPr lang="en-US" altLang="ko-KR" sz="7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ComponentType</a:t>
            </a:r>
            <a:r>
              <a:rPr lang="en-US" altLang="ko-KR" sz="7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std::function&lt;std::</a:t>
            </a:r>
            <a:r>
              <a:rPr lang="en-US" altLang="ko-KR" sz="7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unique_ptr</a:t>
            </a:r>
            <a:r>
              <a:rPr lang="en-US" altLang="ko-KR" sz="7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</a:t>
            </a:r>
            <a:r>
              <a:rPr lang="en-US" altLang="ko-KR" sz="7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IComponentArray</a:t>
            </a:r>
            <a:r>
              <a:rPr lang="en-US" altLang="ko-KR" sz="7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&gt;()&gt;&gt;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Archetype </a:t>
            </a:r>
            <a:r>
              <a:rPr lang="ko-KR" altLang="en-US" sz="7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동작 간 생성자 정보 관리</a:t>
            </a:r>
            <a:endParaRPr lang="en-US" altLang="ko-KR" sz="7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537" name="직사각형 260">
            <a:extLst>
              <a:ext uri="{FF2B5EF4-FFF2-40B4-BE49-F238E27FC236}">
                <a16:creationId xmlns:a16="http://schemas.microsoft.com/office/drawing/2014/main" id="{41C7643C-CD39-332E-EC22-3D1309858475}"/>
              </a:ext>
            </a:extLst>
          </p:cNvPr>
          <p:cNvSpPr/>
          <p:nvPr/>
        </p:nvSpPr>
        <p:spPr>
          <a:xfrm>
            <a:off x="3888181" y="1872350"/>
            <a:ext cx="2160000" cy="720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6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6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6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</a:t>
            </a:r>
            <a:r>
              <a:rPr lang="en-US" altLang="ko-KR" sz="6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Signature,std</a:t>
            </a:r>
            <a:r>
              <a:rPr lang="en-US" altLang="ko-KR" sz="6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6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6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</a:t>
            </a:r>
            <a:r>
              <a:rPr lang="en-US" altLang="ko-KR" sz="6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SharedComponentID</a:t>
            </a:r>
            <a:r>
              <a:rPr lang="en-US" altLang="ko-KR" sz="6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std::</a:t>
            </a:r>
            <a:r>
              <a:rPr lang="en-US" altLang="ko-KR" sz="6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unique_ptr</a:t>
            </a:r>
            <a:r>
              <a:rPr lang="en-US" altLang="ko-KR" sz="6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&lt;Archetype&gt;&gt;&gt;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1) 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동일한 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Signature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를 갖는 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Archetype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은 하나로 관리</a:t>
            </a:r>
            <a:endParaRPr lang="en-US" altLang="ko-KR" sz="8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2) </a:t>
            </a:r>
            <a:r>
              <a:rPr lang="en-US" altLang="ko-KR" sz="8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SharedComponentID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기준으로 추가 관리 </a:t>
            </a:r>
            <a:endParaRPr lang="en-US" altLang="ko-KR" sz="8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-&gt; 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목적은 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Render Layer 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별 그룹화</a:t>
            </a:r>
            <a:endParaRPr lang="en-US" altLang="ko-KR" sz="8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538" name="직사각형 260">
            <a:extLst>
              <a:ext uri="{FF2B5EF4-FFF2-40B4-BE49-F238E27FC236}">
                <a16:creationId xmlns:a16="http://schemas.microsoft.com/office/drawing/2014/main" id="{3502D4CB-CD80-D7C5-FCEB-12ACCDBE38F7}"/>
              </a:ext>
            </a:extLst>
          </p:cNvPr>
          <p:cNvSpPr/>
          <p:nvPr/>
        </p:nvSpPr>
        <p:spPr>
          <a:xfrm>
            <a:off x="3888181" y="2736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8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&lt;Entity, </a:t>
            </a:r>
            <a:r>
              <a:rPr lang="en-US" altLang="ko-KR" sz="8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EntityLocation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&gt;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Archetype </a:t>
            </a:r>
            <a:r>
              <a:rPr kumimoji="0" lang="ko-KR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내 </a:t>
            </a:r>
            <a:r>
              <a:rPr kumimoji="0" lang="en-US" altLang="ko-KR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Entity 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정보</a:t>
            </a:r>
            <a:r>
              <a:rPr kumimoji="0" lang="ko-KR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색인</a:t>
            </a:r>
            <a:endParaRPr kumimoji="0" lang="en-US" altLang="ko-KR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39" name="직사각형 260">
            <a:extLst>
              <a:ext uri="{FF2B5EF4-FFF2-40B4-BE49-F238E27FC236}">
                <a16:creationId xmlns:a16="http://schemas.microsoft.com/office/drawing/2014/main" id="{2B7DF10D-BC00-7988-D143-5E378DBC258A}"/>
              </a:ext>
            </a:extLst>
          </p:cNvPr>
          <p:cNvSpPr/>
          <p:nvPr/>
        </p:nvSpPr>
        <p:spPr>
          <a:xfrm>
            <a:off x="3888181" y="3168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6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6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6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&lt;std::</a:t>
            </a:r>
            <a:r>
              <a:rPr lang="en-US" altLang="ko-KR" sz="6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type_index</a:t>
            </a:r>
            <a:r>
              <a:rPr lang="en-US" altLang="ko-KR" sz="6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</a:t>
            </a:r>
            <a:r>
              <a:rPr lang="en-US" altLang="ko-KR" sz="6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ComponentType</a:t>
            </a:r>
            <a:r>
              <a:rPr lang="en-US" altLang="ko-KR" sz="6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&gt;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Archetype </a:t>
            </a:r>
            <a:r>
              <a:rPr kumimoji="0" lang="ko-KR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내 </a:t>
            </a:r>
            <a:r>
              <a:rPr kumimoji="0" lang="en-US" altLang="ko-KR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Component 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정보</a:t>
            </a:r>
            <a:r>
              <a:rPr kumimoji="0" lang="ko-KR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관리</a:t>
            </a:r>
            <a:endParaRPr kumimoji="0" lang="en-US" altLang="ko-KR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540" name="직선 화살표 연결선 384">
            <a:extLst>
              <a:ext uri="{FF2B5EF4-FFF2-40B4-BE49-F238E27FC236}">
                <a16:creationId xmlns:a16="http://schemas.microsoft.com/office/drawing/2014/main" id="{8F392668-3BB8-0FF0-A14B-B4E8F3B88D6D}"/>
              </a:ext>
            </a:extLst>
          </p:cNvPr>
          <p:cNvCxnSpPr>
            <a:cxnSpLocks/>
          </p:cNvCxnSpPr>
          <p:nvPr/>
        </p:nvCxnSpPr>
        <p:spPr>
          <a:xfrm>
            <a:off x="2880181" y="7416351"/>
            <a:ext cx="432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1" name="직사각형 110">
            <a:extLst>
              <a:ext uri="{FF2B5EF4-FFF2-40B4-BE49-F238E27FC236}">
                <a16:creationId xmlns:a16="http://schemas.microsoft.com/office/drawing/2014/main" id="{1B207C74-98C6-73D8-8E5D-D42E61B69101}"/>
              </a:ext>
            </a:extLst>
          </p:cNvPr>
          <p:cNvSpPr/>
          <p:nvPr/>
        </p:nvSpPr>
        <p:spPr>
          <a:xfrm>
            <a:off x="22473334" y="720350"/>
            <a:ext cx="2952000" cy="799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lvl="0" algn="ctr" defTabSz="457166"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SingletonComponentManager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  <a:p>
            <a:pPr lvl="0" algn="ctr" defTabSz="457166">
              <a:defRPr/>
            </a:pP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Archetype</a:t>
            </a:r>
            <a:r>
              <a:rPr kumimoji="0" lang="ko-KR" altLang="en-US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활용 데이터 관리 유닛</a:t>
            </a:r>
            <a:endParaRPr kumimoji="0" lang="en-US" altLang="ko-KR" sz="120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42" name="직사각형 110">
            <a:extLst>
              <a:ext uri="{FF2B5EF4-FFF2-40B4-BE49-F238E27FC236}">
                <a16:creationId xmlns:a16="http://schemas.microsoft.com/office/drawing/2014/main" id="{948CF68C-3739-245D-302B-B181A73FC07B}"/>
              </a:ext>
            </a:extLst>
          </p:cNvPr>
          <p:cNvSpPr/>
          <p:nvPr/>
        </p:nvSpPr>
        <p:spPr>
          <a:xfrm>
            <a:off x="22615950" y="3744350"/>
            <a:ext cx="2666768" cy="2591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lvl="0" algn="ctr" defTabSz="457166">
              <a:defRPr/>
            </a:pPr>
            <a:r>
              <a:rPr kumimoji="0" lang="en-US" altLang="ko-KR" sz="105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ArchetypeManager</a:t>
            </a:r>
            <a:r>
              <a:rPr lang="en-US" altLang="ko-KR" sz="105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1050" b="1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ArchetypeManager</a:t>
            </a:r>
            <a:r>
              <a:rPr lang="en-US" altLang="ko-KR" sz="1050" b="1" kern="0" dirty="0">
                <a:solidFill>
                  <a:prstClr val="black"/>
                </a:solidFill>
                <a:ea typeface="맑은 고딕" panose="020B0503020000020004" pitchFamily="50" charset="-127"/>
              </a:rPr>
              <a:t>()</a:t>
            </a:r>
            <a:endParaRPr kumimoji="0" lang="en-US" altLang="ko-KR" sz="105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44" name="직사각형 283">
            <a:extLst>
              <a:ext uri="{FF2B5EF4-FFF2-40B4-BE49-F238E27FC236}">
                <a16:creationId xmlns:a16="http://schemas.microsoft.com/office/drawing/2014/main" id="{0197B6DD-6A02-1908-9732-CC9CAD850CD4}"/>
              </a:ext>
            </a:extLst>
          </p:cNvPr>
          <p:cNvSpPr/>
          <p:nvPr/>
        </p:nvSpPr>
        <p:spPr>
          <a:xfrm>
            <a:off x="22617334" y="1152349"/>
            <a:ext cx="2664000" cy="244799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Member</a:t>
            </a:r>
            <a:r>
              <a:rPr lang="ko-KR" altLang="en-US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Variable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46" name="직사각형 260">
            <a:extLst>
              <a:ext uri="{FF2B5EF4-FFF2-40B4-BE49-F238E27FC236}">
                <a16:creationId xmlns:a16="http://schemas.microsoft.com/office/drawing/2014/main" id="{BCA2E91F-A8ED-6AEE-EBC1-17E1A22A6BB0}"/>
              </a:ext>
            </a:extLst>
          </p:cNvPr>
          <p:cNvSpPr/>
          <p:nvPr/>
        </p:nvSpPr>
        <p:spPr>
          <a:xfrm>
            <a:off x="22905334" y="1440350"/>
            <a:ext cx="2087308" cy="720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8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&lt;std::</a:t>
            </a:r>
            <a:r>
              <a:rPr lang="en-US" altLang="ko-KR" sz="8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type_index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std::</a:t>
            </a:r>
            <a:r>
              <a:rPr lang="en-US" altLang="ko-KR" sz="8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unique_ptr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</a:t>
            </a:r>
            <a:r>
              <a:rPr lang="en-US" altLang="ko-KR" sz="8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ISingletonComponent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&gt;&gt;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8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Constant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를 관리하는 객체</a:t>
            </a:r>
            <a:endParaRPr lang="en-US" altLang="ko-KR" sz="8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550" name="직사각형 260">
            <a:extLst>
              <a:ext uri="{FF2B5EF4-FFF2-40B4-BE49-F238E27FC236}">
                <a16:creationId xmlns:a16="http://schemas.microsoft.com/office/drawing/2014/main" id="{3A942312-2A88-0FF9-2AD2-62BCB946FE39}"/>
              </a:ext>
            </a:extLst>
          </p:cNvPr>
          <p:cNvSpPr/>
          <p:nvPr/>
        </p:nvSpPr>
        <p:spPr>
          <a:xfrm>
            <a:off x="3888181" y="4464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1. Component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등록</a:t>
            </a:r>
            <a:endParaRPr lang="en-US" altLang="ko-KR" sz="10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551" name="직사각형 260">
            <a:extLst>
              <a:ext uri="{FF2B5EF4-FFF2-40B4-BE49-F238E27FC236}">
                <a16:creationId xmlns:a16="http://schemas.microsoft.com/office/drawing/2014/main" id="{4867478A-BAF9-670C-D5AC-8D8D1FC0E746}"/>
              </a:ext>
            </a:extLst>
          </p:cNvPr>
          <p:cNvSpPr/>
          <p:nvPr/>
        </p:nvSpPr>
        <p:spPr>
          <a:xfrm>
            <a:off x="6768181" y="4464350"/>
            <a:ext cx="2160000" cy="1080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2. Component Factory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에 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 Type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에 맞는 </a:t>
            </a:r>
            <a:r>
              <a:rPr lang="en-US" altLang="ko-KR" sz="10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ComponentArray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등록</a:t>
            </a:r>
            <a:endParaRPr lang="en-US" altLang="ko-KR" sz="10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실제 배열 생성은 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Add Component 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수행 시 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Archetype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에 따라 효율적으로 생성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</a:p>
        </p:txBody>
      </p:sp>
      <p:sp>
        <p:nvSpPr>
          <p:cNvPr id="552" name="직사각형 260">
            <a:extLst>
              <a:ext uri="{FF2B5EF4-FFF2-40B4-BE49-F238E27FC236}">
                <a16:creationId xmlns:a16="http://schemas.microsoft.com/office/drawing/2014/main" id="{1D50A320-33F5-9C88-33BB-71ABF2CE35EA}"/>
              </a:ext>
            </a:extLst>
          </p:cNvPr>
          <p:cNvSpPr/>
          <p:nvPr/>
        </p:nvSpPr>
        <p:spPr>
          <a:xfrm>
            <a:off x="576181" y="8568351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LightComponent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53" name="직사각형 260">
            <a:extLst>
              <a:ext uri="{FF2B5EF4-FFF2-40B4-BE49-F238E27FC236}">
                <a16:creationId xmlns:a16="http://schemas.microsoft.com/office/drawing/2014/main" id="{3129C882-799D-1F59-9A2A-B97EB3D7AF71}"/>
              </a:ext>
            </a:extLst>
          </p:cNvPr>
          <p:cNvSpPr/>
          <p:nvPr/>
        </p:nvSpPr>
        <p:spPr>
          <a:xfrm>
            <a:off x="576181" y="9000351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FMODAudioComponent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554" name="직선 화살표 연결선 384">
            <a:extLst>
              <a:ext uri="{FF2B5EF4-FFF2-40B4-BE49-F238E27FC236}">
                <a16:creationId xmlns:a16="http://schemas.microsoft.com/office/drawing/2014/main" id="{6A52C18D-2A64-BF24-F393-C0EA647F6D66}"/>
              </a:ext>
            </a:extLst>
          </p:cNvPr>
          <p:cNvCxnSpPr>
            <a:cxnSpLocks/>
          </p:cNvCxnSpPr>
          <p:nvPr/>
        </p:nvCxnSpPr>
        <p:spPr>
          <a:xfrm>
            <a:off x="1692181" y="8424351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직선 화살표 연결선 384">
            <a:extLst>
              <a:ext uri="{FF2B5EF4-FFF2-40B4-BE49-F238E27FC236}">
                <a16:creationId xmlns:a16="http://schemas.microsoft.com/office/drawing/2014/main" id="{B4B8CDCC-B4AA-B643-18A9-298DD422A63B}"/>
              </a:ext>
            </a:extLst>
          </p:cNvPr>
          <p:cNvCxnSpPr>
            <a:cxnSpLocks/>
          </p:cNvCxnSpPr>
          <p:nvPr/>
        </p:nvCxnSpPr>
        <p:spPr>
          <a:xfrm>
            <a:off x="1692181" y="8856351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6" name="직사각형 260">
            <a:extLst>
              <a:ext uri="{FF2B5EF4-FFF2-40B4-BE49-F238E27FC236}">
                <a16:creationId xmlns:a16="http://schemas.microsoft.com/office/drawing/2014/main" id="{F98F66FD-0936-CBED-032F-F2BF4BFC9C51}"/>
              </a:ext>
            </a:extLst>
          </p:cNvPr>
          <p:cNvSpPr/>
          <p:nvPr/>
        </p:nvSpPr>
        <p:spPr>
          <a:xfrm>
            <a:off x="576181" y="9432351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TransformComponent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57" name="직사각형 260">
            <a:extLst>
              <a:ext uri="{FF2B5EF4-FFF2-40B4-BE49-F238E27FC236}">
                <a16:creationId xmlns:a16="http://schemas.microsoft.com/office/drawing/2014/main" id="{AC1E716B-E26B-735E-4C72-7938C8BA10D9}"/>
              </a:ext>
            </a:extLst>
          </p:cNvPr>
          <p:cNvSpPr/>
          <p:nvPr/>
        </p:nvSpPr>
        <p:spPr>
          <a:xfrm>
            <a:off x="576181" y="9864351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RigidBodyComponent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558" name="직선 화살표 연결선 384">
            <a:extLst>
              <a:ext uri="{FF2B5EF4-FFF2-40B4-BE49-F238E27FC236}">
                <a16:creationId xmlns:a16="http://schemas.microsoft.com/office/drawing/2014/main" id="{380BDBF9-300E-F0A2-2E70-1045E2EB32A6}"/>
              </a:ext>
            </a:extLst>
          </p:cNvPr>
          <p:cNvCxnSpPr>
            <a:cxnSpLocks/>
          </p:cNvCxnSpPr>
          <p:nvPr/>
        </p:nvCxnSpPr>
        <p:spPr>
          <a:xfrm>
            <a:off x="1692181" y="9288351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직선 화살표 연결선 384">
            <a:extLst>
              <a:ext uri="{FF2B5EF4-FFF2-40B4-BE49-F238E27FC236}">
                <a16:creationId xmlns:a16="http://schemas.microsoft.com/office/drawing/2014/main" id="{1C01DBB1-99AE-7513-0C0E-7EF6FC077FDB}"/>
              </a:ext>
            </a:extLst>
          </p:cNvPr>
          <p:cNvCxnSpPr>
            <a:cxnSpLocks/>
          </p:cNvCxnSpPr>
          <p:nvPr/>
        </p:nvCxnSpPr>
        <p:spPr>
          <a:xfrm>
            <a:off x="1692181" y="9720351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0" name="직사각형 260">
            <a:extLst>
              <a:ext uri="{FF2B5EF4-FFF2-40B4-BE49-F238E27FC236}">
                <a16:creationId xmlns:a16="http://schemas.microsoft.com/office/drawing/2014/main" id="{5599D866-9585-C509-6AF1-EACFD015114B}"/>
              </a:ext>
            </a:extLst>
          </p:cNvPr>
          <p:cNvSpPr/>
          <p:nvPr/>
        </p:nvSpPr>
        <p:spPr>
          <a:xfrm>
            <a:off x="576181" y="10296351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GravityComponent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61" name="직사각형 260">
            <a:extLst>
              <a:ext uri="{FF2B5EF4-FFF2-40B4-BE49-F238E27FC236}">
                <a16:creationId xmlns:a16="http://schemas.microsoft.com/office/drawing/2014/main" id="{01FF10E2-AEB2-5069-2E91-02F14981EDC4}"/>
              </a:ext>
            </a:extLst>
          </p:cNvPr>
          <p:cNvSpPr/>
          <p:nvPr/>
        </p:nvSpPr>
        <p:spPr>
          <a:xfrm>
            <a:off x="576181" y="10728351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BoundingVolumnComponent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562" name="직선 화살표 연결선 384">
            <a:extLst>
              <a:ext uri="{FF2B5EF4-FFF2-40B4-BE49-F238E27FC236}">
                <a16:creationId xmlns:a16="http://schemas.microsoft.com/office/drawing/2014/main" id="{44B95B92-C717-DB03-28CD-0F2BE8E5FA59}"/>
              </a:ext>
            </a:extLst>
          </p:cNvPr>
          <p:cNvCxnSpPr>
            <a:cxnSpLocks/>
          </p:cNvCxnSpPr>
          <p:nvPr/>
        </p:nvCxnSpPr>
        <p:spPr>
          <a:xfrm>
            <a:off x="1692181" y="10152351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3" name="직선 화살표 연결선 384">
            <a:extLst>
              <a:ext uri="{FF2B5EF4-FFF2-40B4-BE49-F238E27FC236}">
                <a16:creationId xmlns:a16="http://schemas.microsoft.com/office/drawing/2014/main" id="{CB22EC1C-9687-9E33-4E44-F66F0669EC07}"/>
              </a:ext>
            </a:extLst>
          </p:cNvPr>
          <p:cNvCxnSpPr>
            <a:cxnSpLocks/>
          </p:cNvCxnSpPr>
          <p:nvPr/>
        </p:nvCxnSpPr>
        <p:spPr>
          <a:xfrm>
            <a:off x="1692181" y="10584351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4" name="직사각형 260">
            <a:extLst>
              <a:ext uri="{FF2B5EF4-FFF2-40B4-BE49-F238E27FC236}">
                <a16:creationId xmlns:a16="http://schemas.microsoft.com/office/drawing/2014/main" id="{D2C6DA49-F102-36D7-03FA-567C007B3B48}"/>
              </a:ext>
            </a:extLst>
          </p:cNvPr>
          <p:cNvSpPr/>
          <p:nvPr/>
        </p:nvSpPr>
        <p:spPr>
          <a:xfrm>
            <a:off x="576181" y="11160351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CFGInstanceComponent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565" name="직선 화살표 연결선 384">
            <a:extLst>
              <a:ext uri="{FF2B5EF4-FFF2-40B4-BE49-F238E27FC236}">
                <a16:creationId xmlns:a16="http://schemas.microsoft.com/office/drawing/2014/main" id="{15CB13D4-6CE9-DD89-3C58-F32F4FEF87AC}"/>
              </a:ext>
            </a:extLst>
          </p:cNvPr>
          <p:cNvCxnSpPr>
            <a:cxnSpLocks/>
          </p:cNvCxnSpPr>
          <p:nvPr/>
        </p:nvCxnSpPr>
        <p:spPr>
          <a:xfrm>
            <a:off x="1692181" y="11016351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6" name="직사각형 260">
            <a:extLst>
              <a:ext uri="{FF2B5EF4-FFF2-40B4-BE49-F238E27FC236}">
                <a16:creationId xmlns:a16="http://schemas.microsoft.com/office/drawing/2014/main" id="{07C92EAC-835A-9AD4-62D8-F018F428497C}"/>
              </a:ext>
            </a:extLst>
          </p:cNvPr>
          <p:cNvSpPr/>
          <p:nvPr/>
        </p:nvSpPr>
        <p:spPr>
          <a:xfrm>
            <a:off x="576181" y="11592351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PlayerControlComponent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67" name="직사각형 260">
            <a:extLst>
              <a:ext uri="{FF2B5EF4-FFF2-40B4-BE49-F238E27FC236}">
                <a16:creationId xmlns:a16="http://schemas.microsoft.com/office/drawing/2014/main" id="{35E56F64-9E7C-F6F0-5CC3-E118215B972E}"/>
              </a:ext>
            </a:extLst>
          </p:cNvPr>
          <p:cNvSpPr/>
          <p:nvPr/>
        </p:nvSpPr>
        <p:spPr>
          <a:xfrm>
            <a:off x="576181" y="12024351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TextureScaleComponent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568" name="직선 화살표 연결선 384">
            <a:extLst>
              <a:ext uri="{FF2B5EF4-FFF2-40B4-BE49-F238E27FC236}">
                <a16:creationId xmlns:a16="http://schemas.microsoft.com/office/drawing/2014/main" id="{BDA0AB2C-BA97-7CF0-3025-61A80A520C42}"/>
              </a:ext>
            </a:extLst>
          </p:cNvPr>
          <p:cNvCxnSpPr>
            <a:cxnSpLocks/>
          </p:cNvCxnSpPr>
          <p:nvPr/>
        </p:nvCxnSpPr>
        <p:spPr>
          <a:xfrm>
            <a:off x="1692181" y="11448351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9" name="직선 화살표 연결선 384">
            <a:extLst>
              <a:ext uri="{FF2B5EF4-FFF2-40B4-BE49-F238E27FC236}">
                <a16:creationId xmlns:a16="http://schemas.microsoft.com/office/drawing/2014/main" id="{04122AA4-51B8-3693-B97D-B620B1D25082}"/>
              </a:ext>
            </a:extLst>
          </p:cNvPr>
          <p:cNvCxnSpPr>
            <a:cxnSpLocks/>
          </p:cNvCxnSpPr>
          <p:nvPr/>
        </p:nvCxnSpPr>
        <p:spPr>
          <a:xfrm>
            <a:off x="1692181" y="11880351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1" name="직선 화살표 연결선 384">
            <a:extLst>
              <a:ext uri="{FF2B5EF4-FFF2-40B4-BE49-F238E27FC236}">
                <a16:creationId xmlns:a16="http://schemas.microsoft.com/office/drawing/2014/main" id="{480F064C-775B-0D50-2CE9-E5E2C801A64B}"/>
              </a:ext>
            </a:extLst>
          </p:cNvPr>
          <p:cNvCxnSpPr>
            <a:cxnSpLocks/>
          </p:cNvCxnSpPr>
          <p:nvPr/>
        </p:nvCxnSpPr>
        <p:spPr>
          <a:xfrm>
            <a:off x="3312181" y="4752350"/>
            <a:ext cx="286616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2" name="직선 화살표 연결선 384">
            <a:extLst>
              <a:ext uri="{FF2B5EF4-FFF2-40B4-BE49-F238E27FC236}">
                <a16:creationId xmlns:a16="http://schemas.microsoft.com/office/drawing/2014/main" id="{2D71CD24-2DDB-8879-326C-AEB0116FAFB1}"/>
              </a:ext>
            </a:extLst>
          </p:cNvPr>
          <p:cNvCxnSpPr>
            <a:cxnSpLocks/>
          </p:cNvCxnSpPr>
          <p:nvPr/>
        </p:nvCxnSpPr>
        <p:spPr>
          <a:xfrm flipV="1">
            <a:off x="3312181" y="4752350"/>
            <a:ext cx="0" cy="266400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1" name="직사각형 260">
            <a:extLst>
              <a:ext uri="{FF2B5EF4-FFF2-40B4-BE49-F238E27FC236}">
                <a16:creationId xmlns:a16="http://schemas.microsoft.com/office/drawing/2014/main" id="{40B122AE-5C61-92E4-21F8-D2040387E89D}"/>
              </a:ext>
            </a:extLst>
          </p:cNvPr>
          <p:cNvSpPr/>
          <p:nvPr/>
        </p:nvSpPr>
        <p:spPr>
          <a:xfrm>
            <a:off x="3600181" y="6336350"/>
            <a:ext cx="2736000" cy="612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type_index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ComponentType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mComponentTypes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(Type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에 대해 정수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Mapping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을 진행하는 목적은 </a:t>
            </a:r>
            <a:r>
              <a:rPr lang="en-US" altLang="ko-KR" sz="11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ArcheType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변경 발생 시 </a:t>
            </a:r>
            <a:r>
              <a:rPr lang="en-US" altLang="ko-KR" sz="11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MoveArray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처리를 위함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582" name="직사각형 260">
            <a:extLst>
              <a:ext uri="{FF2B5EF4-FFF2-40B4-BE49-F238E27FC236}">
                <a16:creationId xmlns:a16="http://schemas.microsoft.com/office/drawing/2014/main" id="{1BA92AB0-33C2-3CF2-50A7-EB958279FFB9}"/>
              </a:ext>
            </a:extLst>
          </p:cNvPr>
          <p:cNvSpPr/>
          <p:nvPr/>
        </p:nvSpPr>
        <p:spPr>
          <a:xfrm>
            <a:off x="6480181" y="6336350"/>
            <a:ext cx="2736000" cy="612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ComponentType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std::function&lt;std::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unique_ptr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IComponentArray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&gt;()&gt;&gt;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mComponentFactories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(Unique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생성자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Mapping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목적은 </a:t>
            </a:r>
            <a:r>
              <a:rPr lang="en-US" altLang="ko-KR" sz="11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ArcheType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에서 다양한 자료형을 관리하기 위함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</a:p>
        </p:txBody>
      </p:sp>
      <p:sp>
        <p:nvSpPr>
          <p:cNvPr id="583" name="직사각형 260">
            <a:extLst>
              <a:ext uri="{FF2B5EF4-FFF2-40B4-BE49-F238E27FC236}">
                <a16:creationId xmlns:a16="http://schemas.microsoft.com/office/drawing/2014/main" id="{437900BB-5A0A-F44D-EEFB-5BC5B01C6216}"/>
              </a:ext>
            </a:extLst>
          </p:cNvPr>
          <p:cNvSpPr/>
          <p:nvPr/>
        </p:nvSpPr>
        <p:spPr>
          <a:xfrm>
            <a:off x="3888181" y="7274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[DX12_BoundingComponent] = 0</a:t>
            </a:r>
          </a:p>
        </p:txBody>
      </p:sp>
      <p:sp>
        <p:nvSpPr>
          <p:cNvPr id="584" name="직사각형 260">
            <a:extLst>
              <a:ext uri="{FF2B5EF4-FFF2-40B4-BE49-F238E27FC236}">
                <a16:creationId xmlns:a16="http://schemas.microsoft.com/office/drawing/2014/main" id="{BA3FE4AC-F497-A9C6-62BD-5EA45B6BDA52}"/>
              </a:ext>
            </a:extLst>
          </p:cNvPr>
          <p:cNvSpPr/>
          <p:nvPr/>
        </p:nvSpPr>
        <p:spPr>
          <a:xfrm>
            <a:off x="3888181" y="7706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[DX12_MeshComponent] =  1</a:t>
            </a:r>
          </a:p>
        </p:txBody>
      </p:sp>
      <p:sp>
        <p:nvSpPr>
          <p:cNvPr id="585" name="직사각형 260">
            <a:extLst>
              <a:ext uri="{FF2B5EF4-FFF2-40B4-BE49-F238E27FC236}">
                <a16:creationId xmlns:a16="http://schemas.microsoft.com/office/drawing/2014/main" id="{2DA40276-F038-7749-A2AB-2A86BC9E882E}"/>
              </a:ext>
            </a:extLst>
          </p:cNvPr>
          <p:cNvSpPr/>
          <p:nvPr/>
        </p:nvSpPr>
        <p:spPr>
          <a:xfrm>
            <a:off x="3888181" y="8138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InstanceData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= 2</a:t>
            </a:r>
          </a:p>
        </p:txBody>
      </p:sp>
      <p:sp>
        <p:nvSpPr>
          <p:cNvPr id="586" name="직사각형 260">
            <a:extLst>
              <a:ext uri="{FF2B5EF4-FFF2-40B4-BE49-F238E27FC236}">
                <a16:creationId xmlns:a16="http://schemas.microsoft.com/office/drawing/2014/main" id="{662E2C2B-DDA4-6219-95E5-79A68A3D001E}"/>
              </a:ext>
            </a:extLst>
          </p:cNvPr>
          <p:cNvSpPr/>
          <p:nvPr/>
        </p:nvSpPr>
        <p:spPr>
          <a:xfrm>
            <a:off x="3888181" y="8570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LightComponent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 = 3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87" name="직사각형 260">
            <a:extLst>
              <a:ext uri="{FF2B5EF4-FFF2-40B4-BE49-F238E27FC236}">
                <a16:creationId xmlns:a16="http://schemas.microsoft.com/office/drawing/2014/main" id="{0DE5C7B6-AB7F-760F-3B72-2DD6F9995A0A}"/>
              </a:ext>
            </a:extLst>
          </p:cNvPr>
          <p:cNvSpPr/>
          <p:nvPr/>
        </p:nvSpPr>
        <p:spPr>
          <a:xfrm>
            <a:off x="3888181" y="9002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FMODAudioComponent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= 4</a:t>
            </a:r>
          </a:p>
        </p:txBody>
      </p:sp>
      <p:sp>
        <p:nvSpPr>
          <p:cNvPr id="588" name="직사각형 260">
            <a:extLst>
              <a:ext uri="{FF2B5EF4-FFF2-40B4-BE49-F238E27FC236}">
                <a16:creationId xmlns:a16="http://schemas.microsoft.com/office/drawing/2014/main" id="{4F770AC1-774F-0778-B99F-DD73C826698F}"/>
              </a:ext>
            </a:extLst>
          </p:cNvPr>
          <p:cNvSpPr/>
          <p:nvPr/>
        </p:nvSpPr>
        <p:spPr>
          <a:xfrm>
            <a:off x="3888181" y="9434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TransformComponent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= 5</a:t>
            </a:r>
          </a:p>
        </p:txBody>
      </p:sp>
      <p:sp>
        <p:nvSpPr>
          <p:cNvPr id="589" name="직사각형 260">
            <a:extLst>
              <a:ext uri="{FF2B5EF4-FFF2-40B4-BE49-F238E27FC236}">
                <a16:creationId xmlns:a16="http://schemas.microsoft.com/office/drawing/2014/main" id="{EDDAC631-F32D-89F0-9D32-BE9648393151}"/>
              </a:ext>
            </a:extLst>
          </p:cNvPr>
          <p:cNvSpPr/>
          <p:nvPr/>
        </p:nvSpPr>
        <p:spPr>
          <a:xfrm>
            <a:off x="3888181" y="9866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RigidBodyComponent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= 6</a:t>
            </a:r>
          </a:p>
        </p:txBody>
      </p:sp>
      <p:sp>
        <p:nvSpPr>
          <p:cNvPr id="590" name="직사각형 260">
            <a:extLst>
              <a:ext uri="{FF2B5EF4-FFF2-40B4-BE49-F238E27FC236}">
                <a16:creationId xmlns:a16="http://schemas.microsoft.com/office/drawing/2014/main" id="{A58603A4-0330-884F-8589-7F344CFFC0B2}"/>
              </a:ext>
            </a:extLst>
          </p:cNvPr>
          <p:cNvSpPr/>
          <p:nvPr/>
        </p:nvSpPr>
        <p:spPr>
          <a:xfrm>
            <a:off x="3888181" y="10298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GravityComponent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 = 7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91" name="직사각형 260">
            <a:extLst>
              <a:ext uri="{FF2B5EF4-FFF2-40B4-BE49-F238E27FC236}">
                <a16:creationId xmlns:a16="http://schemas.microsoft.com/office/drawing/2014/main" id="{9A762604-E3B3-8FF6-BB90-A3FECD06D799}"/>
              </a:ext>
            </a:extLst>
          </p:cNvPr>
          <p:cNvSpPr/>
          <p:nvPr/>
        </p:nvSpPr>
        <p:spPr>
          <a:xfrm>
            <a:off x="3888181" y="10730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BoundingVolumnComponent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= 8</a:t>
            </a:r>
          </a:p>
        </p:txBody>
      </p:sp>
      <p:sp>
        <p:nvSpPr>
          <p:cNvPr id="592" name="직사각형 260">
            <a:extLst>
              <a:ext uri="{FF2B5EF4-FFF2-40B4-BE49-F238E27FC236}">
                <a16:creationId xmlns:a16="http://schemas.microsoft.com/office/drawing/2014/main" id="{ED69A4E6-3365-BCDD-8461-3C7EE87F41A4}"/>
              </a:ext>
            </a:extLst>
          </p:cNvPr>
          <p:cNvSpPr/>
          <p:nvPr/>
        </p:nvSpPr>
        <p:spPr>
          <a:xfrm>
            <a:off x="3888181" y="11162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CFGInstanceComponent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= 9</a:t>
            </a:r>
          </a:p>
        </p:txBody>
      </p:sp>
      <p:sp>
        <p:nvSpPr>
          <p:cNvPr id="593" name="직사각형 260">
            <a:extLst>
              <a:ext uri="{FF2B5EF4-FFF2-40B4-BE49-F238E27FC236}">
                <a16:creationId xmlns:a16="http://schemas.microsoft.com/office/drawing/2014/main" id="{960C8DCF-E641-7BBB-1CC4-F85EB909B2A5}"/>
              </a:ext>
            </a:extLst>
          </p:cNvPr>
          <p:cNvSpPr/>
          <p:nvPr/>
        </p:nvSpPr>
        <p:spPr>
          <a:xfrm>
            <a:off x="3888181" y="11594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PlayerControlComponent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 = 10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94" name="직사각형 260">
            <a:extLst>
              <a:ext uri="{FF2B5EF4-FFF2-40B4-BE49-F238E27FC236}">
                <a16:creationId xmlns:a16="http://schemas.microsoft.com/office/drawing/2014/main" id="{759B5869-063B-8142-376A-E718AAD1CE57}"/>
              </a:ext>
            </a:extLst>
          </p:cNvPr>
          <p:cNvSpPr/>
          <p:nvPr/>
        </p:nvSpPr>
        <p:spPr>
          <a:xfrm>
            <a:off x="3922793" y="12024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TextureScaleComponent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= 11</a:t>
            </a:r>
          </a:p>
        </p:txBody>
      </p:sp>
      <p:cxnSp>
        <p:nvCxnSpPr>
          <p:cNvPr id="599" name="직선 화살표 연결선 384">
            <a:extLst>
              <a:ext uri="{FF2B5EF4-FFF2-40B4-BE49-F238E27FC236}">
                <a16:creationId xmlns:a16="http://schemas.microsoft.com/office/drawing/2014/main" id="{2B2F4984-9161-2259-BBD8-0FEE9DBB26DF}"/>
              </a:ext>
            </a:extLst>
          </p:cNvPr>
          <p:cNvCxnSpPr>
            <a:cxnSpLocks/>
          </p:cNvCxnSpPr>
          <p:nvPr/>
        </p:nvCxnSpPr>
        <p:spPr>
          <a:xfrm>
            <a:off x="4968181" y="4752350"/>
            <a:ext cx="0" cy="158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4" name="직선 화살표 연결선 384">
            <a:extLst>
              <a:ext uri="{FF2B5EF4-FFF2-40B4-BE49-F238E27FC236}">
                <a16:creationId xmlns:a16="http://schemas.microsoft.com/office/drawing/2014/main" id="{F93E0856-5E49-EE21-0489-88F9CA1380CF}"/>
              </a:ext>
            </a:extLst>
          </p:cNvPr>
          <p:cNvCxnSpPr>
            <a:cxnSpLocks/>
          </p:cNvCxnSpPr>
          <p:nvPr/>
        </p:nvCxnSpPr>
        <p:spPr>
          <a:xfrm>
            <a:off x="7848181" y="5544350"/>
            <a:ext cx="0" cy="792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7" name="직사각형 260">
            <a:extLst>
              <a:ext uri="{FF2B5EF4-FFF2-40B4-BE49-F238E27FC236}">
                <a16:creationId xmlns:a16="http://schemas.microsoft.com/office/drawing/2014/main" id="{6E71C105-3138-3D88-BAAF-86E2F726177E}"/>
              </a:ext>
            </a:extLst>
          </p:cNvPr>
          <p:cNvSpPr/>
          <p:nvPr/>
        </p:nvSpPr>
        <p:spPr>
          <a:xfrm>
            <a:off x="6768181" y="7274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[DX12_BoundingComponent] = []() std::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make_unique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&lt;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ComponentArray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&lt;&gt;</a:t>
            </a:r>
          </a:p>
        </p:txBody>
      </p:sp>
      <p:sp>
        <p:nvSpPr>
          <p:cNvPr id="608" name="직사각형 260">
            <a:extLst>
              <a:ext uri="{FF2B5EF4-FFF2-40B4-BE49-F238E27FC236}">
                <a16:creationId xmlns:a16="http://schemas.microsoft.com/office/drawing/2014/main" id="{F5D43866-3EA5-F1A6-4D0F-F945DBB7F5AD}"/>
              </a:ext>
            </a:extLst>
          </p:cNvPr>
          <p:cNvSpPr/>
          <p:nvPr/>
        </p:nvSpPr>
        <p:spPr>
          <a:xfrm>
            <a:off x="6768181" y="7706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[DX12_MeshComponent] 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= []() {return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ComponentArray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09" name="직사각형 260">
            <a:extLst>
              <a:ext uri="{FF2B5EF4-FFF2-40B4-BE49-F238E27FC236}">
                <a16:creationId xmlns:a16="http://schemas.microsoft.com/office/drawing/2014/main" id="{887C56A3-A682-5B98-BA7C-7F617FD44E72}"/>
              </a:ext>
            </a:extLst>
          </p:cNvPr>
          <p:cNvSpPr/>
          <p:nvPr/>
        </p:nvSpPr>
        <p:spPr>
          <a:xfrm>
            <a:off x="6768181" y="8138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InstanceData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= []() {return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ComponentArray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0" name="직사각형 260">
            <a:extLst>
              <a:ext uri="{FF2B5EF4-FFF2-40B4-BE49-F238E27FC236}">
                <a16:creationId xmlns:a16="http://schemas.microsoft.com/office/drawing/2014/main" id="{86A81662-16ED-25C3-7C8B-79D15D4969B3}"/>
              </a:ext>
            </a:extLst>
          </p:cNvPr>
          <p:cNvSpPr/>
          <p:nvPr/>
        </p:nvSpPr>
        <p:spPr>
          <a:xfrm>
            <a:off x="6768181" y="8570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LightComponent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 = 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[]() {return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ComponentArray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1" name="직사각형 260">
            <a:extLst>
              <a:ext uri="{FF2B5EF4-FFF2-40B4-BE49-F238E27FC236}">
                <a16:creationId xmlns:a16="http://schemas.microsoft.com/office/drawing/2014/main" id="{E5B030DE-6038-3FBE-11B4-BE9C97EEBD85}"/>
              </a:ext>
            </a:extLst>
          </p:cNvPr>
          <p:cNvSpPr/>
          <p:nvPr/>
        </p:nvSpPr>
        <p:spPr>
          <a:xfrm>
            <a:off x="6768181" y="9002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FMODAudioComponent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= 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[]() {return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ComponentArray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2" name="직사각형 260">
            <a:extLst>
              <a:ext uri="{FF2B5EF4-FFF2-40B4-BE49-F238E27FC236}">
                <a16:creationId xmlns:a16="http://schemas.microsoft.com/office/drawing/2014/main" id="{CDD63FE8-FBBA-77F5-ED68-5A58E3AD95C4}"/>
              </a:ext>
            </a:extLst>
          </p:cNvPr>
          <p:cNvSpPr/>
          <p:nvPr/>
        </p:nvSpPr>
        <p:spPr>
          <a:xfrm>
            <a:off x="6768181" y="9434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TransformComponent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= 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[]() {return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ComponentArray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3" name="직사각형 260">
            <a:extLst>
              <a:ext uri="{FF2B5EF4-FFF2-40B4-BE49-F238E27FC236}">
                <a16:creationId xmlns:a16="http://schemas.microsoft.com/office/drawing/2014/main" id="{0A1FD830-CBEC-A7D9-997B-1126F7B61CA8}"/>
              </a:ext>
            </a:extLst>
          </p:cNvPr>
          <p:cNvSpPr/>
          <p:nvPr/>
        </p:nvSpPr>
        <p:spPr>
          <a:xfrm>
            <a:off x="6768181" y="9866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RigidBodyComponent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= 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[]() {return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ComponentArray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4" name="직사각형 260">
            <a:extLst>
              <a:ext uri="{FF2B5EF4-FFF2-40B4-BE49-F238E27FC236}">
                <a16:creationId xmlns:a16="http://schemas.microsoft.com/office/drawing/2014/main" id="{A08AB6F4-1CF8-7E5F-A892-592F950AB42F}"/>
              </a:ext>
            </a:extLst>
          </p:cNvPr>
          <p:cNvSpPr/>
          <p:nvPr/>
        </p:nvSpPr>
        <p:spPr>
          <a:xfrm>
            <a:off x="6768181" y="10298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GravityComponent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 = 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[]() {return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ComponentArray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5" name="직사각형 260">
            <a:extLst>
              <a:ext uri="{FF2B5EF4-FFF2-40B4-BE49-F238E27FC236}">
                <a16:creationId xmlns:a16="http://schemas.microsoft.com/office/drawing/2014/main" id="{D81EAF22-D313-0EA2-B927-A999CCE09702}"/>
              </a:ext>
            </a:extLst>
          </p:cNvPr>
          <p:cNvSpPr/>
          <p:nvPr/>
        </p:nvSpPr>
        <p:spPr>
          <a:xfrm>
            <a:off x="6768181" y="10730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BoundingVolumnComponent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= 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[]() {return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ComponentArray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6" name="직사각형 260">
            <a:extLst>
              <a:ext uri="{FF2B5EF4-FFF2-40B4-BE49-F238E27FC236}">
                <a16:creationId xmlns:a16="http://schemas.microsoft.com/office/drawing/2014/main" id="{D61F2EA2-3BE3-64D7-6688-7216A47DCBEC}"/>
              </a:ext>
            </a:extLst>
          </p:cNvPr>
          <p:cNvSpPr/>
          <p:nvPr/>
        </p:nvSpPr>
        <p:spPr>
          <a:xfrm>
            <a:off x="6768181" y="11162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CFGInstanceComponent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= 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[]() {return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ComponentArray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7" name="직사각형 260">
            <a:extLst>
              <a:ext uri="{FF2B5EF4-FFF2-40B4-BE49-F238E27FC236}">
                <a16:creationId xmlns:a16="http://schemas.microsoft.com/office/drawing/2014/main" id="{1DC89402-489C-2FB7-2F85-CA7C82A603FF}"/>
              </a:ext>
            </a:extLst>
          </p:cNvPr>
          <p:cNvSpPr/>
          <p:nvPr/>
        </p:nvSpPr>
        <p:spPr>
          <a:xfrm>
            <a:off x="6768181" y="11594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PlayerControlComponent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 = 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[]() {return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ComponentArray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8" name="직사각형 260">
            <a:extLst>
              <a:ext uri="{FF2B5EF4-FFF2-40B4-BE49-F238E27FC236}">
                <a16:creationId xmlns:a16="http://schemas.microsoft.com/office/drawing/2014/main" id="{D162184B-902A-6107-BD94-8E722EE6316D}"/>
              </a:ext>
            </a:extLst>
          </p:cNvPr>
          <p:cNvSpPr/>
          <p:nvPr/>
        </p:nvSpPr>
        <p:spPr>
          <a:xfrm>
            <a:off x="6768181" y="12024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TextureScaleComponent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= 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[]() {return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ComponentArray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9" name="직사각형 110">
            <a:extLst>
              <a:ext uri="{FF2B5EF4-FFF2-40B4-BE49-F238E27FC236}">
                <a16:creationId xmlns:a16="http://schemas.microsoft.com/office/drawing/2014/main" id="{437C39F8-B8E6-EA4D-3174-0EF0AB6493C8}"/>
              </a:ext>
            </a:extLst>
          </p:cNvPr>
          <p:cNvSpPr/>
          <p:nvPr/>
        </p:nvSpPr>
        <p:spPr>
          <a:xfrm>
            <a:off x="9576181" y="720350"/>
            <a:ext cx="2952000" cy="799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lvl="0" algn="ctr" defTabSz="457166"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template&lt;</a:t>
            </a: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typename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T&gt;</a:t>
            </a:r>
          </a:p>
          <a:p>
            <a:pPr lvl="0" algn="ctr" defTabSz="457166"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ComponentArray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: </a:t>
            </a: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IComponentArray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  <a:p>
            <a:pPr lvl="0" algn="ctr" defTabSz="457166">
              <a:defRPr/>
            </a:pP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Archetype</a:t>
            </a:r>
            <a:r>
              <a:rPr kumimoji="0" lang="ko-KR" altLang="en-US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활용 데이터 관리 유닛</a:t>
            </a:r>
            <a:endParaRPr kumimoji="0" lang="en-US" altLang="ko-KR" sz="120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20" name="직사각형 110">
            <a:extLst>
              <a:ext uri="{FF2B5EF4-FFF2-40B4-BE49-F238E27FC236}">
                <a16:creationId xmlns:a16="http://schemas.microsoft.com/office/drawing/2014/main" id="{F13AC1C5-22EB-EFF6-F383-9C0DA2A1A6D9}"/>
              </a:ext>
            </a:extLst>
          </p:cNvPr>
          <p:cNvSpPr/>
          <p:nvPr/>
        </p:nvSpPr>
        <p:spPr>
          <a:xfrm>
            <a:off x="9718797" y="4176350"/>
            <a:ext cx="2666768" cy="2591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lvl="0" algn="ctr" defTabSz="457166">
              <a:defRPr/>
            </a:pPr>
            <a:r>
              <a:rPr kumimoji="0" lang="en-US" altLang="ko-KR" sz="105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ArchetypeManager</a:t>
            </a:r>
            <a:r>
              <a:rPr lang="en-US" altLang="ko-KR" sz="105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1050" b="1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ArchetypeManager</a:t>
            </a:r>
            <a:r>
              <a:rPr lang="en-US" altLang="ko-KR" sz="1050" b="1" kern="0" dirty="0">
                <a:solidFill>
                  <a:prstClr val="black"/>
                </a:solidFill>
                <a:ea typeface="맑은 고딕" panose="020B0503020000020004" pitchFamily="50" charset="-127"/>
              </a:rPr>
              <a:t>()</a:t>
            </a:r>
            <a:endParaRPr kumimoji="0" lang="en-US" altLang="ko-KR" sz="105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21" name="직사각형 283">
            <a:extLst>
              <a:ext uri="{FF2B5EF4-FFF2-40B4-BE49-F238E27FC236}">
                <a16:creationId xmlns:a16="http://schemas.microsoft.com/office/drawing/2014/main" id="{58DB5E47-7999-B2EA-B63A-2548AC837B3D}"/>
              </a:ext>
            </a:extLst>
          </p:cNvPr>
          <p:cNvSpPr/>
          <p:nvPr/>
        </p:nvSpPr>
        <p:spPr>
          <a:xfrm>
            <a:off x="9720181" y="1584349"/>
            <a:ext cx="2664000" cy="244799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Member</a:t>
            </a:r>
            <a:r>
              <a:rPr lang="ko-KR" altLang="en-US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Variable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22" name="직사각형 260">
            <a:extLst>
              <a:ext uri="{FF2B5EF4-FFF2-40B4-BE49-F238E27FC236}">
                <a16:creationId xmlns:a16="http://schemas.microsoft.com/office/drawing/2014/main" id="{EF2C8923-02BE-FD58-E2F4-CCE79443755C}"/>
              </a:ext>
            </a:extLst>
          </p:cNvPr>
          <p:cNvSpPr/>
          <p:nvPr/>
        </p:nvSpPr>
        <p:spPr>
          <a:xfrm>
            <a:off x="10008181" y="1872350"/>
            <a:ext cx="2087308" cy="720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std::vector&lt;T&gt;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내에서는 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Array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를 활용하여 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‘Cache Hit 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가능성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’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을 높임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626" name="직사각형 283">
            <a:extLst>
              <a:ext uri="{FF2B5EF4-FFF2-40B4-BE49-F238E27FC236}">
                <a16:creationId xmlns:a16="http://schemas.microsoft.com/office/drawing/2014/main" id="{9543FABC-BC81-C5A1-F282-387460878E28}"/>
              </a:ext>
            </a:extLst>
          </p:cNvPr>
          <p:cNvSpPr/>
          <p:nvPr/>
        </p:nvSpPr>
        <p:spPr>
          <a:xfrm>
            <a:off x="432181" y="12600350"/>
            <a:ext cx="2448000" cy="719999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3. Register System &amp; Signature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초기화 시 </a:t>
            </a:r>
            <a:r>
              <a:rPr kumimoji="0" lang="ko-KR" altLang="en-US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모든 </a:t>
            </a: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Component </a:t>
            </a:r>
            <a:r>
              <a:rPr kumimoji="0" lang="ko-KR" altLang="en-US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등록</a:t>
            </a:r>
            <a:endParaRPr kumimoji="0" lang="en-US" altLang="ko-KR" sz="120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627" name="직선 화살표 연결선 384">
            <a:extLst>
              <a:ext uri="{FF2B5EF4-FFF2-40B4-BE49-F238E27FC236}">
                <a16:creationId xmlns:a16="http://schemas.microsoft.com/office/drawing/2014/main" id="{83C7BCD7-0EB5-136E-AA6D-279BC16CA11A}"/>
              </a:ext>
            </a:extLst>
          </p:cNvPr>
          <p:cNvCxnSpPr>
            <a:cxnSpLocks/>
          </p:cNvCxnSpPr>
          <p:nvPr/>
        </p:nvCxnSpPr>
        <p:spPr>
          <a:xfrm>
            <a:off x="1692181" y="12456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8" name="직사각형 260">
            <a:extLst>
              <a:ext uri="{FF2B5EF4-FFF2-40B4-BE49-F238E27FC236}">
                <a16:creationId xmlns:a16="http://schemas.microsoft.com/office/drawing/2014/main" id="{185E5BFF-C419-D7FE-DBAF-5540A82F69BE}"/>
              </a:ext>
            </a:extLst>
          </p:cNvPr>
          <p:cNvSpPr/>
          <p:nvPr/>
        </p:nvSpPr>
        <p:spPr>
          <a:xfrm>
            <a:off x="576181" y="1706434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PlayerControlSystem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30" name="직사각형 260">
            <a:extLst>
              <a:ext uri="{FF2B5EF4-FFF2-40B4-BE49-F238E27FC236}">
                <a16:creationId xmlns:a16="http://schemas.microsoft.com/office/drawing/2014/main" id="{00B227BA-713A-1D0B-0140-0A2A4697E427}"/>
              </a:ext>
            </a:extLst>
          </p:cNvPr>
          <p:cNvSpPr/>
          <p:nvPr/>
        </p:nvSpPr>
        <p:spPr>
          <a:xfrm>
            <a:off x="576181" y="13032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FMODAudioSystem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31" name="직사각형 260">
            <a:extLst>
              <a:ext uri="{FF2B5EF4-FFF2-40B4-BE49-F238E27FC236}">
                <a16:creationId xmlns:a16="http://schemas.microsoft.com/office/drawing/2014/main" id="{A090AAAF-1292-56C2-78F7-AA89C5CA9056}"/>
              </a:ext>
            </a:extLst>
          </p:cNvPr>
          <p:cNvSpPr/>
          <p:nvPr/>
        </p:nvSpPr>
        <p:spPr>
          <a:xfrm>
            <a:off x="576181" y="13320351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FMODAudioComponent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{4}</a:t>
            </a:r>
          </a:p>
        </p:txBody>
      </p:sp>
      <p:cxnSp>
        <p:nvCxnSpPr>
          <p:cNvPr id="632" name="직선 화살표 연결선 384">
            <a:extLst>
              <a:ext uri="{FF2B5EF4-FFF2-40B4-BE49-F238E27FC236}">
                <a16:creationId xmlns:a16="http://schemas.microsoft.com/office/drawing/2014/main" id="{C9C60DA8-B702-CA82-4E19-E82425F058FF}"/>
              </a:ext>
            </a:extLst>
          </p:cNvPr>
          <p:cNvCxnSpPr>
            <a:cxnSpLocks/>
          </p:cNvCxnSpPr>
          <p:nvPr/>
        </p:nvCxnSpPr>
        <p:spPr>
          <a:xfrm>
            <a:off x="1656181" y="16920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3" name="직사각형 110">
            <a:extLst>
              <a:ext uri="{FF2B5EF4-FFF2-40B4-BE49-F238E27FC236}">
                <a16:creationId xmlns:a16="http://schemas.microsoft.com/office/drawing/2014/main" id="{125CCF5F-D134-478C-D9D0-373B6D400EC5}"/>
              </a:ext>
            </a:extLst>
          </p:cNvPr>
          <p:cNvSpPr/>
          <p:nvPr/>
        </p:nvSpPr>
        <p:spPr>
          <a:xfrm>
            <a:off x="3456181" y="12816351"/>
            <a:ext cx="28944000" cy="6119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lvl="0" algn="ctr" defTabSz="457166"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SystemManager</a:t>
            </a:r>
            <a:b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</a:b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ECS </a:t>
            </a:r>
            <a:r>
              <a:rPr kumimoji="0" lang="ko-KR" altLang="en-US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동작 간 </a:t>
            </a: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System </a:t>
            </a:r>
            <a:r>
              <a:rPr kumimoji="0" lang="ko-KR" altLang="en-US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관리 유닛</a:t>
            </a: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동작 간 병렬처리를 같이 고려함</a:t>
            </a:r>
            <a:endParaRPr kumimoji="0" lang="en-US" altLang="ko-KR" sz="120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42" name="직사각형 260">
            <a:extLst>
              <a:ext uri="{FF2B5EF4-FFF2-40B4-BE49-F238E27FC236}">
                <a16:creationId xmlns:a16="http://schemas.microsoft.com/office/drawing/2014/main" id="{AEFE4AE1-BD2C-7082-D9D4-F48E5828A37D}"/>
              </a:ext>
            </a:extLst>
          </p:cNvPr>
          <p:cNvSpPr/>
          <p:nvPr/>
        </p:nvSpPr>
        <p:spPr>
          <a:xfrm>
            <a:off x="6480181" y="14542480"/>
            <a:ext cx="2736000" cy="424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type_index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Signature&gt;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mSignatures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(System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와 일치하는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정의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644" name="직사각형 260">
            <a:extLst>
              <a:ext uri="{FF2B5EF4-FFF2-40B4-BE49-F238E27FC236}">
                <a16:creationId xmlns:a16="http://schemas.microsoft.com/office/drawing/2014/main" id="{597E9B1A-4C85-30EF-B0EF-348ED1E7C756}"/>
              </a:ext>
            </a:extLst>
          </p:cNvPr>
          <p:cNvSpPr/>
          <p:nvPr/>
        </p:nvSpPr>
        <p:spPr>
          <a:xfrm>
            <a:off x="6768181" y="15334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FMODAudioSystem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{4}</a:t>
            </a:r>
          </a:p>
        </p:txBody>
      </p:sp>
      <p:sp>
        <p:nvSpPr>
          <p:cNvPr id="645" name="직사각형 260">
            <a:extLst>
              <a:ext uri="{FF2B5EF4-FFF2-40B4-BE49-F238E27FC236}">
                <a16:creationId xmlns:a16="http://schemas.microsoft.com/office/drawing/2014/main" id="{5093AA02-7BD8-EC79-EFA2-5F40C0ABA3FB}"/>
              </a:ext>
            </a:extLst>
          </p:cNvPr>
          <p:cNvSpPr/>
          <p:nvPr/>
        </p:nvSpPr>
        <p:spPr>
          <a:xfrm>
            <a:off x="6768181" y="15766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PhysicsSystem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 {5,6,7}</a:t>
            </a:r>
          </a:p>
        </p:txBody>
      </p:sp>
      <p:sp>
        <p:nvSpPr>
          <p:cNvPr id="646" name="직사각형 260">
            <a:extLst>
              <a:ext uri="{FF2B5EF4-FFF2-40B4-BE49-F238E27FC236}">
                <a16:creationId xmlns:a16="http://schemas.microsoft.com/office/drawing/2014/main" id="{DAA23C93-6605-632C-E4F1-98E63CF1EB78}"/>
              </a:ext>
            </a:extLst>
          </p:cNvPr>
          <p:cNvSpPr/>
          <p:nvPr/>
        </p:nvSpPr>
        <p:spPr>
          <a:xfrm>
            <a:off x="6768181" y="16198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LightSystem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= {3}</a:t>
            </a:r>
          </a:p>
        </p:txBody>
      </p:sp>
      <p:sp>
        <p:nvSpPr>
          <p:cNvPr id="674" name="직사각형 260">
            <a:extLst>
              <a:ext uri="{FF2B5EF4-FFF2-40B4-BE49-F238E27FC236}">
                <a16:creationId xmlns:a16="http://schemas.microsoft.com/office/drawing/2014/main" id="{BAB042DE-C6B3-9C89-D2CE-87235F9A3439}"/>
              </a:ext>
            </a:extLst>
          </p:cNvPr>
          <p:cNvSpPr/>
          <p:nvPr/>
        </p:nvSpPr>
        <p:spPr>
          <a:xfrm>
            <a:off x="576181" y="13752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PhysicsSystem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75" name="직사각형 260">
            <a:extLst>
              <a:ext uri="{FF2B5EF4-FFF2-40B4-BE49-F238E27FC236}">
                <a16:creationId xmlns:a16="http://schemas.microsoft.com/office/drawing/2014/main" id="{E235F342-BED9-743B-C012-233806DE598A}"/>
              </a:ext>
            </a:extLst>
          </p:cNvPr>
          <p:cNvSpPr/>
          <p:nvPr/>
        </p:nvSpPr>
        <p:spPr>
          <a:xfrm>
            <a:off x="576181" y="14040351"/>
            <a:ext cx="2160000" cy="432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TransformComponent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{5}</a:t>
            </a:r>
          </a:p>
          <a:p>
            <a:pPr lvl="0" algn="ctr" defTabSz="457122">
              <a:defRPr/>
            </a:pP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RigidBodyComponent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 {6}</a:t>
            </a:r>
          </a:p>
          <a:p>
            <a:pPr lvl="0" algn="ctr" defTabSz="457122">
              <a:defRPr/>
            </a:pP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GravityComponent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 {7}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676" name="직선 화살표 연결선 384">
            <a:extLst>
              <a:ext uri="{FF2B5EF4-FFF2-40B4-BE49-F238E27FC236}">
                <a16:creationId xmlns:a16="http://schemas.microsoft.com/office/drawing/2014/main" id="{280BC85F-8899-B834-E542-7E1F16973F1E}"/>
              </a:ext>
            </a:extLst>
          </p:cNvPr>
          <p:cNvCxnSpPr>
            <a:cxnSpLocks/>
          </p:cNvCxnSpPr>
          <p:nvPr/>
        </p:nvCxnSpPr>
        <p:spPr>
          <a:xfrm>
            <a:off x="1656181" y="13608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7" name="직사각형 110">
            <a:extLst>
              <a:ext uri="{FF2B5EF4-FFF2-40B4-BE49-F238E27FC236}">
                <a16:creationId xmlns:a16="http://schemas.microsoft.com/office/drawing/2014/main" id="{0120D7C6-DB6D-9673-54AD-D48ADA9E4D45}"/>
              </a:ext>
            </a:extLst>
          </p:cNvPr>
          <p:cNvSpPr/>
          <p:nvPr/>
        </p:nvSpPr>
        <p:spPr>
          <a:xfrm>
            <a:off x="3600181" y="13392350"/>
            <a:ext cx="28656000" cy="100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lvl="0" algn="ctr" defTabSz="457166">
              <a:defRPr/>
            </a:pPr>
            <a:r>
              <a:rPr kumimoji="0" lang="en-US" altLang="ko-KR" sz="105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ArchetypeManager</a:t>
            </a:r>
            <a:r>
              <a:rPr lang="en-US" altLang="ko-KR" sz="105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1050" b="1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RegisterComponent</a:t>
            </a:r>
            <a:r>
              <a:rPr lang="en-US" altLang="ko-KR" sz="1050" b="1" kern="0" dirty="0">
                <a:solidFill>
                  <a:prstClr val="black"/>
                </a:solidFill>
                <a:ea typeface="맑은 고딕" panose="020B0503020000020004" pitchFamily="50" charset="-127"/>
              </a:rPr>
              <a:t>()</a:t>
            </a:r>
            <a:endParaRPr kumimoji="0" lang="en-US" altLang="ko-KR" sz="105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79" name="직사각형 260">
            <a:extLst>
              <a:ext uri="{FF2B5EF4-FFF2-40B4-BE49-F238E27FC236}">
                <a16:creationId xmlns:a16="http://schemas.microsoft.com/office/drawing/2014/main" id="{6F63D82E-5A89-0046-BD58-C9D78399C7D4}"/>
              </a:ext>
            </a:extLst>
          </p:cNvPr>
          <p:cNvSpPr/>
          <p:nvPr/>
        </p:nvSpPr>
        <p:spPr>
          <a:xfrm>
            <a:off x="9648181" y="13968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4. </a:t>
            </a:r>
            <a:r>
              <a:rPr lang="en-US" altLang="ko-KR" sz="10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BeginPlay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함수 등록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680" name="직사각형 260">
            <a:extLst>
              <a:ext uri="{FF2B5EF4-FFF2-40B4-BE49-F238E27FC236}">
                <a16:creationId xmlns:a16="http://schemas.microsoft.com/office/drawing/2014/main" id="{62E364E6-C1C8-01DA-3164-6AF97A2D686B}"/>
              </a:ext>
            </a:extLst>
          </p:cNvPr>
          <p:cNvSpPr/>
          <p:nvPr/>
        </p:nvSpPr>
        <p:spPr>
          <a:xfrm>
            <a:off x="576181" y="1461634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LightSystem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81" name="직사각형 260">
            <a:extLst>
              <a:ext uri="{FF2B5EF4-FFF2-40B4-BE49-F238E27FC236}">
                <a16:creationId xmlns:a16="http://schemas.microsoft.com/office/drawing/2014/main" id="{3D3AAC06-1DBB-C4AB-BBE0-F748B08FE68F}"/>
              </a:ext>
            </a:extLst>
          </p:cNvPr>
          <p:cNvSpPr/>
          <p:nvPr/>
        </p:nvSpPr>
        <p:spPr>
          <a:xfrm>
            <a:off x="576181" y="14904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LightComponent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{3}</a:t>
            </a:r>
          </a:p>
        </p:txBody>
      </p:sp>
      <p:cxnSp>
        <p:nvCxnSpPr>
          <p:cNvPr id="682" name="직선 화살표 연결선 384">
            <a:extLst>
              <a:ext uri="{FF2B5EF4-FFF2-40B4-BE49-F238E27FC236}">
                <a16:creationId xmlns:a16="http://schemas.microsoft.com/office/drawing/2014/main" id="{7B943BEE-F59E-91A4-76F7-70681D4E619F}"/>
              </a:ext>
            </a:extLst>
          </p:cNvPr>
          <p:cNvCxnSpPr>
            <a:cxnSpLocks/>
          </p:cNvCxnSpPr>
          <p:nvPr/>
        </p:nvCxnSpPr>
        <p:spPr>
          <a:xfrm>
            <a:off x="1656181" y="14472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3" name="직사각형 260">
            <a:extLst>
              <a:ext uri="{FF2B5EF4-FFF2-40B4-BE49-F238E27FC236}">
                <a16:creationId xmlns:a16="http://schemas.microsoft.com/office/drawing/2014/main" id="{8DF4A3D5-405D-9C89-2570-51A6DC3B2422}"/>
              </a:ext>
            </a:extLst>
          </p:cNvPr>
          <p:cNvSpPr/>
          <p:nvPr/>
        </p:nvSpPr>
        <p:spPr>
          <a:xfrm>
            <a:off x="576181" y="17352350"/>
            <a:ext cx="2160000" cy="432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TransformComponent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{5}</a:t>
            </a:r>
          </a:p>
          <a:p>
            <a:pPr lvl="0" algn="ctr" defTabSz="457122">
              <a:defRPr/>
            </a:pP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RigidBodyComponent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 {6}</a:t>
            </a:r>
          </a:p>
          <a:p>
            <a:pPr lvl="0" algn="ctr" defTabSz="457122">
              <a:defRPr/>
            </a:pP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PlayerControlComponent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 {10}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84" name="직사각형 260">
            <a:extLst>
              <a:ext uri="{FF2B5EF4-FFF2-40B4-BE49-F238E27FC236}">
                <a16:creationId xmlns:a16="http://schemas.microsoft.com/office/drawing/2014/main" id="{306924A6-69BD-C9E6-83E2-B087EE6FE802}"/>
              </a:ext>
            </a:extLst>
          </p:cNvPr>
          <p:cNvSpPr/>
          <p:nvPr/>
        </p:nvSpPr>
        <p:spPr>
          <a:xfrm>
            <a:off x="576181" y="1533634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DX12_BoundingSystem</a:t>
            </a:r>
          </a:p>
        </p:txBody>
      </p:sp>
      <p:cxnSp>
        <p:nvCxnSpPr>
          <p:cNvPr id="685" name="직선 화살표 연결선 384">
            <a:extLst>
              <a:ext uri="{FF2B5EF4-FFF2-40B4-BE49-F238E27FC236}">
                <a16:creationId xmlns:a16="http://schemas.microsoft.com/office/drawing/2014/main" id="{03774167-4F93-7429-6F7E-C223A8041063}"/>
              </a:ext>
            </a:extLst>
          </p:cNvPr>
          <p:cNvCxnSpPr>
            <a:cxnSpLocks/>
          </p:cNvCxnSpPr>
          <p:nvPr/>
        </p:nvCxnSpPr>
        <p:spPr>
          <a:xfrm>
            <a:off x="1656181" y="15192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6" name="직사각형 260">
            <a:extLst>
              <a:ext uri="{FF2B5EF4-FFF2-40B4-BE49-F238E27FC236}">
                <a16:creationId xmlns:a16="http://schemas.microsoft.com/office/drawing/2014/main" id="{B219E076-6E72-891E-A542-FAFEBD4C9483}"/>
              </a:ext>
            </a:extLst>
          </p:cNvPr>
          <p:cNvSpPr/>
          <p:nvPr/>
        </p:nvSpPr>
        <p:spPr>
          <a:xfrm>
            <a:off x="576181" y="15624350"/>
            <a:ext cx="2160000" cy="432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TransformComponent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{5}</a:t>
            </a:r>
          </a:p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DX12_BoundingComponent {0}</a:t>
            </a:r>
          </a:p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DX12_MeshComponent {1}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87" name="직사각형 260">
            <a:extLst>
              <a:ext uri="{FF2B5EF4-FFF2-40B4-BE49-F238E27FC236}">
                <a16:creationId xmlns:a16="http://schemas.microsoft.com/office/drawing/2014/main" id="{EB3C4CFA-CDFD-E9B8-D4F9-96AAF08A147C}"/>
              </a:ext>
            </a:extLst>
          </p:cNvPr>
          <p:cNvSpPr/>
          <p:nvPr/>
        </p:nvSpPr>
        <p:spPr>
          <a:xfrm>
            <a:off x="576181" y="1620034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BoundingVolumeUpdateSystem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688" name="직선 화살표 연결선 384">
            <a:extLst>
              <a:ext uri="{FF2B5EF4-FFF2-40B4-BE49-F238E27FC236}">
                <a16:creationId xmlns:a16="http://schemas.microsoft.com/office/drawing/2014/main" id="{9E228A7F-DC09-B7CB-9DBB-77A279C87D20}"/>
              </a:ext>
            </a:extLst>
          </p:cNvPr>
          <p:cNvCxnSpPr>
            <a:cxnSpLocks/>
          </p:cNvCxnSpPr>
          <p:nvPr/>
        </p:nvCxnSpPr>
        <p:spPr>
          <a:xfrm>
            <a:off x="1656181" y="16056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직사각형 260">
            <a:extLst>
              <a:ext uri="{FF2B5EF4-FFF2-40B4-BE49-F238E27FC236}">
                <a16:creationId xmlns:a16="http://schemas.microsoft.com/office/drawing/2014/main" id="{8EE7E00B-F048-3222-EEB2-E6F93E2DDA40}"/>
              </a:ext>
            </a:extLst>
          </p:cNvPr>
          <p:cNvSpPr/>
          <p:nvPr/>
        </p:nvSpPr>
        <p:spPr>
          <a:xfrm>
            <a:off x="576181" y="16488350"/>
            <a:ext cx="2160000" cy="432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TransformComponent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{5}</a:t>
            </a:r>
          </a:p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DX12_BoundingComponent {0}</a:t>
            </a:r>
          </a:p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DX12_MeshComponent {1}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0" name="직사각형 260">
            <a:extLst>
              <a:ext uri="{FF2B5EF4-FFF2-40B4-BE49-F238E27FC236}">
                <a16:creationId xmlns:a16="http://schemas.microsoft.com/office/drawing/2014/main" id="{4397A3DE-95B8-6FF9-BAC2-68CDEBA95A4C}"/>
              </a:ext>
            </a:extLst>
          </p:cNvPr>
          <p:cNvSpPr/>
          <p:nvPr/>
        </p:nvSpPr>
        <p:spPr>
          <a:xfrm>
            <a:off x="576181" y="17928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RenderDataSyncSystem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691" name="직선 화살표 연결선 384">
            <a:extLst>
              <a:ext uri="{FF2B5EF4-FFF2-40B4-BE49-F238E27FC236}">
                <a16:creationId xmlns:a16="http://schemas.microsoft.com/office/drawing/2014/main" id="{E04E3DB8-CA49-54A7-750B-AE2BFDBBDB33}"/>
              </a:ext>
            </a:extLst>
          </p:cNvPr>
          <p:cNvCxnSpPr>
            <a:cxnSpLocks/>
          </p:cNvCxnSpPr>
          <p:nvPr/>
        </p:nvCxnSpPr>
        <p:spPr>
          <a:xfrm>
            <a:off x="1656181" y="17784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2" name="직사각형 260">
            <a:extLst>
              <a:ext uri="{FF2B5EF4-FFF2-40B4-BE49-F238E27FC236}">
                <a16:creationId xmlns:a16="http://schemas.microsoft.com/office/drawing/2014/main" id="{7CDC3EA4-41A1-8D24-B893-D77AF179677B}"/>
              </a:ext>
            </a:extLst>
          </p:cNvPr>
          <p:cNvSpPr/>
          <p:nvPr/>
        </p:nvSpPr>
        <p:spPr>
          <a:xfrm>
            <a:off x="576181" y="18216351"/>
            <a:ext cx="2160000" cy="432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TransformComponent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{5}</a:t>
            </a:r>
          </a:p>
          <a:p>
            <a:pPr lvl="0" algn="ctr" defTabSz="457122">
              <a:defRPr/>
            </a:pP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RigidBodyComponent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 {6}</a:t>
            </a:r>
          </a:p>
          <a:p>
            <a:pPr lvl="0" algn="ctr" defTabSz="457122">
              <a:defRPr/>
            </a:pP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PlayerControlComponent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 {10}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3" name="직사각형 260">
            <a:extLst>
              <a:ext uri="{FF2B5EF4-FFF2-40B4-BE49-F238E27FC236}">
                <a16:creationId xmlns:a16="http://schemas.microsoft.com/office/drawing/2014/main" id="{AC63CB8D-580D-50B5-EBF2-3D2885ABA0F3}"/>
              </a:ext>
            </a:extLst>
          </p:cNvPr>
          <p:cNvSpPr/>
          <p:nvPr/>
        </p:nvSpPr>
        <p:spPr>
          <a:xfrm>
            <a:off x="576181" y="18792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WorldMatrixUpdateSystem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694" name="직선 화살표 연결선 384">
            <a:extLst>
              <a:ext uri="{FF2B5EF4-FFF2-40B4-BE49-F238E27FC236}">
                <a16:creationId xmlns:a16="http://schemas.microsoft.com/office/drawing/2014/main" id="{9EF9795C-6C8B-F5C0-EAB8-F8757DC5DB80}"/>
              </a:ext>
            </a:extLst>
          </p:cNvPr>
          <p:cNvCxnSpPr>
            <a:cxnSpLocks/>
          </p:cNvCxnSpPr>
          <p:nvPr/>
        </p:nvCxnSpPr>
        <p:spPr>
          <a:xfrm>
            <a:off x="1656181" y="18648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5" name="직사각형 260">
            <a:extLst>
              <a:ext uri="{FF2B5EF4-FFF2-40B4-BE49-F238E27FC236}">
                <a16:creationId xmlns:a16="http://schemas.microsoft.com/office/drawing/2014/main" id="{FF7D92A4-6469-9686-0C40-4F436566E149}"/>
              </a:ext>
            </a:extLst>
          </p:cNvPr>
          <p:cNvSpPr/>
          <p:nvPr/>
        </p:nvSpPr>
        <p:spPr>
          <a:xfrm>
            <a:off x="576181" y="19080350"/>
            <a:ext cx="2160000" cy="575999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TransformComponent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{5}</a:t>
            </a:r>
          </a:p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DX12_MeshComponent {1}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  <a:p>
            <a:pPr lvl="0" algn="ctr" defTabSz="457122">
              <a:defRPr/>
            </a:pP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CFGInstanceComponent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 {9}</a:t>
            </a:r>
          </a:p>
          <a:p>
            <a:pPr lvl="0" algn="ctr" defTabSz="457122">
              <a:defRPr/>
            </a:pP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TextureScaleComponent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 {11}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03" name="직사각형 260">
            <a:extLst>
              <a:ext uri="{FF2B5EF4-FFF2-40B4-BE49-F238E27FC236}">
                <a16:creationId xmlns:a16="http://schemas.microsoft.com/office/drawing/2014/main" id="{605B6CC1-A2DC-BFA2-7D25-CB40F88975B0}"/>
              </a:ext>
            </a:extLst>
          </p:cNvPr>
          <p:cNvSpPr/>
          <p:nvPr/>
        </p:nvSpPr>
        <p:spPr>
          <a:xfrm>
            <a:off x="6768181" y="17062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BoundingVolumeUpdateSystem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04" name="직사각형 260">
            <a:extLst>
              <a:ext uri="{FF2B5EF4-FFF2-40B4-BE49-F238E27FC236}">
                <a16:creationId xmlns:a16="http://schemas.microsoft.com/office/drawing/2014/main" id="{2A5247BA-7F44-C103-237E-E894013A795D}"/>
              </a:ext>
            </a:extLst>
          </p:cNvPr>
          <p:cNvSpPr/>
          <p:nvPr/>
        </p:nvSpPr>
        <p:spPr>
          <a:xfrm>
            <a:off x="6768181" y="18358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WorldMatrixUpdateSystem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05" name="직사각형 260">
            <a:extLst>
              <a:ext uri="{FF2B5EF4-FFF2-40B4-BE49-F238E27FC236}">
                <a16:creationId xmlns:a16="http://schemas.microsoft.com/office/drawing/2014/main" id="{2BA33D97-4126-9783-D7EF-A3A3CF9A7EBC}"/>
              </a:ext>
            </a:extLst>
          </p:cNvPr>
          <p:cNvSpPr/>
          <p:nvPr/>
        </p:nvSpPr>
        <p:spPr>
          <a:xfrm>
            <a:off x="6768181" y="17494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PlayerControlSystem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06" name="직사각형 260">
            <a:extLst>
              <a:ext uri="{FF2B5EF4-FFF2-40B4-BE49-F238E27FC236}">
                <a16:creationId xmlns:a16="http://schemas.microsoft.com/office/drawing/2014/main" id="{A5036588-1D84-9C52-7DB1-4CD63F1207EB}"/>
              </a:ext>
            </a:extLst>
          </p:cNvPr>
          <p:cNvSpPr/>
          <p:nvPr/>
        </p:nvSpPr>
        <p:spPr>
          <a:xfrm>
            <a:off x="6768181" y="16630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[DX12_BoundingSystem]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07" name="직사각형 260">
            <a:extLst>
              <a:ext uri="{FF2B5EF4-FFF2-40B4-BE49-F238E27FC236}">
                <a16:creationId xmlns:a16="http://schemas.microsoft.com/office/drawing/2014/main" id="{AFDC9F9E-8867-B624-3488-9B744AA48FA7}"/>
              </a:ext>
            </a:extLst>
          </p:cNvPr>
          <p:cNvSpPr/>
          <p:nvPr/>
        </p:nvSpPr>
        <p:spPr>
          <a:xfrm>
            <a:off x="6768181" y="17926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RenderDataSyncSystem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08" name="직사각형 260">
            <a:extLst>
              <a:ext uri="{FF2B5EF4-FFF2-40B4-BE49-F238E27FC236}">
                <a16:creationId xmlns:a16="http://schemas.microsoft.com/office/drawing/2014/main" id="{2BC8DEFE-AB0F-44CA-F3D5-18B2CD8811D8}"/>
              </a:ext>
            </a:extLst>
          </p:cNvPr>
          <p:cNvSpPr/>
          <p:nvPr/>
        </p:nvSpPr>
        <p:spPr>
          <a:xfrm>
            <a:off x="9360181" y="14542480"/>
            <a:ext cx="2736000" cy="424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type_index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std::function&lt;void()&gt;&gt;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mSystemBeginPlayTasks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(System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와 일치하는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정의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709" name="직사각형 260">
            <a:extLst>
              <a:ext uri="{FF2B5EF4-FFF2-40B4-BE49-F238E27FC236}">
                <a16:creationId xmlns:a16="http://schemas.microsoft.com/office/drawing/2014/main" id="{CC263D48-7546-D2DD-0A0D-2B5957B61D3D}"/>
              </a:ext>
            </a:extLst>
          </p:cNvPr>
          <p:cNvSpPr/>
          <p:nvPr/>
        </p:nvSpPr>
        <p:spPr>
          <a:xfrm>
            <a:off x="9648181" y="15334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FMODAudioSystem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</a:t>
            </a:r>
          </a:p>
        </p:txBody>
      </p:sp>
      <p:sp>
        <p:nvSpPr>
          <p:cNvPr id="710" name="직사각형 260">
            <a:extLst>
              <a:ext uri="{FF2B5EF4-FFF2-40B4-BE49-F238E27FC236}">
                <a16:creationId xmlns:a16="http://schemas.microsoft.com/office/drawing/2014/main" id="{E0A60E93-0520-0C2D-E660-DE2222928640}"/>
              </a:ext>
            </a:extLst>
          </p:cNvPr>
          <p:cNvSpPr/>
          <p:nvPr/>
        </p:nvSpPr>
        <p:spPr>
          <a:xfrm>
            <a:off x="9648181" y="15766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PhysicsSystem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 </a:t>
            </a:r>
          </a:p>
        </p:txBody>
      </p:sp>
      <p:sp>
        <p:nvSpPr>
          <p:cNvPr id="711" name="직사각형 260">
            <a:extLst>
              <a:ext uri="{FF2B5EF4-FFF2-40B4-BE49-F238E27FC236}">
                <a16:creationId xmlns:a16="http://schemas.microsoft.com/office/drawing/2014/main" id="{3D311C06-B860-2AEF-9ADC-8C00C0C14481}"/>
              </a:ext>
            </a:extLst>
          </p:cNvPr>
          <p:cNvSpPr/>
          <p:nvPr/>
        </p:nvSpPr>
        <p:spPr>
          <a:xfrm>
            <a:off x="9648181" y="16198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LightSystem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= </a:t>
            </a:r>
          </a:p>
        </p:txBody>
      </p:sp>
      <p:sp>
        <p:nvSpPr>
          <p:cNvPr id="712" name="직사각형 260">
            <a:extLst>
              <a:ext uri="{FF2B5EF4-FFF2-40B4-BE49-F238E27FC236}">
                <a16:creationId xmlns:a16="http://schemas.microsoft.com/office/drawing/2014/main" id="{6A7382DA-A6BC-8C92-36F1-71BD2B2573D9}"/>
              </a:ext>
            </a:extLst>
          </p:cNvPr>
          <p:cNvSpPr/>
          <p:nvPr/>
        </p:nvSpPr>
        <p:spPr>
          <a:xfrm>
            <a:off x="9648181" y="17062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BoundingVolumeUpdateSystem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13" name="직사각형 260">
            <a:extLst>
              <a:ext uri="{FF2B5EF4-FFF2-40B4-BE49-F238E27FC236}">
                <a16:creationId xmlns:a16="http://schemas.microsoft.com/office/drawing/2014/main" id="{0403C3C1-D8AF-2F57-5529-969743072597}"/>
              </a:ext>
            </a:extLst>
          </p:cNvPr>
          <p:cNvSpPr/>
          <p:nvPr/>
        </p:nvSpPr>
        <p:spPr>
          <a:xfrm>
            <a:off x="9648181" y="18358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WorldMatrixUpdateSystem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14" name="직사각형 260">
            <a:extLst>
              <a:ext uri="{FF2B5EF4-FFF2-40B4-BE49-F238E27FC236}">
                <a16:creationId xmlns:a16="http://schemas.microsoft.com/office/drawing/2014/main" id="{FCE4C174-0E8F-ECE7-EB09-50BA20A236BB}"/>
              </a:ext>
            </a:extLst>
          </p:cNvPr>
          <p:cNvSpPr/>
          <p:nvPr/>
        </p:nvSpPr>
        <p:spPr>
          <a:xfrm>
            <a:off x="9648181" y="17494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PlayerControlSystem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15" name="직사각형 260">
            <a:extLst>
              <a:ext uri="{FF2B5EF4-FFF2-40B4-BE49-F238E27FC236}">
                <a16:creationId xmlns:a16="http://schemas.microsoft.com/office/drawing/2014/main" id="{EAD52D38-78E2-EE25-4131-743B27DB89B1}"/>
              </a:ext>
            </a:extLst>
          </p:cNvPr>
          <p:cNvSpPr/>
          <p:nvPr/>
        </p:nvSpPr>
        <p:spPr>
          <a:xfrm>
            <a:off x="9648181" y="16630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[DX12_BoundingSystem]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16" name="직사각형 260">
            <a:extLst>
              <a:ext uri="{FF2B5EF4-FFF2-40B4-BE49-F238E27FC236}">
                <a16:creationId xmlns:a16="http://schemas.microsoft.com/office/drawing/2014/main" id="{00674EC1-4060-09A1-E86E-DD6D5FD09855}"/>
              </a:ext>
            </a:extLst>
          </p:cNvPr>
          <p:cNvSpPr/>
          <p:nvPr/>
        </p:nvSpPr>
        <p:spPr>
          <a:xfrm>
            <a:off x="9648181" y="17926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RenderDataSyncSystem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17" name="직사각형 260">
            <a:extLst>
              <a:ext uri="{FF2B5EF4-FFF2-40B4-BE49-F238E27FC236}">
                <a16:creationId xmlns:a16="http://schemas.microsoft.com/office/drawing/2014/main" id="{48DB700A-879B-67B4-3EE9-4FC99C051B6B}"/>
              </a:ext>
            </a:extLst>
          </p:cNvPr>
          <p:cNvSpPr/>
          <p:nvPr/>
        </p:nvSpPr>
        <p:spPr>
          <a:xfrm>
            <a:off x="12240181" y="14542480"/>
            <a:ext cx="2736000" cy="424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type_index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std::function&lt;void()&gt;&gt;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mSystemSyncTasks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(System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와 일치하는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정의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718" name="직사각형 260">
            <a:extLst>
              <a:ext uri="{FF2B5EF4-FFF2-40B4-BE49-F238E27FC236}">
                <a16:creationId xmlns:a16="http://schemas.microsoft.com/office/drawing/2014/main" id="{19B67128-23B9-CF45-7800-03AA715603B2}"/>
              </a:ext>
            </a:extLst>
          </p:cNvPr>
          <p:cNvSpPr/>
          <p:nvPr/>
        </p:nvSpPr>
        <p:spPr>
          <a:xfrm>
            <a:off x="12528181" y="15334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FMODAudioSystem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</a:t>
            </a:r>
          </a:p>
        </p:txBody>
      </p:sp>
      <p:sp>
        <p:nvSpPr>
          <p:cNvPr id="719" name="직사각형 260">
            <a:extLst>
              <a:ext uri="{FF2B5EF4-FFF2-40B4-BE49-F238E27FC236}">
                <a16:creationId xmlns:a16="http://schemas.microsoft.com/office/drawing/2014/main" id="{BF8FF34C-F671-681E-C83C-5BC3927F7BB7}"/>
              </a:ext>
            </a:extLst>
          </p:cNvPr>
          <p:cNvSpPr/>
          <p:nvPr/>
        </p:nvSpPr>
        <p:spPr>
          <a:xfrm>
            <a:off x="12528181" y="15766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PhysicsSystem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 </a:t>
            </a:r>
          </a:p>
        </p:txBody>
      </p:sp>
      <p:sp>
        <p:nvSpPr>
          <p:cNvPr id="720" name="직사각형 260">
            <a:extLst>
              <a:ext uri="{FF2B5EF4-FFF2-40B4-BE49-F238E27FC236}">
                <a16:creationId xmlns:a16="http://schemas.microsoft.com/office/drawing/2014/main" id="{4BA0C70E-F19A-8EC3-C1DD-63A12A3673E1}"/>
              </a:ext>
            </a:extLst>
          </p:cNvPr>
          <p:cNvSpPr/>
          <p:nvPr/>
        </p:nvSpPr>
        <p:spPr>
          <a:xfrm>
            <a:off x="12528181" y="16198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LightSystem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= </a:t>
            </a:r>
          </a:p>
        </p:txBody>
      </p:sp>
      <p:sp>
        <p:nvSpPr>
          <p:cNvPr id="721" name="직사각형 260">
            <a:extLst>
              <a:ext uri="{FF2B5EF4-FFF2-40B4-BE49-F238E27FC236}">
                <a16:creationId xmlns:a16="http://schemas.microsoft.com/office/drawing/2014/main" id="{9F3D5A7D-568A-6985-D7BC-749FD3D930B4}"/>
              </a:ext>
            </a:extLst>
          </p:cNvPr>
          <p:cNvSpPr/>
          <p:nvPr/>
        </p:nvSpPr>
        <p:spPr>
          <a:xfrm>
            <a:off x="12528181" y="17062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BoundingVolumeUpdateSystem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22" name="직사각형 260">
            <a:extLst>
              <a:ext uri="{FF2B5EF4-FFF2-40B4-BE49-F238E27FC236}">
                <a16:creationId xmlns:a16="http://schemas.microsoft.com/office/drawing/2014/main" id="{E8E9F97D-35B6-CFFE-B471-8EC946164489}"/>
              </a:ext>
            </a:extLst>
          </p:cNvPr>
          <p:cNvSpPr/>
          <p:nvPr/>
        </p:nvSpPr>
        <p:spPr>
          <a:xfrm>
            <a:off x="12528181" y="18358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WorldMatrixUpdateSystem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23" name="직사각형 260">
            <a:extLst>
              <a:ext uri="{FF2B5EF4-FFF2-40B4-BE49-F238E27FC236}">
                <a16:creationId xmlns:a16="http://schemas.microsoft.com/office/drawing/2014/main" id="{BADC3D3E-3D20-B175-F02E-1E8D9E769F3D}"/>
              </a:ext>
            </a:extLst>
          </p:cNvPr>
          <p:cNvSpPr/>
          <p:nvPr/>
        </p:nvSpPr>
        <p:spPr>
          <a:xfrm>
            <a:off x="12528181" y="17494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PlayerControlSystem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24" name="직사각형 260">
            <a:extLst>
              <a:ext uri="{FF2B5EF4-FFF2-40B4-BE49-F238E27FC236}">
                <a16:creationId xmlns:a16="http://schemas.microsoft.com/office/drawing/2014/main" id="{3E2694B7-A9ED-98BD-B925-E952D91369A4}"/>
              </a:ext>
            </a:extLst>
          </p:cNvPr>
          <p:cNvSpPr/>
          <p:nvPr/>
        </p:nvSpPr>
        <p:spPr>
          <a:xfrm>
            <a:off x="12528181" y="16630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[DX12_BoundingSystem]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25" name="직사각형 260">
            <a:extLst>
              <a:ext uri="{FF2B5EF4-FFF2-40B4-BE49-F238E27FC236}">
                <a16:creationId xmlns:a16="http://schemas.microsoft.com/office/drawing/2014/main" id="{03B28F73-CE4B-D4CE-6ED0-670144787791}"/>
              </a:ext>
            </a:extLst>
          </p:cNvPr>
          <p:cNvSpPr/>
          <p:nvPr/>
        </p:nvSpPr>
        <p:spPr>
          <a:xfrm>
            <a:off x="12528181" y="17926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RenderDataSyncSystem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26" name="직사각형 260">
            <a:extLst>
              <a:ext uri="{FF2B5EF4-FFF2-40B4-BE49-F238E27FC236}">
                <a16:creationId xmlns:a16="http://schemas.microsoft.com/office/drawing/2014/main" id="{F05340F2-9E8B-6220-908B-2C0E808164D3}"/>
              </a:ext>
            </a:extLst>
          </p:cNvPr>
          <p:cNvSpPr/>
          <p:nvPr/>
        </p:nvSpPr>
        <p:spPr>
          <a:xfrm>
            <a:off x="15120181" y="14542480"/>
            <a:ext cx="2736000" cy="424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type_index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std::function&lt;void()&gt;&gt;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mSystemPreUpdateTasks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(System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와 일치하는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정의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727" name="직사각형 260">
            <a:extLst>
              <a:ext uri="{FF2B5EF4-FFF2-40B4-BE49-F238E27FC236}">
                <a16:creationId xmlns:a16="http://schemas.microsoft.com/office/drawing/2014/main" id="{56777A52-B544-A981-11A4-860D9BA016C1}"/>
              </a:ext>
            </a:extLst>
          </p:cNvPr>
          <p:cNvSpPr/>
          <p:nvPr/>
        </p:nvSpPr>
        <p:spPr>
          <a:xfrm>
            <a:off x="15408181" y="15334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FMODAudioSystem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</a:t>
            </a:r>
          </a:p>
        </p:txBody>
      </p:sp>
      <p:sp>
        <p:nvSpPr>
          <p:cNvPr id="728" name="직사각형 260">
            <a:extLst>
              <a:ext uri="{FF2B5EF4-FFF2-40B4-BE49-F238E27FC236}">
                <a16:creationId xmlns:a16="http://schemas.microsoft.com/office/drawing/2014/main" id="{EA13E028-ADEA-FDCC-F2C6-A04BA92772D3}"/>
              </a:ext>
            </a:extLst>
          </p:cNvPr>
          <p:cNvSpPr/>
          <p:nvPr/>
        </p:nvSpPr>
        <p:spPr>
          <a:xfrm>
            <a:off x="15408181" y="15766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PhysicsSystem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 </a:t>
            </a:r>
          </a:p>
        </p:txBody>
      </p:sp>
      <p:sp>
        <p:nvSpPr>
          <p:cNvPr id="729" name="직사각형 260">
            <a:extLst>
              <a:ext uri="{FF2B5EF4-FFF2-40B4-BE49-F238E27FC236}">
                <a16:creationId xmlns:a16="http://schemas.microsoft.com/office/drawing/2014/main" id="{BFA15FB5-DAE0-55B6-6DA5-C2860708C5B4}"/>
              </a:ext>
            </a:extLst>
          </p:cNvPr>
          <p:cNvSpPr/>
          <p:nvPr/>
        </p:nvSpPr>
        <p:spPr>
          <a:xfrm>
            <a:off x="15408181" y="16198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LightSystem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= </a:t>
            </a:r>
          </a:p>
        </p:txBody>
      </p:sp>
      <p:sp>
        <p:nvSpPr>
          <p:cNvPr id="730" name="직사각형 260">
            <a:extLst>
              <a:ext uri="{FF2B5EF4-FFF2-40B4-BE49-F238E27FC236}">
                <a16:creationId xmlns:a16="http://schemas.microsoft.com/office/drawing/2014/main" id="{46289EBC-5EAC-1840-01DA-7BD4488D059C}"/>
              </a:ext>
            </a:extLst>
          </p:cNvPr>
          <p:cNvSpPr/>
          <p:nvPr/>
        </p:nvSpPr>
        <p:spPr>
          <a:xfrm>
            <a:off x="15408181" y="17062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BoundingVolumeUpdateSystem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31" name="직사각형 260">
            <a:extLst>
              <a:ext uri="{FF2B5EF4-FFF2-40B4-BE49-F238E27FC236}">
                <a16:creationId xmlns:a16="http://schemas.microsoft.com/office/drawing/2014/main" id="{868E2946-A0A4-B550-8E3E-8602F720CBED}"/>
              </a:ext>
            </a:extLst>
          </p:cNvPr>
          <p:cNvSpPr/>
          <p:nvPr/>
        </p:nvSpPr>
        <p:spPr>
          <a:xfrm>
            <a:off x="15408181" y="18358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WorldMatrixUpdateSystem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32" name="직사각형 260">
            <a:extLst>
              <a:ext uri="{FF2B5EF4-FFF2-40B4-BE49-F238E27FC236}">
                <a16:creationId xmlns:a16="http://schemas.microsoft.com/office/drawing/2014/main" id="{E1D6CCB4-BFFC-8B33-2D8F-B65D6FCA9518}"/>
              </a:ext>
            </a:extLst>
          </p:cNvPr>
          <p:cNvSpPr/>
          <p:nvPr/>
        </p:nvSpPr>
        <p:spPr>
          <a:xfrm>
            <a:off x="15408181" y="17494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PlayerControlSystem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33" name="직사각형 260">
            <a:extLst>
              <a:ext uri="{FF2B5EF4-FFF2-40B4-BE49-F238E27FC236}">
                <a16:creationId xmlns:a16="http://schemas.microsoft.com/office/drawing/2014/main" id="{B23764B8-2982-6EB5-DF5A-F313FB858948}"/>
              </a:ext>
            </a:extLst>
          </p:cNvPr>
          <p:cNvSpPr/>
          <p:nvPr/>
        </p:nvSpPr>
        <p:spPr>
          <a:xfrm>
            <a:off x="15408181" y="16630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[DX12_BoundingSystem]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34" name="직사각형 260">
            <a:extLst>
              <a:ext uri="{FF2B5EF4-FFF2-40B4-BE49-F238E27FC236}">
                <a16:creationId xmlns:a16="http://schemas.microsoft.com/office/drawing/2014/main" id="{D7796787-2038-354D-1B2E-C4B2B579D502}"/>
              </a:ext>
            </a:extLst>
          </p:cNvPr>
          <p:cNvSpPr/>
          <p:nvPr/>
        </p:nvSpPr>
        <p:spPr>
          <a:xfrm>
            <a:off x="15408181" y="17926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RenderDataSyncSystem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35" name="직사각형 260">
            <a:extLst>
              <a:ext uri="{FF2B5EF4-FFF2-40B4-BE49-F238E27FC236}">
                <a16:creationId xmlns:a16="http://schemas.microsoft.com/office/drawing/2014/main" id="{9D5F2CE7-C64C-6D7F-0EDC-CCD57A1CFD64}"/>
              </a:ext>
            </a:extLst>
          </p:cNvPr>
          <p:cNvSpPr/>
          <p:nvPr/>
        </p:nvSpPr>
        <p:spPr>
          <a:xfrm>
            <a:off x="18000181" y="14542480"/>
            <a:ext cx="2736000" cy="424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type_index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std::function&lt;void()&gt;&gt;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mSystemUpdateTasks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(System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와 일치하는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정의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736" name="직사각형 260">
            <a:extLst>
              <a:ext uri="{FF2B5EF4-FFF2-40B4-BE49-F238E27FC236}">
                <a16:creationId xmlns:a16="http://schemas.microsoft.com/office/drawing/2014/main" id="{D8C509BA-AEE2-EE76-DB52-66CA42CA2F7C}"/>
              </a:ext>
            </a:extLst>
          </p:cNvPr>
          <p:cNvSpPr/>
          <p:nvPr/>
        </p:nvSpPr>
        <p:spPr>
          <a:xfrm>
            <a:off x="18288181" y="15334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FMODAudioSystem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</a:t>
            </a:r>
          </a:p>
        </p:txBody>
      </p:sp>
      <p:sp>
        <p:nvSpPr>
          <p:cNvPr id="737" name="직사각형 260">
            <a:extLst>
              <a:ext uri="{FF2B5EF4-FFF2-40B4-BE49-F238E27FC236}">
                <a16:creationId xmlns:a16="http://schemas.microsoft.com/office/drawing/2014/main" id="{C8AB25D2-4DC8-E6D9-A9EA-99DA865F3DFD}"/>
              </a:ext>
            </a:extLst>
          </p:cNvPr>
          <p:cNvSpPr/>
          <p:nvPr/>
        </p:nvSpPr>
        <p:spPr>
          <a:xfrm>
            <a:off x="18288181" y="15766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PhysicsSystem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 </a:t>
            </a:r>
          </a:p>
        </p:txBody>
      </p:sp>
      <p:sp>
        <p:nvSpPr>
          <p:cNvPr id="738" name="직사각형 260">
            <a:extLst>
              <a:ext uri="{FF2B5EF4-FFF2-40B4-BE49-F238E27FC236}">
                <a16:creationId xmlns:a16="http://schemas.microsoft.com/office/drawing/2014/main" id="{743FA0B6-06F9-8AAF-FF40-089418B963AF}"/>
              </a:ext>
            </a:extLst>
          </p:cNvPr>
          <p:cNvSpPr/>
          <p:nvPr/>
        </p:nvSpPr>
        <p:spPr>
          <a:xfrm>
            <a:off x="18288181" y="16198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LightSystem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= </a:t>
            </a:r>
          </a:p>
        </p:txBody>
      </p:sp>
      <p:sp>
        <p:nvSpPr>
          <p:cNvPr id="739" name="직사각형 260">
            <a:extLst>
              <a:ext uri="{FF2B5EF4-FFF2-40B4-BE49-F238E27FC236}">
                <a16:creationId xmlns:a16="http://schemas.microsoft.com/office/drawing/2014/main" id="{2AECEFB3-272A-E351-59DD-C4FF16E67726}"/>
              </a:ext>
            </a:extLst>
          </p:cNvPr>
          <p:cNvSpPr/>
          <p:nvPr/>
        </p:nvSpPr>
        <p:spPr>
          <a:xfrm>
            <a:off x="18288181" y="17062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BoundingVolumeUpdateSystem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40" name="직사각형 260">
            <a:extLst>
              <a:ext uri="{FF2B5EF4-FFF2-40B4-BE49-F238E27FC236}">
                <a16:creationId xmlns:a16="http://schemas.microsoft.com/office/drawing/2014/main" id="{E469A965-77A6-0734-6283-4DD96A023C77}"/>
              </a:ext>
            </a:extLst>
          </p:cNvPr>
          <p:cNvSpPr/>
          <p:nvPr/>
        </p:nvSpPr>
        <p:spPr>
          <a:xfrm>
            <a:off x="18288181" y="18358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WorldMatrixUpdateSystem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41" name="직사각형 260">
            <a:extLst>
              <a:ext uri="{FF2B5EF4-FFF2-40B4-BE49-F238E27FC236}">
                <a16:creationId xmlns:a16="http://schemas.microsoft.com/office/drawing/2014/main" id="{B8711E4F-E9E4-F074-73C2-655007188B23}"/>
              </a:ext>
            </a:extLst>
          </p:cNvPr>
          <p:cNvSpPr/>
          <p:nvPr/>
        </p:nvSpPr>
        <p:spPr>
          <a:xfrm>
            <a:off x="18288181" y="17494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PlayerControlSystem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42" name="직사각형 260">
            <a:extLst>
              <a:ext uri="{FF2B5EF4-FFF2-40B4-BE49-F238E27FC236}">
                <a16:creationId xmlns:a16="http://schemas.microsoft.com/office/drawing/2014/main" id="{0A87D0E7-7AF1-9A4B-C723-461498010461}"/>
              </a:ext>
            </a:extLst>
          </p:cNvPr>
          <p:cNvSpPr/>
          <p:nvPr/>
        </p:nvSpPr>
        <p:spPr>
          <a:xfrm>
            <a:off x="18288181" y="16630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[DX12_BoundingSystem]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43" name="직사각형 260">
            <a:extLst>
              <a:ext uri="{FF2B5EF4-FFF2-40B4-BE49-F238E27FC236}">
                <a16:creationId xmlns:a16="http://schemas.microsoft.com/office/drawing/2014/main" id="{8E9CE17E-03F9-A7DB-D057-7969DA6E5367}"/>
              </a:ext>
            </a:extLst>
          </p:cNvPr>
          <p:cNvSpPr/>
          <p:nvPr/>
        </p:nvSpPr>
        <p:spPr>
          <a:xfrm>
            <a:off x="18288181" y="17926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RenderDataSyncSystem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16" name="직사각형 260">
            <a:extLst>
              <a:ext uri="{FF2B5EF4-FFF2-40B4-BE49-F238E27FC236}">
                <a16:creationId xmlns:a16="http://schemas.microsoft.com/office/drawing/2014/main" id="{D083B4BD-7FC0-062D-BA92-477770FA0F30}"/>
              </a:ext>
            </a:extLst>
          </p:cNvPr>
          <p:cNvSpPr/>
          <p:nvPr/>
        </p:nvSpPr>
        <p:spPr>
          <a:xfrm>
            <a:off x="20880181" y="14542480"/>
            <a:ext cx="2736000" cy="424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type_index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std::function&lt;void()&gt;&gt;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mSystemLateUpdateTasks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(System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와 일치하는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정의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817" name="직사각형 260">
            <a:extLst>
              <a:ext uri="{FF2B5EF4-FFF2-40B4-BE49-F238E27FC236}">
                <a16:creationId xmlns:a16="http://schemas.microsoft.com/office/drawing/2014/main" id="{78C6749F-8110-646D-448A-62455872668F}"/>
              </a:ext>
            </a:extLst>
          </p:cNvPr>
          <p:cNvSpPr/>
          <p:nvPr/>
        </p:nvSpPr>
        <p:spPr>
          <a:xfrm>
            <a:off x="21168181" y="15334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FMODAudioSystem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</a:t>
            </a:r>
          </a:p>
        </p:txBody>
      </p:sp>
      <p:sp>
        <p:nvSpPr>
          <p:cNvPr id="818" name="직사각형 260">
            <a:extLst>
              <a:ext uri="{FF2B5EF4-FFF2-40B4-BE49-F238E27FC236}">
                <a16:creationId xmlns:a16="http://schemas.microsoft.com/office/drawing/2014/main" id="{D40C5F6E-3612-A856-5C7E-0D395088C77D}"/>
              </a:ext>
            </a:extLst>
          </p:cNvPr>
          <p:cNvSpPr/>
          <p:nvPr/>
        </p:nvSpPr>
        <p:spPr>
          <a:xfrm>
            <a:off x="21168181" y="15766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PhysicsSystem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 </a:t>
            </a:r>
          </a:p>
        </p:txBody>
      </p:sp>
      <p:sp>
        <p:nvSpPr>
          <p:cNvPr id="819" name="직사각형 260">
            <a:extLst>
              <a:ext uri="{FF2B5EF4-FFF2-40B4-BE49-F238E27FC236}">
                <a16:creationId xmlns:a16="http://schemas.microsoft.com/office/drawing/2014/main" id="{CCAE0C39-948A-FE60-1772-255E1170333A}"/>
              </a:ext>
            </a:extLst>
          </p:cNvPr>
          <p:cNvSpPr/>
          <p:nvPr/>
        </p:nvSpPr>
        <p:spPr>
          <a:xfrm>
            <a:off x="21168181" y="16198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LightSystem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= </a:t>
            </a:r>
          </a:p>
        </p:txBody>
      </p:sp>
      <p:sp>
        <p:nvSpPr>
          <p:cNvPr id="820" name="직사각형 260">
            <a:extLst>
              <a:ext uri="{FF2B5EF4-FFF2-40B4-BE49-F238E27FC236}">
                <a16:creationId xmlns:a16="http://schemas.microsoft.com/office/drawing/2014/main" id="{D11CBDC5-948A-F949-9C16-1F270D061636}"/>
              </a:ext>
            </a:extLst>
          </p:cNvPr>
          <p:cNvSpPr/>
          <p:nvPr/>
        </p:nvSpPr>
        <p:spPr>
          <a:xfrm>
            <a:off x="21168181" y="17062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BoundingVolumeUpdateSystem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21" name="직사각형 260">
            <a:extLst>
              <a:ext uri="{FF2B5EF4-FFF2-40B4-BE49-F238E27FC236}">
                <a16:creationId xmlns:a16="http://schemas.microsoft.com/office/drawing/2014/main" id="{3285AA40-AB66-1BA4-30C2-C06C2AB44655}"/>
              </a:ext>
            </a:extLst>
          </p:cNvPr>
          <p:cNvSpPr/>
          <p:nvPr/>
        </p:nvSpPr>
        <p:spPr>
          <a:xfrm>
            <a:off x="21168181" y="18358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WorldMatrixUpdateSystem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22" name="직사각형 260">
            <a:extLst>
              <a:ext uri="{FF2B5EF4-FFF2-40B4-BE49-F238E27FC236}">
                <a16:creationId xmlns:a16="http://schemas.microsoft.com/office/drawing/2014/main" id="{3C4550F9-350E-C3EE-A04B-1D64087645BD}"/>
              </a:ext>
            </a:extLst>
          </p:cNvPr>
          <p:cNvSpPr/>
          <p:nvPr/>
        </p:nvSpPr>
        <p:spPr>
          <a:xfrm>
            <a:off x="21168181" y="17494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PlayerControlSystem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23" name="직사각형 260">
            <a:extLst>
              <a:ext uri="{FF2B5EF4-FFF2-40B4-BE49-F238E27FC236}">
                <a16:creationId xmlns:a16="http://schemas.microsoft.com/office/drawing/2014/main" id="{CA772557-A782-F774-4119-2F460532F920}"/>
              </a:ext>
            </a:extLst>
          </p:cNvPr>
          <p:cNvSpPr/>
          <p:nvPr/>
        </p:nvSpPr>
        <p:spPr>
          <a:xfrm>
            <a:off x="21168181" y="16630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[DX12_BoundingSystem]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24" name="직사각형 260">
            <a:extLst>
              <a:ext uri="{FF2B5EF4-FFF2-40B4-BE49-F238E27FC236}">
                <a16:creationId xmlns:a16="http://schemas.microsoft.com/office/drawing/2014/main" id="{54204513-741B-829F-A91D-6CF0E69B28A2}"/>
              </a:ext>
            </a:extLst>
          </p:cNvPr>
          <p:cNvSpPr/>
          <p:nvPr/>
        </p:nvSpPr>
        <p:spPr>
          <a:xfrm>
            <a:off x="21168181" y="17926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RenderDataSyncSystem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25" name="직사각형 260">
            <a:extLst>
              <a:ext uri="{FF2B5EF4-FFF2-40B4-BE49-F238E27FC236}">
                <a16:creationId xmlns:a16="http://schemas.microsoft.com/office/drawing/2014/main" id="{FA6224AF-479C-2683-40DA-E7F726F95F64}"/>
              </a:ext>
            </a:extLst>
          </p:cNvPr>
          <p:cNvSpPr/>
          <p:nvPr/>
        </p:nvSpPr>
        <p:spPr>
          <a:xfrm>
            <a:off x="23760181" y="14542480"/>
            <a:ext cx="2736000" cy="424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type_index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std::function&lt;void()&gt;&gt;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mSystemFixedUpdateTasks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(System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와 일치하는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정의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826" name="직사각형 260">
            <a:extLst>
              <a:ext uri="{FF2B5EF4-FFF2-40B4-BE49-F238E27FC236}">
                <a16:creationId xmlns:a16="http://schemas.microsoft.com/office/drawing/2014/main" id="{2459C298-7FCD-E593-993C-A97B302EA931}"/>
              </a:ext>
            </a:extLst>
          </p:cNvPr>
          <p:cNvSpPr/>
          <p:nvPr/>
        </p:nvSpPr>
        <p:spPr>
          <a:xfrm>
            <a:off x="24048181" y="15334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FMODAudioSystem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</a:t>
            </a:r>
          </a:p>
        </p:txBody>
      </p:sp>
      <p:sp>
        <p:nvSpPr>
          <p:cNvPr id="827" name="직사각형 260">
            <a:extLst>
              <a:ext uri="{FF2B5EF4-FFF2-40B4-BE49-F238E27FC236}">
                <a16:creationId xmlns:a16="http://schemas.microsoft.com/office/drawing/2014/main" id="{930B0909-6FB7-F017-FCAB-ED69342E3608}"/>
              </a:ext>
            </a:extLst>
          </p:cNvPr>
          <p:cNvSpPr/>
          <p:nvPr/>
        </p:nvSpPr>
        <p:spPr>
          <a:xfrm>
            <a:off x="24048181" y="15766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PhysicsSystem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 </a:t>
            </a:r>
          </a:p>
        </p:txBody>
      </p:sp>
      <p:sp>
        <p:nvSpPr>
          <p:cNvPr id="828" name="직사각형 260">
            <a:extLst>
              <a:ext uri="{FF2B5EF4-FFF2-40B4-BE49-F238E27FC236}">
                <a16:creationId xmlns:a16="http://schemas.microsoft.com/office/drawing/2014/main" id="{1568A07A-AB15-B4CA-2A2A-2E9A2335529F}"/>
              </a:ext>
            </a:extLst>
          </p:cNvPr>
          <p:cNvSpPr/>
          <p:nvPr/>
        </p:nvSpPr>
        <p:spPr>
          <a:xfrm>
            <a:off x="24048181" y="16198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LightSystem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= </a:t>
            </a:r>
          </a:p>
        </p:txBody>
      </p:sp>
      <p:sp>
        <p:nvSpPr>
          <p:cNvPr id="829" name="직사각형 260">
            <a:extLst>
              <a:ext uri="{FF2B5EF4-FFF2-40B4-BE49-F238E27FC236}">
                <a16:creationId xmlns:a16="http://schemas.microsoft.com/office/drawing/2014/main" id="{D9762D7C-C0F8-3CAC-897F-0AEAA7734242}"/>
              </a:ext>
            </a:extLst>
          </p:cNvPr>
          <p:cNvSpPr/>
          <p:nvPr/>
        </p:nvSpPr>
        <p:spPr>
          <a:xfrm>
            <a:off x="24048181" y="17062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BoundingVolumeUpdateSystem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30" name="직사각형 260">
            <a:extLst>
              <a:ext uri="{FF2B5EF4-FFF2-40B4-BE49-F238E27FC236}">
                <a16:creationId xmlns:a16="http://schemas.microsoft.com/office/drawing/2014/main" id="{52BCFAD8-CA2F-5278-148B-FA53C5A678F0}"/>
              </a:ext>
            </a:extLst>
          </p:cNvPr>
          <p:cNvSpPr/>
          <p:nvPr/>
        </p:nvSpPr>
        <p:spPr>
          <a:xfrm>
            <a:off x="24048181" y="18358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WorldMatrixUpdateSystem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31" name="직사각형 260">
            <a:extLst>
              <a:ext uri="{FF2B5EF4-FFF2-40B4-BE49-F238E27FC236}">
                <a16:creationId xmlns:a16="http://schemas.microsoft.com/office/drawing/2014/main" id="{46682C0B-5BE3-ACAE-488E-C3BED69709D5}"/>
              </a:ext>
            </a:extLst>
          </p:cNvPr>
          <p:cNvSpPr/>
          <p:nvPr/>
        </p:nvSpPr>
        <p:spPr>
          <a:xfrm>
            <a:off x="24048181" y="17494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PlayerControlSystem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32" name="직사각형 260">
            <a:extLst>
              <a:ext uri="{FF2B5EF4-FFF2-40B4-BE49-F238E27FC236}">
                <a16:creationId xmlns:a16="http://schemas.microsoft.com/office/drawing/2014/main" id="{D161D37E-5942-A3ED-0807-61974E218177}"/>
              </a:ext>
            </a:extLst>
          </p:cNvPr>
          <p:cNvSpPr/>
          <p:nvPr/>
        </p:nvSpPr>
        <p:spPr>
          <a:xfrm>
            <a:off x="24048181" y="16630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[DX12_BoundingSystem]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33" name="직사각형 260">
            <a:extLst>
              <a:ext uri="{FF2B5EF4-FFF2-40B4-BE49-F238E27FC236}">
                <a16:creationId xmlns:a16="http://schemas.microsoft.com/office/drawing/2014/main" id="{C555D7E1-6499-E1BE-DA26-0625C223066D}"/>
              </a:ext>
            </a:extLst>
          </p:cNvPr>
          <p:cNvSpPr/>
          <p:nvPr/>
        </p:nvSpPr>
        <p:spPr>
          <a:xfrm>
            <a:off x="24048181" y="17926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RenderDataSyncSystem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34" name="직사각형 260">
            <a:extLst>
              <a:ext uri="{FF2B5EF4-FFF2-40B4-BE49-F238E27FC236}">
                <a16:creationId xmlns:a16="http://schemas.microsoft.com/office/drawing/2014/main" id="{03340237-0DC8-822E-5F43-7CAB3E3263B1}"/>
              </a:ext>
            </a:extLst>
          </p:cNvPr>
          <p:cNvSpPr/>
          <p:nvPr/>
        </p:nvSpPr>
        <p:spPr>
          <a:xfrm>
            <a:off x="26640181" y="14542480"/>
            <a:ext cx="2736000" cy="424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type_index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std::function&lt;void()&gt;&gt;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mSystemFinalUpdateTasks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(System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와 일치하는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정의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835" name="직사각형 260">
            <a:extLst>
              <a:ext uri="{FF2B5EF4-FFF2-40B4-BE49-F238E27FC236}">
                <a16:creationId xmlns:a16="http://schemas.microsoft.com/office/drawing/2014/main" id="{AAC17221-2D38-C35D-3EEF-CF9280397875}"/>
              </a:ext>
            </a:extLst>
          </p:cNvPr>
          <p:cNvSpPr/>
          <p:nvPr/>
        </p:nvSpPr>
        <p:spPr>
          <a:xfrm>
            <a:off x="26928181" y="15334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FMODAudioSystem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</a:t>
            </a:r>
          </a:p>
        </p:txBody>
      </p:sp>
      <p:sp>
        <p:nvSpPr>
          <p:cNvPr id="836" name="직사각형 260">
            <a:extLst>
              <a:ext uri="{FF2B5EF4-FFF2-40B4-BE49-F238E27FC236}">
                <a16:creationId xmlns:a16="http://schemas.microsoft.com/office/drawing/2014/main" id="{9329144C-C4A6-0899-D2D1-40516F5AA28B}"/>
              </a:ext>
            </a:extLst>
          </p:cNvPr>
          <p:cNvSpPr/>
          <p:nvPr/>
        </p:nvSpPr>
        <p:spPr>
          <a:xfrm>
            <a:off x="26928181" y="15766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PhysicsSystem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 </a:t>
            </a:r>
          </a:p>
        </p:txBody>
      </p:sp>
      <p:sp>
        <p:nvSpPr>
          <p:cNvPr id="837" name="직사각형 260">
            <a:extLst>
              <a:ext uri="{FF2B5EF4-FFF2-40B4-BE49-F238E27FC236}">
                <a16:creationId xmlns:a16="http://schemas.microsoft.com/office/drawing/2014/main" id="{F0E91C44-1742-4F76-114B-DAADA5860C3D}"/>
              </a:ext>
            </a:extLst>
          </p:cNvPr>
          <p:cNvSpPr/>
          <p:nvPr/>
        </p:nvSpPr>
        <p:spPr>
          <a:xfrm>
            <a:off x="26928181" y="16198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LightSystem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= </a:t>
            </a:r>
          </a:p>
        </p:txBody>
      </p:sp>
      <p:sp>
        <p:nvSpPr>
          <p:cNvPr id="838" name="직사각형 260">
            <a:extLst>
              <a:ext uri="{FF2B5EF4-FFF2-40B4-BE49-F238E27FC236}">
                <a16:creationId xmlns:a16="http://schemas.microsoft.com/office/drawing/2014/main" id="{6DBBECE4-201D-64D3-49BE-5D9A96F0D346}"/>
              </a:ext>
            </a:extLst>
          </p:cNvPr>
          <p:cNvSpPr/>
          <p:nvPr/>
        </p:nvSpPr>
        <p:spPr>
          <a:xfrm>
            <a:off x="26928181" y="17062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BoundingVolumeUpdateSystem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39" name="직사각형 260">
            <a:extLst>
              <a:ext uri="{FF2B5EF4-FFF2-40B4-BE49-F238E27FC236}">
                <a16:creationId xmlns:a16="http://schemas.microsoft.com/office/drawing/2014/main" id="{E0BAC956-172D-4AAF-23BF-9BB7664FB75D}"/>
              </a:ext>
            </a:extLst>
          </p:cNvPr>
          <p:cNvSpPr/>
          <p:nvPr/>
        </p:nvSpPr>
        <p:spPr>
          <a:xfrm>
            <a:off x="26928181" y="18358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WorldMatrixUpdateSystem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40" name="직사각형 260">
            <a:extLst>
              <a:ext uri="{FF2B5EF4-FFF2-40B4-BE49-F238E27FC236}">
                <a16:creationId xmlns:a16="http://schemas.microsoft.com/office/drawing/2014/main" id="{A129A887-6727-AB56-1D49-59A237C22AB8}"/>
              </a:ext>
            </a:extLst>
          </p:cNvPr>
          <p:cNvSpPr/>
          <p:nvPr/>
        </p:nvSpPr>
        <p:spPr>
          <a:xfrm>
            <a:off x="26928181" y="17494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PlayerControlSystem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41" name="직사각형 260">
            <a:extLst>
              <a:ext uri="{FF2B5EF4-FFF2-40B4-BE49-F238E27FC236}">
                <a16:creationId xmlns:a16="http://schemas.microsoft.com/office/drawing/2014/main" id="{BE700F69-8319-0EBC-BD49-685D0EF8A28A}"/>
              </a:ext>
            </a:extLst>
          </p:cNvPr>
          <p:cNvSpPr/>
          <p:nvPr/>
        </p:nvSpPr>
        <p:spPr>
          <a:xfrm>
            <a:off x="26928181" y="16630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[DX12_BoundingSystem]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42" name="직사각형 260">
            <a:extLst>
              <a:ext uri="{FF2B5EF4-FFF2-40B4-BE49-F238E27FC236}">
                <a16:creationId xmlns:a16="http://schemas.microsoft.com/office/drawing/2014/main" id="{AF32B374-2C55-435E-F565-51652348D226}"/>
              </a:ext>
            </a:extLst>
          </p:cNvPr>
          <p:cNvSpPr/>
          <p:nvPr/>
        </p:nvSpPr>
        <p:spPr>
          <a:xfrm>
            <a:off x="26928181" y="17926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RenderDataSyncSystem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43" name="직사각형 260">
            <a:extLst>
              <a:ext uri="{FF2B5EF4-FFF2-40B4-BE49-F238E27FC236}">
                <a16:creationId xmlns:a16="http://schemas.microsoft.com/office/drawing/2014/main" id="{280DE681-5631-54B2-5B5C-8E07D49E0971}"/>
              </a:ext>
            </a:extLst>
          </p:cNvPr>
          <p:cNvSpPr/>
          <p:nvPr/>
        </p:nvSpPr>
        <p:spPr>
          <a:xfrm>
            <a:off x="29520181" y="14542480"/>
            <a:ext cx="2736000" cy="424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type_index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std::function&lt;void()&gt;&gt;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mSystemEndPlayTasks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(System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와 일치하는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정의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844" name="직사각형 260">
            <a:extLst>
              <a:ext uri="{FF2B5EF4-FFF2-40B4-BE49-F238E27FC236}">
                <a16:creationId xmlns:a16="http://schemas.microsoft.com/office/drawing/2014/main" id="{3776E47E-1C3F-B6F3-1C67-2F179A1356EF}"/>
              </a:ext>
            </a:extLst>
          </p:cNvPr>
          <p:cNvSpPr/>
          <p:nvPr/>
        </p:nvSpPr>
        <p:spPr>
          <a:xfrm>
            <a:off x="29808181" y="15334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FMODAudioSystem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</a:t>
            </a:r>
          </a:p>
        </p:txBody>
      </p:sp>
      <p:sp>
        <p:nvSpPr>
          <p:cNvPr id="845" name="직사각형 260">
            <a:extLst>
              <a:ext uri="{FF2B5EF4-FFF2-40B4-BE49-F238E27FC236}">
                <a16:creationId xmlns:a16="http://schemas.microsoft.com/office/drawing/2014/main" id="{39D33EAD-F4E4-E42C-4826-F11144421720}"/>
              </a:ext>
            </a:extLst>
          </p:cNvPr>
          <p:cNvSpPr/>
          <p:nvPr/>
        </p:nvSpPr>
        <p:spPr>
          <a:xfrm>
            <a:off x="29808181" y="15766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PhysicsSystem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 </a:t>
            </a:r>
          </a:p>
        </p:txBody>
      </p:sp>
      <p:sp>
        <p:nvSpPr>
          <p:cNvPr id="846" name="직사각형 260">
            <a:extLst>
              <a:ext uri="{FF2B5EF4-FFF2-40B4-BE49-F238E27FC236}">
                <a16:creationId xmlns:a16="http://schemas.microsoft.com/office/drawing/2014/main" id="{A7E37779-9398-58A4-51D7-16AF4B1FEC33}"/>
              </a:ext>
            </a:extLst>
          </p:cNvPr>
          <p:cNvSpPr/>
          <p:nvPr/>
        </p:nvSpPr>
        <p:spPr>
          <a:xfrm>
            <a:off x="29808181" y="16198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LightSystem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= </a:t>
            </a:r>
          </a:p>
        </p:txBody>
      </p:sp>
      <p:sp>
        <p:nvSpPr>
          <p:cNvPr id="847" name="직사각형 260">
            <a:extLst>
              <a:ext uri="{FF2B5EF4-FFF2-40B4-BE49-F238E27FC236}">
                <a16:creationId xmlns:a16="http://schemas.microsoft.com/office/drawing/2014/main" id="{5E80B5E6-0F03-E292-CBAF-2B6795FF1721}"/>
              </a:ext>
            </a:extLst>
          </p:cNvPr>
          <p:cNvSpPr/>
          <p:nvPr/>
        </p:nvSpPr>
        <p:spPr>
          <a:xfrm>
            <a:off x="29808181" y="17062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BoundingVolumeUpdateSystem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48" name="직사각형 260">
            <a:extLst>
              <a:ext uri="{FF2B5EF4-FFF2-40B4-BE49-F238E27FC236}">
                <a16:creationId xmlns:a16="http://schemas.microsoft.com/office/drawing/2014/main" id="{78BBA213-8FEF-8139-A41E-4E1BAFA8CEDC}"/>
              </a:ext>
            </a:extLst>
          </p:cNvPr>
          <p:cNvSpPr/>
          <p:nvPr/>
        </p:nvSpPr>
        <p:spPr>
          <a:xfrm>
            <a:off x="29808181" y="18358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WorldMatrixUpdateSystem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49" name="직사각형 260">
            <a:extLst>
              <a:ext uri="{FF2B5EF4-FFF2-40B4-BE49-F238E27FC236}">
                <a16:creationId xmlns:a16="http://schemas.microsoft.com/office/drawing/2014/main" id="{A1F31A20-B7EC-4C50-286C-5C8FF2163A26}"/>
              </a:ext>
            </a:extLst>
          </p:cNvPr>
          <p:cNvSpPr/>
          <p:nvPr/>
        </p:nvSpPr>
        <p:spPr>
          <a:xfrm>
            <a:off x="29808181" y="17494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PlayerControlSystem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50" name="직사각형 260">
            <a:extLst>
              <a:ext uri="{FF2B5EF4-FFF2-40B4-BE49-F238E27FC236}">
                <a16:creationId xmlns:a16="http://schemas.microsoft.com/office/drawing/2014/main" id="{A8DEB36A-7EC3-4860-B8D8-7F3C6EA2769D}"/>
              </a:ext>
            </a:extLst>
          </p:cNvPr>
          <p:cNvSpPr/>
          <p:nvPr/>
        </p:nvSpPr>
        <p:spPr>
          <a:xfrm>
            <a:off x="29808181" y="16630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[DX12_BoundingSystem]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51" name="직사각형 260">
            <a:extLst>
              <a:ext uri="{FF2B5EF4-FFF2-40B4-BE49-F238E27FC236}">
                <a16:creationId xmlns:a16="http://schemas.microsoft.com/office/drawing/2014/main" id="{4D96D8AA-68DF-BFF6-B3A1-0C71711E302C}"/>
              </a:ext>
            </a:extLst>
          </p:cNvPr>
          <p:cNvSpPr/>
          <p:nvPr/>
        </p:nvSpPr>
        <p:spPr>
          <a:xfrm>
            <a:off x="29808181" y="17926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RenderDataSyncSystem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852" name="직선 화살표 연결선 384">
            <a:extLst>
              <a:ext uri="{FF2B5EF4-FFF2-40B4-BE49-F238E27FC236}">
                <a16:creationId xmlns:a16="http://schemas.microsoft.com/office/drawing/2014/main" id="{934080CB-28CB-C9AB-24F9-8A93FD9A9BA2}"/>
              </a:ext>
            </a:extLst>
          </p:cNvPr>
          <p:cNvCxnSpPr>
            <a:cxnSpLocks/>
          </p:cNvCxnSpPr>
          <p:nvPr/>
        </p:nvCxnSpPr>
        <p:spPr>
          <a:xfrm>
            <a:off x="2880181" y="13896350"/>
            <a:ext cx="718616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5" name="직선 화살표 연결선 384">
            <a:extLst>
              <a:ext uri="{FF2B5EF4-FFF2-40B4-BE49-F238E27FC236}">
                <a16:creationId xmlns:a16="http://schemas.microsoft.com/office/drawing/2014/main" id="{C86BEEA3-EC89-E05B-C4E3-4CA198F819C9}"/>
              </a:ext>
            </a:extLst>
          </p:cNvPr>
          <p:cNvCxnSpPr>
            <a:cxnSpLocks/>
          </p:cNvCxnSpPr>
          <p:nvPr/>
        </p:nvCxnSpPr>
        <p:spPr>
          <a:xfrm>
            <a:off x="6048181" y="4608350"/>
            <a:ext cx="722191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8" name="직선 화살표 연결선 384">
            <a:extLst>
              <a:ext uri="{FF2B5EF4-FFF2-40B4-BE49-F238E27FC236}">
                <a16:creationId xmlns:a16="http://schemas.microsoft.com/office/drawing/2014/main" id="{FFA224EC-934B-39EB-9B1C-C8574059B3D7}"/>
              </a:ext>
            </a:extLst>
          </p:cNvPr>
          <p:cNvCxnSpPr>
            <a:cxnSpLocks/>
          </p:cNvCxnSpPr>
          <p:nvPr/>
        </p:nvCxnSpPr>
        <p:spPr>
          <a:xfrm>
            <a:off x="8928181" y="14112349"/>
            <a:ext cx="720000" cy="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3" name="직사각형 260">
            <a:extLst>
              <a:ext uri="{FF2B5EF4-FFF2-40B4-BE49-F238E27FC236}">
                <a16:creationId xmlns:a16="http://schemas.microsoft.com/office/drawing/2014/main" id="{1940D3B9-A7B8-DFBF-0EFE-4043E12DCBCC}"/>
              </a:ext>
            </a:extLst>
          </p:cNvPr>
          <p:cNvSpPr/>
          <p:nvPr/>
        </p:nvSpPr>
        <p:spPr>
          <a:xfrm>
            <a:off x="3600181" y="14542480"/>
            <a:ext cx="2736000" cy="424987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type_index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unique_ptr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ISystem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&gt;&gt;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mSystems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(Entity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등록 시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Signature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검사 후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System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내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Entity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등록을 위해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System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배열 관리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</a:p>
        </p:txBody>
      </p:sp>
      <p:sp>
        <p:nvSpPr>
          <p:cNvPr id="660" name="직사각형 260">
            <a:extLst>
              <a:ext uri="{FF2B5EF4-FFF2-40B4-BE49-F238E27FC236}">
                <a16:creationId xmlns:a16="http://schemas.microsoft.com/office/drawing/2014/main" id="{EE67E4E7-815C-3CC9-BFDD-A6F32AE65D2E}"/>
              </a:ext>
            </a:extLst>
          </p:cNvPr>
          <p:cNvSpPr/>
          <p:nvPr/>
        </p:nvSpPr>
        <p:spPr>
          <a:xfrm>
            <a:off x="3889565" y="17062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BoundingVolumeUpdateSystem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78" name="직사각형 260">
            <a:extLst>
              <a:ext uri="{FF2B5EF4-FFF2-40B4-BE49-F238E27FC236}">
                <a16:creationId xmlns:a16="http://schemas.microsoft.com/office/drawing/2014/main" id="{D42A5BCD-D3AF-FEC2-9B0F-66AFCB63ED14}"/>
              </a:ext>
            </a:extLst>
          </p:cNvPr>
          <p:cNvSpPr/>
          <p:nvPr/>
        </p:nvSpPr>
        <p:spPr>
          <a:xfrm>
            <a:off x="3888181" y="13968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1. System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객체 생성</a:t>
            </a:r>
            <a:endParaRPr lang="en-US" altLang="ko-KR" sz="10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696" name="직사각형 260">
            <a:extLst>
              <a:ext uri="{FF2B5EF4-FFF2-40B4-BE49-F238E27FC236}">
                <a16:creationId xmlns:a16="http://schemas.microsoft.com/office/drawing/2014/main" id="{F0DA94C0-705E-C6FD-0537-2A532445491E}"/>
              </a:ext>
            </a:extLst>
          </p:cNvPr>
          <p:cNvSpPr/>
          <p:nvPr/>
        </p:nvSpPr>
        <p:spPr>
          <a:xfrm>
            <a:off x="3889565" y="15334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FMODAudioSystem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7" name="직사각형 260">
            <a:extLst>
              <a:ext uri="{FF2B5EF4-FFF2-40B4-BE49-F238E27FC236}">
                <a16:creationId xmlns:a16="http://schemas.microsoft.com/office/drawing/2014/main" id="{2F15E875-238A-E6D0-EC04-2365EC6C9B93}"/>
              </a:ext>
            </a:extLst>
          </p:cNvPr>
          <p:cNvSpPr/>
          <p:nvPr/>
        </p:nvSpPr>
        <p:spPr>
          <a:xfrm>
            <a:off x="3889565" y="18358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WorldMatrixUpdateSystem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8" name="직사각형 260">
            <a:extLst>
              <a:ext uri="{FF2B5EF4-FFF2-40B4-BE49-F238E27FC236}">
                <a16:creationId xmlns:a16="http://schemas.microsoft.com/office/drawing/2014/main" id="{6FED320E-3109-6FBF-4559-C85F6AEF22EB}"/>
              </a:ext>
            </a:extLst>
          </p:cNvPr>
          <p:cNvSpPr/>
          <p:nvPr/>
        </p:nvSpPr>
        <p:spPr>
          <a:xfrm>
            <a:off x="3889565" y="17494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PlayerControlSystem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9" name="직사각형 260">
            <a:extLst>
              <a:ext uri="{FF2B5EF4-FFF2-40B4-BE49-F238E27FC236}">
                <a16:creationId xmlns:a16="http://schemas.microsoft.com/office/drawing/2014/main" id="{4DCAAFB9-479E-FFE8-5935-286ED387DF4A}"/>
              </a:ext>
            </a:extLst>
          </p:cNvPr>
          <p:cNvSpPr/>
          <p:nvPr/>
        </p:nvSpPr>
        <p:spPr>
          <a:xfrm>
            <a:off x="3889565" y="15766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PhysicsSystem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00" name="직사각형 260">
            <a:extLst>
              <a:ext uri="{FF2B5EF4-FFF2-40B4-BE49-F238E27FC236}">
                <a16:creationId xmlns:a16="http://schemas.microsoft.com/office/drawing/2014/main" id="{F8861C1D-1C79-FE79-C241-BA37C21C7FCC}"/>
              </a:ext>
            </a:extLst>
          </p:cNvPr>
          <p:cNvSpPr/>
          <p:nvPr/>
        </p:nvSpPr>
        <p:spPr>
          <a:xfrm>
            <a:off x="3889565" y="16630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[DX12_BoundingSystem]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01" name="직사각형 260">
            <a:extLst>
              <a:ext uri="{FF2B5EF4-FFF2-40B4-BE49-F238E27FC236}">
                <a16:creationId xmlns:a16="http://schemas.microsoft.com/office/drawing/2014/main" id="{E00E8A8B-A6E2-BAEE-FC99-FD14545416B1}"/>
              </a:ext>
            </a:extLst>
          </p:cNvPr>
          <p:cNvSpPr/>
          <p:nvPr/>
        </p:nvSpPr>
        <p:spPr>
          <a:xfrm>
            <a:off x="3889565" y="16198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LightSystem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02" name="직사각형 260">
            <a:extLst>
              <a:ext uri="{FF2B5EF4-FFF2-40B4-BE49-F238E27FC236}">
                <a16:creationId xmlns:a16="http://schemas.microsoft.com/office/drawing/2014/main" id="{26A0FCCF-3CD0-D75C-40F4-8B374CE4F40C}"/>
              </a:ext>
            </a:extLst>
          </p:cNvPr>
          <p:cNvSpPr/>
          <p:nvPr/>
        </p:nvSpPr>
        <p:spPr>
          <a:xfrm>
            <a:off x="3889565" y="17926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RenderDataSyncSystem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870" name="직선 화살표 연결선 384">
            <a:extLst>
              <a:ext uri="{FF2B5EF4-FFF2-40B4-BE49-F238E27FC236}">
                <a16:creationId xmlns:a16="http://schemas.microsoft.com/office/drawing/2014/main" id="{335275EC-AF5C-F41F-7829-B3FE0F195A1B}"/>
              </a:ext>
            </a:extLst>
          </p:cNvPr>
          <p:cNvCxnSpPr>
            <a:cxnSpLocks/>
          </p:cNvCxnSpPr>
          <p:nvPr/>
        </p:nvCxnSpPr>
        <p:spPr>
          <a:xfrm>
            <a:off x="4968181" y="14254479"/>
            <a:ext cx="0" cy="28800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1" name="직선 화살표 연결선 384">
            <a:extLst>
              <a:ext uri="{FF2B5EF4-FFF2-40B4-BE49-F238E27FC236}">
                <a16:creationId xmlns:a16="http://schemas.microsoft.com/office/drawing/2014/main" id="{35E60DCE-27D0-3753-A5F8-2B349962E70F}"/>
              </a:ext>
            </a:extLst>
          </p:cNvPr>
          <p:cNvCxnSpPr>
            <a:cxnSpLocks/>
          </p:cNvCxnSpPr>
          <p:nvPr/>
        </p:nvCxnSpPr>
        <p:spPr>
          <a:xfrm>
            <a:off x="10728181" y="14254479"/>
            <a:ext cx="0" cy="28800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2" name="직사각형 260">
            <a:extLst>
              <a:ext uri="{FF2B5EF4-FFF2-40B4-BE49-F238E27FC236}">
                <a16:creationId xmlns:a16="http://schemas.microsoft.com/office/drawing/2014/main" id="{084C2B22-789C-34BA-B80A-24C87A50FF93}"/>
              </a:ext>
            </a:extLst>
          </p:cNvPr>
          <p:cNvSpPr/>
          <p:nvPr/>
        </p:nvSpPr>
        <p:spPr>
          <a:xfrm>
            <a:off x="12528181" y="13968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5. Sync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함수 등록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873" name="직선 화살표 연결선 384">
            <a:extLst>
              <a:ext uri="{FF2B5EF4-FFF2-40B4-BE49-F238E27FC236}">
                <a16:creationId xmlns:a16="http://schemas.microsoft.com/office/drawing/2014/main" id="{B7B48DCC-22B8-EB57-16DD-DAD77C127B85}"/>
              </a:ext>
            </a:extLst>
          </p:cNvPr>
          <p:cNvCxnSpPr>
            <a:cxnSpLocks/>
          </p:cNvCxnSpPr>
          <p:nvPr/>
        </p:nvCxnSpPr>
        <p:spPr>
          <a:xfrm>
            <a:off x="11808181" y="14112349"/>
            <a:ext cx="720000" cy="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4" name="직선 화살표 연결선 384">
            <a:extLst>
              <a:ext uri="{FF2B5EF4-FFF2-40B4-BE49-F238E27FC236}">
                <a16:creationId xmlns:a16="http://schemas.microsoft.com/office/drawing/2014/main" id="{C24C194E-2BE9-6CFD-1F52-6B448068F8FA}"/>
              </a:ext>
            </a:extLst>
          </p:cNvPr>
          <p:cNvCxnSpPr>
            <a:cxnSpLocks/>
          </p:cNvCxnSpPr>
          <p:nvPr/>
        </p:nvCxnSpPr>
        <p:spPr>
          <a:xfrm>
            <a:off x="13608181" y="14254479"/>
            <a:ext cx="0" cy="28800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5" name="직사각형 260">
            <a:extLst>
              <a:ext uri="{FF2B5EF4-FFF2-40B4-BE49-F238E27FC236}">
                <a16:creationId xmlns:a16="http://schemas.microsoft.com/office/drawing/2014/main" id="{280EAA69-8E6B-C82F-C2E1-92B565CAA93F}"/>
              </a:ext>
            </a:extLst>
          </p:cNvPr>
          <p:cNvSpPr/>
          <p:nvPr/>
        </p:nvSpPr>
        <p:spPr>
          <a:xfrm>
            <a:off x="15408181" y="13968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6. </a:t>
            </a:r>
            <a:r>
              <a:rPr lang="en-US" altLang="ko-KR" sz="10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PreUpdate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함수 등록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876" name="직선 화살표 연결선 384">
            <a:extLst>
              <a:ext uri="{FF2B5EF4-FFF2-40B4-BE49-F238E27FC236}">
                <a16:creationId xmlns:a16="http://schemas.microsoft.com/office/drawing/2014/main" id="{C410FCAD-94A8-AB6B-BFF6-79B67A6A5893}"/>
              </a:ext>
            </a:extLst>
          </p:cNvPr>
          <p:cNvCxnSpPr>
            <a:cxnSpLocks/>
          </p:cNvCxnSpPr>
          <p:nvPr/>
        </p:nvCxnSpPr>
        <p:spPr>
          <a:xfrm>
            <a:off x="14688181" y="14112349"/>
            <a:ext cx="720000" cy="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7" name="직선 화살표 연결선 384">
            <a:extLst>
              <a:ext uri="{FF2B5EF4-FFF2-40B4-BE49-F238E27FC236}">
                <a16:creationId xmlns:a16="http://schemas.microsoft.com/office/drawing/2014/main" id="{F0B11C96-5099-C063-BA08-6F98E0628C6F}"/>
              </a:ext>
            </a:extLst>
          </p:cNvPr>
          <p:cNvCxnSpPr>
            <a:cxnSpLocks/>
          </p:cNvCxnSpPr>
          <p:nvPr/>
        </p:nvCxnSpPr>
        <p:spPr>
          <a:xfrm>
            <a:off x="16488181" y="14254479"/>
            <a:ext cx="0" cy="28800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8" name="직사각형 260">
            <a:extLst>
              <a:ext uri="{FF2B5EF4-FFF2-40B4-BE49-F238E27FC236}">
                <a16:creationId xmlns:a16="http://schemas.microsoft.com/office/drawing/2014/main" id="{F84E0F47-BA4F-3823-7A00-83E6F0702559}"/>
              </a:ext>
            </a:extLst>
          </p:cNvPr>
          <p:cNvSpPr/>
          <p:nvPr/>
        </p:nvSpPr>
        <p:spPr>
          <a:xfrm>
            <a:off x="18288181" y="13968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7. Update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함수 등록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879" name="직선 화살표 연결선 384">
            <a:extLst>
              <a:ext uri="{FF2B5EF4-FFF2-40B4-BE49-F238E27FC236}">
                <a16:creationId xmlns:a16="http://schemas.microsoft.com/office/drawing/2014/main" id="{BF72C4D7-A353-84A6-6EB3-95E08FA39F02}"/>
              </a:ext>
            </a:extLst>
          </p:cNvPr>
          <p:cNvCxnSpPr>
            <a:cxnSpLocks/>
          </p:cNvCxnSpPr>
          <p:nvPr/>
        </p:nvCxnSpPr>
        <p:spPr>
          <a:xfrm>
            <a:off x="17568181" y="14112349"/>
            <a:ext cx="720000" cy="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0" name="직선 화살표 연결선 384">
            <a:extLst>
              <a:ext uri="{FF2B5EF4-FFF2-40B4-BE49-F238E27FC236}">
                <a16:creationId xmlns:a16="http://schemas.microsoft.com/office/drawing/2014/main" id="{0B6B13D9-F135-66F1-A441-4D759D19A8F5}"/>
              </a:ext>
            </a:extLst>
          </p:cNvPr>
          <p:cNvCxnSpPr>
            <a:cxnSpLocks/>
          </p:cNvCxnSpPr>
          <p:nvPr/>
        </p:nvCxnSpPr>
        <p:spPr>
          <a:xfrm>
            <a:off x="19368181" y="14254479"/>
            <a:ext cx="0" cy="28800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1" name="직사각형 260">
            <a:extLst>
              <a:ext uri="{FF2B5EF4-FFF2-40B4-BE49-F238E27FC236}">
                <a16:creationId xmlns:a16="http://schemas.microsoft.com/office/drawing/2014/main" id="{97665BC0-0089-B76F-DC20-95FA4CAE597D}"/>
              </a:ext>
            </a:extLst>
          </p:cNvPr>
          <p:cNvSpPr/>
          <p:nvPr/>
        </p:nvSpPr>
        <p:spPr>
          <a:xfrm>
            <a:off x="21168181" y="13968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8. </a:t>
            </a:r>
            <a:r>
              <a:rPr lang="en-US" altLang="ko-KR" sz="10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LateUpdate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함수 등록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882" name="직선 화살표 연결선 384">
            <a:extLst>
              <a:ext uri="{FF2B5EF4-FFF2-40B4-BE49-F238E27FC236}">
                <a16:creationId xmlns:a16="http://schemas.microsoft.com/office/drawing/2014/main" id="{E9029539-2571-59FC-8CE3-BA7B41DFC65C}"/>
              </a:ext>
            </a:extLst>
          </p:cNvPr>
          <p:cNvCxnSpPr>
            <a:cxnSpLocks/>
          </p:cNvCxnSpPr>
          <p:nvPr/>
        </p:nvCxnSpPr>
        <p:spPr>
          <a:xfrm>
            <a:off x="20448181" y="14112349"/>
            <a:ext cx="720000" cy="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3" name="직선 화살표 연결선 384">
            <a:extLst>
              <a:ext uri="{FF2B5EF4-FFF2-40B4-BE49-F238E27FC236}">
                <a16:creationId xmlns:a16="http://schemas.microsoft.com/office/drawing/2014/main" id="{3EE0FBB5-BCFE-59A3-4346-5B9597D179ED}"/>
              </a:ext>
            </a:extLst>
          </p:cNvPr>
          <p:cNvCxnSpPr>
            <a:cxnSpLocks/>
          </p:cNvCxnSpPr>
          <p:nvPr/>
        </p:nvCxnSpPr>
        <p:spPr>
          <a:xfrm>
            <a:off x="22248181" y="14254479"/>
            <a:ext cx="0" cy="28800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4" name="직사각형 260">
            <a:extLst>
              <a:ext uri="{FF2B5EF4-FFF2-40B4-BE49-F238E27FC236}">
                <a16:creationId xmlns:a16="http://schemas.microsoft.com/office/drawing/2014/main" id="{097718C9-191C-9C0E-B896-7E5B707FD7ED}"/>
              </a:ext>
            </a:extLst>
          </p:cNvPr>
          <p:cNvSpPr/>
          <p:nvPr/>
        </p:nvSpPr>
        <p:spPr>
          <a:xfrm>
            <a:off x="24048181" y="13968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9. </a:t>
            </a:r>
            <a:r>
              <a:rPr lang="en-US" altLang="ko-KR" sz="10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FixedUpdate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함수 등록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885" name="직선 화살표 연결선 384">
            <a:extLst>
              <a:ext uri="{FF2B5EF4-FFF2-40B4-BE49-F238E27FC236}">
                <a16:creationId xmlns:a16="http://schemas.microsoft.com/office/drawing/2014/main" id="{B64F0406-B36C-0C96-2FF2-7AD98DE8C312}"/>
              </a:ext>
            </a:extLst>
          </p:cNvPr>
          <p:cNvCxnSpPr>
            <a:cxnSpLocks/>
          </p:cNvCxnSpPr>
          <p:nvPr/>
        </p:nvCxnSpPr>
        <p:spPr>
          <a:xfrm>
            <a:off x="23328181" y="14112349"/>
            <a:ext cx="720000" cy="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6" name="직선 화살표 연결선 384">
            <a:extLst>
              <a:ext uri="{FF2B5EF4-FFF2-40B4-BE49-F238E27FC236}">
                <a16:creationId xmlns:a16="http://schemas.microsoft.com/office/drawing/2014/main" id="{1BC750EB-1D32-06C6-2AF6-6B7F58ED3927}"/>
              </a:ext>
            </a:extLst>
          </p:cNvPr>
          <p:cNvCxnSpPr>
            <a:cxnSpLocks/>
          </p:cNvCxnSpPr>
          <p:nvPr/>
        </p:nvCxnSpPr>
        <p:spPr>
          <a:xfrm>
            <a:off x="25128181" y="14254479"/>
            <a:ext cx="0" cy="28800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7" name="직사각형 260">
            <a:extLst>
              <a:ext uri="{FF2B5EF4-FFF2-40B4-BE49-F238E27FC236}">
                <a16:creationId xmlns:a16="http://schemas.microsoft.com/office/drawing/2014/main" id="{E8CE26BC-5AE9-E696-2FD7-8EDB38D7EFFD}"/>
              </a:ext>
            </a:extLst>
          </p:cNvPr>
          <p:cNvSpPr/>
          <p:nvPr/>
        </p:nvSpPr>
        <p:spPr>
          <a:xfrm>
            <a:off x="26928181" y="13968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10. </a:t>
            </a:r>
            <a:r>
              <a:rPr lang="en-US" altLang="ko-KR" sz="10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FinalUpdate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함수 등록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888" name="직선 화살표 연결선 384">
            <a:extLst>
              <a:ext uri="{FF2B5EF4-FFF2-40B4-BE49-F238E27FC236}">
                <a16:creationId xmlns:a16="http://schemas.microsoft.com/office/drawing/2014/main" id="{32214DB9-7C2F-FD6C-5B75-DA51D85BFDED}"/>
              </a:ext>
            </a:extLst>
          </p:cNvPr>
          <p:cNvCxnSpPr>
            <a:cxnSpLocks/>
          </p:cNvCxnSpPr>
          <p:nvPr/>
        </p:nvCxnSpPr>
        <p:spPr>
          <a:xfrm>
            <a:off x="26208181" y="14112349"/>
            <a:ext cx="720000" cy="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9" name="직선 화살표 연결선 384">
            <a:extLst>
              <a:ext uri="{FF2B5EF4-FFF2-40B4-BE49-F238E27FC236}">
                <a16:creationId xmlns:a16="http://schemas.microsoft.com/office/drawing/2014/main" id="{CA9895B7-86E1-D478-FE62-4773250562A7}"/>
              </a:ext>
            </a:extLst>
          </p:cNvPr>
          <p:cNvCxnSpPr>
            <a:cxnSpLocks/>
          </p:cNvCxnSpPr>
          <p:nvPr/>
        </p:nvCxnSpPr>
        <p:spPr>
          <a:xfrm>
            <a:off x="28008181" y="14254479"/>
            <a:ext cx="0" cy="28800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0" name="직사각형 260">
            <a:extLst>
              <a:ext uri="{FF2B5EF4-FFF2-40B4-BE49-F238E27FC236}">
                <a16:creationId xmlns:a16="http://schemas.microsoft.com/office/drawing/2014/main" id="{B77D25F3-7BF2-EB38-42E9-F11B282F5900}"/>
              </a:ext>
            </a:extLst>
          </p:cNvPr>
          <p:cNvSpPr/>
          <p:nvPr/>
        </p:nvSpPr>
        <p:spPr>
          <a:xfrm>
            <a:off x="29808181" y="13968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11. </a:t>
            </a:r>
            <a:r>
              <a:rPr lang="en-US" altLang="ko-KR" sz="10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EndPlay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함수 등록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891" name="직선 화살표 연결선 384">
            <a:extLst>
              <a:ext uri="{FF2B5EF4-FFF2-40B4-BE49-F238E27FC236}">
                <a16:creationId xmlns:a16="http://schemas.microsoft.com/office/drawing/2014/main" id="{97A81161-D7CA-4D89-8F06-3D352ADC2D6F}"/>
              </a:ext>
            </a:extLst>
          </p:cNvPr>
          <p:cNvCxnSpPr>
            <a:cxnSpLocks/>
          </p:cNvCxnSpPr>
          <p:nvPr/>
        </p:nvCxnSpPr>
        <p:spPr>
          <a:xfrm>
            <a:off x="29088181" y="14112349"/>
            <a:ext cx="720000" cy="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2" name="직선 화살표 연결선 384">
            <a:extLst>
              <a:ext uri="{FF2B5EF4-FFF2-40B4-BE49-F238E27FC236}">
                <a16:creationId xmlns:a16="http://schemas.microsoft.com/office/drawing/2014/main" id="{2C436EB5-EA14-5A3C-1315-FA3199148E09}"/>
              </a:ext>
            </a:extLst>
          </p:cNvPr>
          <p:cNvCxnSpPr>
            <a:cxnSpLocks/>
          </p:cNvCxnSpPr>
          <p:nvPr/>
        </p:nvCxnSpPr>
        <p:spPr>
          <a:xfrm>
            <a:off x="30888181" y="14254479"/>
            <a:ext cx="0" cy="28800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3" name="직사각형 260">
            <a:extLst>
              <a:ext uri="{FF2B5EF4-FFF2-40B4-BE49-F238E27FC236}">
                <a16:creationId xmlns:a16="http://schemas.microsoft.com/office/drawing/2014/main" id="{DC7A77A8-809B-230A-CC09-9FC0384B5BAD}"/>
              </a:ext>
            </a:extLst>
          </p:cNvPr>
          <p:cNvSpPr/>
          <p:nvPr/>
        </p:nvSpPr>
        <p:spPr>
          <a:xfrm>
            <a:off x="6768181" y="13968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3. Signature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등록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894" name="직선 화살표 연결선 384">
            <a:extLst>
              <a:ext uri="{FF2B5EF4-FFF2-40B4-BE49-F238E27FC236}">
                <a16:creationId xmlns:a16="http://schemas.microsoft.com/office/drawing/2014/main" id="{880C87DD-2512-297D-FE5A-5335C11D0A76}"/>
              </a:ext>
            </a:extLst>
          </p:cNvPr>
          <p:cNvCxnSpPr>
            <a:cxnSpLocks/>
          </p:cNvCxnSpPr>
          <p:nvPr/>
        </p:nvCxnSpPr>
        <p:spPr>
          <a:xfrm>
            <a:off x="6048181" y="14112349"/>
            <a:ext cx="360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5" name="직선 화살표 연결선 384">
            <a:extLst>
              <a:ext uri="{FF2B5EF4-FFF2-40B4-BE49-F238E27FC236}">
                <a16:creationId xmlns:a16="http://schemas.microsoft.com/office/drawing/2014/main" id="{7A475C96-C06F-7CE1-6993-1A74085BDAD2}"/>
              </a:ext>
            </a:extLst>
          </p:cNvPr>
          <p:cNvCxnSpPr>
            <a:cxnSpLocks/>
          </p:cNvCxnSpPr>
          <p:nvPr/>
        </p:nvCxnSpPr>
        <p:spPr>
          <a:xfrm>
            <a:off x="7848181" y="14254479"/>
            <a:ext cx="0" cy="28800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6" name="직사각형 260">
            <a:extLst>
              <a:ext uri="{FF2B5EF4-FFF2-40B4-BE49-F238E27FC236}">
                <a16:creationId xmlns:a16="http://schemas.microsoft.com/office/drawing/2014/main" id="{43569588-957E-9D4B-5023-60A3C654776F}"/>
              </a:ext>
            </a:extLst>
          </p:cNvPr>
          <p:cNvSpPr/>
          <p:nvPr/>
        </p:nvSpPr>
        <p:spPr>
          <a:xfrm>
            <a:off x="6768181" y="13536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2. Component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등록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900" name="직선 화살표 연결선 384">
            <a:extLst>
              <a:ext uri="{FF2B5EF4-FFF2-40B4-BE49-F238E27FC236}">
                <a16:creationId xmlns:a16="http://schemas.microsoft.com/office/drawing/2014/main" id="{B4785EE0-0886-8E67-2656-886F798BF5AD}"/>
              </a:ext>
            </a:extLst>
          </p:cNvPr>
          <p:cNvCxnSpPr>
            <a:cxnSpLocks/>
          </p:cNvCxnSpPr>
          <p:nvPr/>
        </p:nvCxnSpPr>
        <p:spPr>
          <a:xfrm>
            <a:off x="6408181" y="13680350"/>
            <a:ext cx="360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1" name="직선 화살표 연결선 384">
            <a:extLst>
              <a:ext uri="{FF2B5EF4-FFF2-40B4-BE49-F238E27FC236}">
                <a16:creationId xmlns:a16="http://schemas.microsoft.com/office/drawing/2014/main" id="{563E99A3-E35A-DDD2-C2C9-C19CE3934B62}"/>
              </a:ext>
            </a:extLst>
          </p:cNvPr>
          <p:cNvCxnSpPr>
            <a:cxnSpLocks/>
          </p:cNvCxnSpPr>
          <p:nvPr/>
        </p:nvCxnSpPr>
        <p:spPr>
          <a:xfrm flipV="1">
            <a:off x="6408181" y="13680350"/>
            <a:ext cx="0" cy="432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5" name="직선 화살표 연결선 384">
            <a:extLst>
              <a:ext uri="{FF2B5EF4-FFF2-40B4-BE49-F238E27FC236}">
                <a16:creationId xmlns:a16="http://schemas.microsoft.com/office/drawing/2014/main" id="{14DCA9BF-B6C1-A0FF-80C5-F2DD11FFBC7E}"/>
              </a:ext>
            </a:extLst>
          </p:cNvPr>
          <p:cNvCxnSpPr>
            <a:cxnSpLocks/>
          </p:cNvCxnSpPr>
          <p:nvPr/>
        </p:nvCxnSpPr>
        <p:spPr>
          <a:xfrm>
            <a:off x="7848181" y="13824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6" name="직선 화살표 연결선 384">
            <a:extLst>
              <a:ext uri="{FF2B5EF4-FFF2-40B4-BE49-F238E27FC236}">
                <a16:creationId xmlns:a16="http://schemas.microsoft.com/office/drawing/2014/main" id="{23C4664B-AB10-A009-7045-9668E69D43EC}"/>
              </a:ext>
            </a:extLst>
          </p:cNvPr>
          <p:cNvCxnSpPr>
            <a:cxnSpLocks/>
          </p:cNvCxnSpPr>
          <p:nvPr/>
        </p:nvCxnSpPr>
        <p:spPr>
          <a:xfrm flipV="1">
            <a:off x="7848181" y="13104350"/>
            <a:ext cx="0" cy="43200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8" name="직선 화살표 연결선 384">
            <a:extLst>
              <a:ext uri="{FF2B5EF4-FFF2-40B4-BE49-F238E27FC236}">
                <a16:creationId xmlns:a16="http://schemas.microsoft.com/office/drawing/2014/main" id="{047765D8-9215-C06E-46FD-824F591B80C0}"/>
              </a:ext>
            </a:extLst>
          </p:cNvPr>
          <p:cNvCxnSpPr>
            <a:cxnSpLocks/>
          </p:cNvCxnSpPr>
          <p:nvPr/>
        </p:nvCxnSpPr>
        <p:spPr>
          <a:xfrm>
            <a:off x="3312181" y="13104350"/>
            <a:ext cx="4536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1" name="직선 화살표 연결선 384">
            <a:extLst>
              <a:ext uri="{FF2B5EF4-FFF2-40B4-BE49-F238E27FC236}">
                <a16:creationId xmlns:a16="http://schemas.microsoft.com/office/drawing/2014/main" id="{3A654C24-898F-8149-BBDD-1727516AA489}"/>
              </a:ext>
            </a:extLst>
          </p:cNvPr>
          <p:cNvCxnSpPr>
            <a:cxnSpLocks/>
          </p:cNvCxnSpPr>
          <p:nvPr/>
        </p:nvCxnSpPr>
        <p:spPr>
          <a:xfrm flipV="1">
            <a:off x="3312181" y="7416351"/>
            <a:ext cx="0" cy="5687999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60086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1490</TotalTime>
  <Words>3552</Words>
  <Application>Microsoft Office PowerPoint</Application>
  <PresentationFormat>Custom</PresentationFormat>
  <Paragraphs>757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5" baseType="lpstr">
      <vt:lpstr>맑은 고딕</vt:lpstr>
      <vt:lpstr>에스코어 드림 7 ExtraBold</vt:lpstr>
      <vt:lpstr>Aptos</vt:lpstr>
      <vt:lpstr>Arial</vt:lpstr>
      <vt:lpstr>Arial Narrow</vt:lpstr>
      <vt:lpstr>Calibri</vt:lpstr>
      <vt:lpstr>Calibri Light</vt:lpstr>
      <vt:lpstr>Wingdings</vt:lpstr>
      <vt:lpstr>Office 2013 - 2022 테마</vt:lpstr>
      <vt:lpstr>1_Office 2013 - 2022 테마</vt:lpstr>
      <vt:lpstr>Architecture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박승균</dc:creator>
  <cp:lastModifiedBy>seungkyun park</cp:lastModifiedBy>
  <cp:revision>17</cp:revision>
  <dcterms:created xsi:type="dcterms:W3CDTF">2023-08-09T11:41:32Z</dcterms:created>
  <dcterms:modified xsi:type="dcterms:W3CDTF">2025-08-04T17:55:00Z</dcterms:modified>
</cp:coreProperties>
</file>